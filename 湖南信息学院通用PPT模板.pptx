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drawings/drawing1.xml" ContentType="application/vnd.openxmlformats-officedocument.drawingml.chartshap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45"/>
  </p:handoutMasterIdLst>
  <p:sldIdLst>
    <p:sldId id="777" r:id="rId3"/>
    <p:sldId id="776" r:id="rId5"/>
    <p:sldId id="779" r:id="rId6"/>
    <p:sldId id="806" r:id="rId7"/>
    <p:sldId id="296" r:id="rId8"/>
    <p:sldId id="780" r:id="rId9"/>
    <p:sldId id="791" r:id="rId10"/>
    <p:sldId id="792" r:id="rId11"/>
    <p:sldId id="793" r:id="rId12"/>
    <p:sldId id="794" r:id="rId13"/>
    <p:sldId id="795" r:id="rId14"/>
    <p:sldId id="796" r:id="rId15"/>
    <p:sldId id="797" r:id="rId16"/>
    <p:sldId id="798" r:id="rId17"/>
    <p:sldId id="799" r:id="rId18"/>
    <p:sldId id="800" r:id="rId19"/>
    <p:sldId id="801" r:id="rId20"/>
    <p:sldId id="802" r:id="rId21"/>
    <p:sldId id="781" r:id="rId22"/>
    <p:sldId id="782" r:id="rId23"/>
    <p:sldId id="788" r:id="rId24"/>
    <p:sldId id="789" r:id="rId25"/>
    <p:sldId id="783" r:id="rId26"/>
    <p:sldId id="784" r:id="rId27"/>
    <p:sldId id="785" r:id="rId28"/>
    <p:sldId id="804" r:id="rId29"/>
    <p:sldId id="786" r:id="rId30"/>
    <p:sldId id="805" r:id="rId31"/>
    <p:sldId id="803" r:id="rId32"/>
    <p:sldId id="790" r:id="rId33"/>
    <p:sldId id="807" r:id="rId34"/>
    <p:sldId id="808" r:id="rId35"/>
    <p:sldId id="809" r:id="rId36"/>
    <p:sldId id="787" r:id="rId37"/>
    <p:sldId id="821" r:id="rId38"/>
    <p:sldId id="824" r:id="rId39"/>
    <p:sldId id="826" r:id="rId40"/>
    <p:sldId id="827" r:id="rId41"/>
    <p:sldId id="778" r:id="rId42"/>
    <p:sldId id="302" r:id="rId43"/>
    <p:sldId id="770" r:id="rId44"/>
  </p:sldIdLst>
  <p:sldSz cx="12192000" cy="6858000"/>
  <p:notesSz cx="6858000" cy="9144000"/>
  <p:custDataLst>
    <p:tags r:id="rId4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39A9"/>
    <a:srgbClr val="037E8D"/>
    <a:srgbClr val="033183"/>
    <a:srgbClr val="427632"/>
    <a:srgbClr val="6EA0D6"/>
    <a:srgbClr val="3A4195"/>
    <a:srgbClr val="6C3632"/>
    <a:srgbClr val="035BAF"/>
    <a:srgbClr val="0062BF"/>
    <a:srgbClr val="8E01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15" autoAdjust="0"/>
    <p:restoredTop sz="94660"/>
  </p:normalViewPr>
  <p:slideViewPr>
    <p:cSldViewPr snapToGrid="0">
      <p:cViewPr>
        <p:scale>
          <a:sx n="75" d="100"/>
          <a:sy n="75" d="100"/>
        </p:scale>
        <p:origin x="1410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47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gs" Target="tags/tag6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4" Type="http://schemas.microsoft.com/office/2011/relationships/chartColorStyle" Target="colors4.xml"/><Relationship Id="rId3" Type="http://schemas.microsoft.com/office/2011/relationships/chartStyle" Target="style4.xml"/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marL="0" algn="ctr" defTabSz="914400" rtl="0" eaLnBrk="1" latinLnBrk="0" hangingPunct="1">
              <a:defRPr lang="zh-CN" altLang="en-US" sz="2800" b="0" i="0" u="none" strike="noStrike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  <a:r>
              <a:rPr lang="zh-CN" altLang="en-US" sz="2800" b="0" i="0" u="none" strike="noStrike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销售数据分析一览表</a:t>
            </a:r>
            <a:endParaRPr lang="zh-CN" altLang="en-US" sz="2800" b="0" i="0" u="none" strike="noStrike" kern="1200" baseline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c:rich>
      </c:tx>
      <c:layout>
        <c:manualLayout>
          <c:xMode val="edge"/>
          <c:yMode val="edge"/>
          <c:x val="0.35607257974851"/>
          <c:y val="0.0524291687873617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678321389388216"/>
          <c:y val="0.234805145554524"/>
          <c:w val="0.910357814741263"/>
          <c:h val="0.6392243745197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主数据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1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3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numRef>
              <c:f>Sheet1!$A$2:$A$49</c:f>
              <c:numCache>
                <c:formatCode>General</c:formatCode>
                <c:ptCount val="48"/>
                <c:pt idx="0">
                  <c:v>2017</c:v>
                </c:pt>
                <c:pt idx="12">
                  <c:v>2018</c:v>
                </c:pt>
                <c:pt idx="24">
                  <c:v>2019</c:v>
                </c:pt>
                <c:pt idx="36">
                  <c:v>2020</c:v>
                </c:pt>
              </c:numCache>
            </c:numRef>
          </c:cat>
          <c:val>
            <c:numRef>
              <c:f>Sheet1!$B$2:$B$49</c:f>
              <c:numCache>
                <c:formatCode>#,##0</c:formatCode>
                <c:ptCount val="48"/>
                <c:pt idx="0">
                  <c:v>800</c:v>
                </c:pt>
                <c:pt idx="1">
                  <c:v>900</c:v>
                </c:pt>
                <c:pt idx="2">
                  <c:v>800</c:v>
                </c:pt>
                <c:pt idx="3">
                  <c:v>950</c:v>
                </c:pt>
                <c:pt idx="4">
                  <c:v>1020</c:v>
                </c:pt>
                <c:pt idx="5">
                  <c:v>700</c:v>
                </c:pt>
                <c:pt idx="6">
                  <c:v>600</c:v>
                </c:pt>
                <c:pt idx="7" c:formatCode="General">
                  <c:v>1202</c:v>
                </c:pt>
                <c:pt idx="8" c:formatCode="General">
                  <c:v>985</c:v>
                </c:pt>
                <c:pt idx="9" c:formatCode="General">
                  <c:v>895</c:v>
                </c:pt>
                <c:pt idx="10" c:formatCode="General">
                  <c:v>777</c:v>
                </c:pt>
                <c:pt idx="11" c:formatCode="General">
                  <c:v>698</c:v>
                </c:pt>
                <c:pt idx="12" c:formatCode="General">
                  <c:v>888</c:v>
                </c:pt>
                <c:pt idx="13" c:formatCode="General">
                  <c:v>896</c:v>
                </c:pt>
                <c:pt idx="14" c:formatCode="General">
                  <c:v>999</c:v>
                </c:pt>
                <c:pt idx="15" c:formatCode="General">
                  <c:v>1100</c:v>
                </c:pt>
                <c:pt idx="16" c:formatCode="General">
                  <c:v>900</c:v>
                </c:pt>
                <c:pt idx="17" c:formatCode="General">
                  <c:v>899</c:v>
                </c:pt>
                <c:pt idx="18" c:formatCode="General">
                  <c:v>880</c:v>
                </c:pt>
                <c:pt idx="19" c:formatCode="General">
                  <c:v>900</c:v>
                </c:pt>
                <c:pt idx="20" c:formatCode="General">
                  <c:v>700</c:v>
                </c:pt>
                <c:pt idx="21" c:formatCode="General">
                  <c:v>1200</c:v>
                </c:pt>
                <c:pt idx="22" c:formatCode="General">
                  <c:v>1300</c:v>
                </c:pt>
                <c:pt idx="23" c:formatCode="General">
                  <c:v>1450</c:v>
                </c:pt>
                <c:pt idx="24" c:formatCode="General">
                  <c:v>1300</c:v>
                </c:pt>
                <c:pt idx="25" c:formatCode="General">
                  <c:v>800</c:v>
                </c:pt>
                <c:pt idx="26" c:formatCode="General">
                  <c:v>960</c:v>
                </c:pt>
                <c:pt idx="27" c:formatCode="General">
                  <c:v>970</c:v>
                </c:pt>
                <c:pt idx="28" c:formatCode="General">
                  <c:v>660</c:v>
                </c:pt>
                <c:pt idx="29" c:formatCode="General">
                  <c:v>590</c:v>
                </c:pt>
                <c:pt idx="30" c:formatCode="General">
                  <c:v>870</c:v>
                </c:pt>
                <c:pt idx="31" c:formatCode="General">
                  <c:v>980</c:v>
                </c:pt>
                <c:pt idx="32" c:formatCode="General">
                  <c:v>860</c:v>
                </c:pt>
                <c:pt idx="33" c:formatCode="General">
                  <c:v>960</c:v>
                </c:pt>
                <c:pt idx="34" c:formatCode="General">
                  <c:v>890</c:v>
                </c:pt>
                <c:pt idx="35" c:formatCode="General">
                  <c:v>980</c:v>
                </c:pt>
                <c:pt idx="36" c:formatCode="General">
                  <c:v>960</c:v>
                </c:pt>
                <c:pt idx="37" c:formatCode="General">
                  <c:v>1200</c:v>
                </c:pt>
                <c:pt idx="38" c:formatCode="General">
                  <c:v>1020</c:v>
                </c:pt>
                <c:pt idx="39" c:formatCode="General">
                  <c:v>1030</c:v>
                </c:pt>
                <c:pt idx="40" c:formatCode="General">
                  <c:v>1025</c:v>
                </c:pt>
                <c:pt idx="41" c:formatCode="General">
                  <c:v>980</c:v>
                </c:pt>
                <c:pt idx="42" c:formatCode="General">
                  <c:v>970</c:v>
                </c:pt>
                <c:pt idx="43" c:formatCode="General">
                  <c:v>890</c:v>
                </c:pt>
                <c:pt idx="44" c:formatCode="General">
                  <c:v>780</c:v>
                </c:pt>
                <c:pt idx="45" c:formatCode="General">
                  <c:v>1020</c:v>
                </c:pt>
                <c:pt idx="46" c:formatCode="General">
                  <c:v>1000</c:v>
                </c:pt>
                <c:pt idx="47" c:formatCode="General">
                  <c:v>1300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141956696"/>
        <c:axId val="1141949480"/>
      </c:barChart>
      <c:catAx>
        <c:axId val="114195669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bg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1141949480"/>
        <c:crosses val="autoZero"/>
        <c:auto val="1"/>
        <c:lblAlgn val="ctr"/>
        <c:lblOffset val="100"/>
        <c:noMultiLvlLbl val="0"/>
      </c:catAx>
      <c:valAx>
        <c:axId val="1141949480"/>
        <c:scaling>
          <c:orientation val="minMax"/>
          <c:max val="1600"/>
          <c:min val="0"/>
        </c:scaling>
        <c:delete val="0"/>
        <c:axPos val="l"/>
        <c:minorGridlines>
          <c:spPr>
            <a:ln w="6350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</a:ln>
          </c:spPr>
        </c:minorGridlines>
        <c:numFmt formatCode="#,##0" sourceLinked="1"/>
        <c:majorTickMark val="out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1141956696"/>
        <c:crosses val="autoZero"/>
        <c:crossBetween val="between"/>
      </c:valAx>
      <c:spPr>
        <a:noFill/>
        <a:ln>
          <a:solidFill>
            <a:schemeClr val="bg1">
              <a:lumMod val="95000"/>
            </a:schemeClr>
          </a:solidFill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b3aa9d9-33d8-49db-b8e9-20507cf820f9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marL="0" algn="ctr" defTabSz="914400" rtl="0" eaLnBrk="1" latinLnBrk="0" hangingPunct="1">
              <a:defRPr lang="zh-CN" sz="2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  <a:r>
              <a:rPr lang="zh-CN" sz="2800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不同年份销量一览表</a:t>
            </a:r>
            <a:endParaRPr lang="zh-CN" sz="2800" b="0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c:rich>
      </c:tx>
      <c:layout>
        <c:manualLayout>
          <c:xMode val="edge"/>
          <c:yMode val="edge"/>
          <c:x val="0.365624947967925"/>
          <c:y val="0.0629629771207048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806419849607927"/>
          <c:y val="0.307650155380637"/>
          <c:w val="0.879647791965862"/>
          <c:h val="0.5645177894429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2020</c:v>
                </c:pt>
                <c:pt idx="6">
                  <c:v>2022</c:v>
                </c:pt>
                <c:pt idx="7">
                  <c:v>2024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60</c:v>
                </c:pt>
                <c:pt idx="1">
                  <c:v>80</c:v>
                </c:pt>
                <c:pt idx="2">
                  <c:v>90</c:v>
                </c:pt>
                <c:pt idx="3">
                  <c:v>100</c:v>
                </c:pt>
                <c:pt idx="4">
                  <c:v>120</c:v>
                </c:pt>
                <c:pt idx="5">
                  <c:v>110</c:v>
                </c:pt>
                <c:pt idx="6">
                  <c:v>160</c:v>
                </c:pt>
                <c:pt idx="7">
                  <c:v>150</c:v>
                </c:pt>
                <c:pt idx="8">
                  <c:v>130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effectLst/>
          </c:spPr>
          <c:invertIfNegative val="0"/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2020</c:v>
                </c:pt>
                <c:pt idx="6">
                  <c:v>2022</c:v>
                </c:pt>
                <c:pt idx="7">
                  <c:v>2024</c:v>
                </c:pt>
                <c:pt idx="8">
                  <c:v>2026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55</c:v>
                </c:pt>
                <c:pt idx="1">
                  <c:v>60</c:v>
                </c:pt>
                <c:pt idx="2">
                  <c:v>75</c:v>
                </c:pt>
                <c:pt idx="3">
                  <c:v>90</c:v>
                </c:pt>
                <c:pt idx="4">
                  <c:v>80</c:v>
                </c:pt>
                <c:pt idx="5">
                  <c:v>90</c:v>
                </c:pt>
                <c:pt idx="6">
                  <c:v>96</c:v>
                </c:pt>
                <c:pt idx="7">
                  <c:v>120</c:v>
                </c:pt>
                <c:pt idx="8">
                  <c:v>110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系列3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effectLst/>
          </c:spPr>
          <c:invertIfNegative val="0"/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2020</c:v>
                </c:pt>
                <c:pt idx="6">
                  <c:v>2022</c:v>
                </c:pt>
                <c:pt idx="7">
                  <c:v>2024</c:v>
                </c:pt>
                <c:pt idx="8">
                  <c:v>2026</c:v>
                </c:pt>
              </c:numCache>
            </c:numRef>
          </c:cat>
          <c:val>
            <c:numRef>
              <c:f>Sheet1!$D$2:$D$10</c:f>
              <c:numCache>
                <c:formatCode>General</c:formatCode>
                <c:ptCount val="9"/>
                <c:pt idx="0">
                  <c:v>80</c:v>
                </c:pt>
                <c:pt idx="1">
                  <c:v>86</c:v>
                </c:pt>
                <c:pt idx="2">
                  <c:v>88</c:v>
                </c:pt>
                <c:pt idx="3">
                  <c:v>92</c:v>
                </c:pt>
                <c:pt idx="4">
                  <c:v>98</c:v>
                </c:pt>
                <c:pt idx="5">
                  <c:v>100</c:v>
                </c:pt>
                <c:pt idx="6">
                  <c:v>110</c:v>
                </c:pt>
                <c:pt idx="7">
                  <c:v>120</c:v>
                </c:pt>
                <c:pt idx="8">
                  <c:v>130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系列4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effectLst/>
          </c:spPr>
          <c:invertIfNegative val="0"/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2020</c:v>
                </c:pt>
                <c:pt idx="6">
                  <c:v>2022</c:v>
                </c:pt>
                <c:pt idx="7">
                  <c:v>2024</c:v>
                </c:pt>
                <c:pt idx="8">
                  <c:v>2026</c:v>
                </c:pt>
              </c:numCache>
            </c:numRef>
          </c:cat>
          <c:val>
            <c:numRef>
              <c:f>Sheet1!$E$2:$E$10</c:f>
              <c:numCache>
                <c:formatCode>General</c:formatCode>
                <c:ptCount val="9"/>
                <c:pt idx="0">
                  <c:v>95</c:v>
                </c:pt>
                <c:pt idx="1">
                  <c:v>99</c:v>
                </c:pt>
                <c:pt idx="2">
                  <c:v>102</c:v>
                </c:pt>
                <c:pt idx="3">
                  <c:v>105</c:v>
                </c:pt>
                <c:pt idx="4">
                  <c:v>110</c:v>
                </c:pt>
                <c:pt idx="5">
                  <c:v>120</c:v>
                </c:pt>
                <c:pt idx="6">
                  <c:v>126</c:v>
                </c:pt>
                <c:pt idx="7">
                  <c:v>130</c:v>
                </c:pt>
                <c:pt idx="8">
                  <c:v>135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0"/>
        <c:overlap val="-50"/>
        <c:axId val="429613904"/>
        <c:axId val="429614464"/>
      </c:barChart>
      <c:catAx>
        <c:axId val="429613904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bg1">
                  <a:alpha val="5000"/>
                </a:schemeClr>
              </a:solidFill>
              <a:prstDash val="solid"/>
              <a:round/>
              <a:headEnd type="none" w="med" len="med"/>
            </a:ln>
          </c:spPr>
        </c:majorGridlines>
        <c:numFmt formatCode="General" sourceLinked="0"/>
        <c:majorTickMark val="out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429614464"/>
        <c:crosses val="autoZero"/>
        <c:auto val="1"/>
        <c:lblAlgn val="ctr"/>
        <c:lblOffset val="100"/>
        <c:noMultiLvlLbl val="0"/>
      </c:catAx>
      <c:valAx>
        <c:axId val="42961446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429613904"/>
        <c:crosses val="autoZero"/>
        <c:crossBetween val="between"/>
      </c:valAx>
      <c:spPr>
        <a:gradFill>
          <a:gsLst>
            <a:gs pos="100000">
              <a:schemeClr val="bg1">
                <a:lumMod val="95000"/>
              </a:schemeClr>
            </a:gs>
            <a:gs pos="4000">
              <a:schemeClr val="bg1"/>
            </a:gs>
          </a:gsLst>
          <a:lin ang="5400000" scaled="0"/>
        </a:gradFill>
        <a:ln w="6350">
          <a:solidFill>
            <a:schemeClr val="bg1">
              <a:alpha val="10000"/>
            </a:schemeClr>
          </a:solidFill>
        </a:ln>
      </c:spPr>
    </c:plotArea>
    <c:legend>
      <c:legendPos val="t"/>
      <c:layout>
        <c:manualLayout>
          <c:xMode val="edge"/>
          <c:yMode val="edge"/>
          <c:x val="0.32191119766332"/>
          <c:y val="0.204916324408313"/>
          <c:w val="0.356177522652356"/>
          <c:h val="0.0520768445610965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33ee3c7-adf1-47f2-bf31-5ba610b45af4}"/>
      </c:ext>
    </c:extLst>
  </c:chart>
  <c:spPr>
    <a:noFill/>
  </c:spPr>
  <c:txPr>
    <a:bodyPr/>
    <a:lstStyle/>
    <a:p>
      <a:pPr>
        <a:defRPr lang="zh-CN" sz="1000" b="1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algn="ctr" defTabSz="914400" rtl="0" eaLnBrk="1" latinLnBrk="0" hangingPunct="1">
              <a:defRPr lang="zh-CN" sz="2800" b="0" i="0" u="none" strike="noStrike" kern="1200" spc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  <a:r>
              <a:rPr lang="zh-CN" sz="2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评分排行榜条形图</a:t>
            </a:r>
            <a:endParaRPr lang="zh-CN" sz="2800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c:rich>
      </c:tx>
      <c:layout>
        <c:manualLayout>
          <c:xMode val="edge"/>
          <c:yMode val="edge"/>
          <c:x val="0.369983041266252"/>
          <c:y val="0.063040322575841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90032626645242"/>
          <c:y val="0.27561221609659"/>
          <c:w val="0.911432056012784"/>
          <c:h val="0.66769065446283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>
              <a:gsLst>
                <a:gs pos="0">
                  <a:srgbClr val="34E6BB"/>
                </a:gs>
                <a:gs pos="100000">
                  <a:srgbClr val="0290FE"/>
                </a:gs>
              </a:gsLst>
              <a:lin ang="0" scaled="0"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5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系列 5</c:v>
                </c:pt>
                <c:pt idx="5">
                  <c:v>系列 6</c:v>
                </c:pt>
                <c:pt idx="6">
                  <c:v>系列 7</c:v>
                </c:pt>
                <c:pt idx="7">
                  <c:v>系列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2.5</c:v>
                </c:pt>
                <c:pt idx="1">
                  <c:v>3.2</c:v>
                </c:pt>
                <c:pt idx="2">
                  <c:v>3.5</c:v>
                </c:pt>
                <c:pt idx="3">
                  <c:v>4</c:v>
                </c:pt>
                <c:pt idx="4">
                  <c:v>4.6</c:v>
                </c:pt>
                <c:pt idx="5">
                  <c:v>4.8</c:v>
                </c:pt>
                <c:pt idx="6">
                  <c:v>7.5</c:v>
                </c:pt>
                <c:pt idx="7">
                  <c:v>8.9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22966448"/>
        <c:axId val="922967432"/>
      </c:barChart>
      <c:catAx>
        <c:axId val="922966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922967432"/>
        <c:crosses val="autoZero"/>
        <c:auto val="1"/>
        <c:lblAlgn val="ctr"/>
        <c:lblOffset val="100"/>
        <c:noMultiLvlLbl val="0"/>
      </c:catAx>
      <c:valAx>
        <c:axId val="92296743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922966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02caeba-1c29-4f68-92a0-2b50d14bfb27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marL="0" algn="ctr" defTabSz="914400" rtl="0" eaLnBrk="1" latinLnBrk="0" hangingPunct="1">
              <a:defRPr lang="zh-CN" sz="28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  <a:r>
              <a:rPr lang="zh-CN" altLang="en-US" sz="2800" b="0" i="0" u="none" strike="noStrike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数据分析面积</a:t>
            </a:r>
            <a:r>
              <a:rPr lang="en-US" altLang="zh-CN" sz="2800" b="0" i="0" u="none" strike="noStrike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2800" b="0" i="0" u="none" strike="noStrike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折线图</a:t>
            </a:r>
            <a:endParaRPr lang="zh-CN" sz="2800" b="0" i="0" u="none" strike="noStrike" kern="1200" baseline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c:rich>
      </c:tx>
      <c:layout>
        <c:manualLayout>
          <c:xMode val="edge"/>
          <c:yMode val="edge"/>
          <c:x val="0.310977606164614"/>
          <c:y val="0.1009141349541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8956692913386"/>
          <c:y val="0.336396957771502"/>
          <c:w val="0.880584563648294"/>
          <c:h val="0.511290246615667"/>
        </c:manualLayout>
      </c:layout>
      <c:area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面积图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c:spPr>
          <c:dLbls>
            <c:delete val="1"/>
          </c:dLbls>
          <c:cat>
            <c:numRef>
              <c:f>Sheet1!$A$2:$A$31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10</c:v>
                </c:pt>
                <c:pt idx="1">
                  <c:v>62</c:v>
                </c:pt>
                <c:pt idx="2">
                  <c:v>40</c:v>
                </c:pt>
                <c:pt idx="3">
                  <c:v>32</c:v>
                </c:pt>
                <c:pt idx="4">
                  <c:v>40</c:v>
                </c:pt>
                <c:pt idx="5">
                  <c:v>30</c:v>
                </c:pt>
                <c:pt idx="6">
                  <c:v>20</c:v>
                </c:pt>
                <c:pt idx="7">
                  <c:v>50</c:v>
                </c:pt>
                <c:pt idx="8">
                  <c:v>80</c:v>
                </c:pt>
                <c:pt idx="9">
                  <c:v>40</c:v>
                </c:pt>
                <c:pt idx="10">
                  <c:v>45</c:v>
                </c:pt>
                <c:pt idx="11">
                  <c:v>50</c:v>
                </c:pt>
                <c:pt idx="12">
                  <c:v>22</c:v>
                </c:pt>
                <c:pt idx="13">
                  <c:v>28</c:v>
                </c:pt>
                <c:pt idx="14">
                  <c:v>35</c:v>
                </c:pt>
                <c:pt idx="15">
                  <c:v>60</c:v>
                </c:pt>
                <c:pt idx="16">
                  <c:v>20</c:v>
                </c:pt>
                <c:pt idx="17">
                  <c:v>22</c:v>
                </c:pt>
                <c:pt idx="18">
                  <c:v>26</c:v>
                </c:pt>
                <c:pt idx="19">
                  <c:v>18</c:v>
                </c:pt>
                <c:pt idx="20">
                  <c:v>30</c:v>
                </c:pt>
                <c:pt idx="21">
                  <c:v>28</c:v>
                </c:pt>
                <c:pt idx="22">
                  <c:v>30</c:v>
                </c:pt>
                <c:pt idx="23">
                  <c:v>36</c:v>
                </c:pt>
                <c:pt idx="24">
                  <c:v>50</c:v>
                </c:pt>
                <c:pt idx="25">
                  <c:v>80</c:v>
                </c:pt>
                <c:pt idx="26">
                  <c:v>86</c:v>
                </c:pt>
                <c:pt idx="27">
                  <c:v>70</c:v>
                </c:pt>
                <c:pt idx="28">
                  <c:v>79</c:v>
                </c:pt>
                <c:pt idx="29">
                  <c:v>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7150608"/>
        <c:axId val="347151392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折线图</c:v>
                </c:pt>
              </c:strCache>
            </c:strRef>
          </c:tx>
          <c:spPr>
            <a:ln w="2540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</c:v>
                </c:pt>
                <c:pt idx="1">
                  <c:v>62</c:v>
                </c:pt>
                <c:pt idx="2">
                  <c:v>40</c:v>
                </c:pt>
                <c:pt idx="3">
                  <c:v>32</c:v>
                </c:pt>
                <c:pt idx="4">
                  <c:v>40</c:v>
                </c:pt>
                <c:pt idx="5">
                  <c:v>30</c:v>
                </c:pt>
                <c:pt idx="6">
                  <c:v>20</c:v>
                </c:pt>
                <c:pt idx="7">
                  <c:v>50</c:v>
                </c:pt>
                <c:pt idx="8">
                  <c:v>80</c:v>
                </c:pt>
                <c:pt idx="9">
                  <c:v>40</c:v>
                </c:pt>
                <c:pt idx="10">
                  <c:v>45</c:v>
                </c:pt>
                <c:pt idx="11">
                  <c:v>50</c:v>
                </c:pt>
                <c:pt idx="12">
                  <c:v>22</c:v>
                </c:pt>
                <c:pt idx="13">
                  <c:v>28</c:v>
                </c:pt>
                <c:pt idx="14">
                  <c:v>35</c:v>
                </c:pt>
                <c:pt idx="15">
                  <c:v>60</c:v>
                </c:pt>
                <c:pt idx="16">
                  <c:v>20</c:v>
                </c:pt>
                <c:pt idx="17">
                  <c:v>22</c:v>
                </c:pt>
                <c:pt idx="18">
                  <c:v>26</c:v>
                </c:pt>
                <c:pt idx="19">
                  <c:v>18</c:v>
                </c:pt>
                <c:pt idx="20">
                  <c:v>30</c:v>
                </c:pt>
                <c:pt idx="21">
                  <c:v>28</c:v>
                </c:pt>
                <c:pt idx="22">
                  <c:v>30</c:v>
                </c:pt>
                <c:pt idx="23">
                  <c:v>36</c:v>
                </c:pt>
                <c:pt idx="24">
                  <c:v>50</c:v>
                </c:pt>
                <c:pt idx="25">
                  <c:v>80</c:v>
                </c:pt>
                <c:pt idx="26">
                  <c:v>86</c:v>
                </c:pt>
                <c:pt idx="27">
                  <c:v>70</c:v>
                </c:pt>
                <c:pt idx="28">
                  <c:v>79</c:v>
                </c:pt>
                <c:pt idx="29">
                  <c:v>90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347150608"/>
        <c:axId val="347151392"/>
      </c:lineChart>
      <c:catAx>
        <c:axId val="3471506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347151392"/>
        <c:crosses val="autoZero"/>
        <c:auto val="1"/>
        <c:lblAlgn val="ctr"/>
        <c:lblOffset val="100"/>
        <c:noMultiLvlLbl val="0"/>
      </c:catAx>
      <c:valAx>
        <c:axId val="347151392"/>
        <c:scaling>
          <c:orientation val="minMax"/>
        </c:scaling>
        <c:delete val="0"/>
        <c:axPos val="l"/>
        <c:minorGridlines>
          <c:spPr>
            <a:ln w="6350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</a:ln>
          </c:spPr>
        </c:minorGridlines>
        <c:numFmt formatCode="General" sourceLinked="1"/>
        <c:majorTickMark val="out"/>
        <c:minorTickMark val="out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347150608"/>
        <c:crosses val="autoZero"/>
        <c:crossBetween val="midCat"/>
        <c:minorUnit val="1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1e3f825-4350-401c-9433-c99c3ecd9c78}"/>
      </c:ext>
    </c:extLst>
  </c:chart>
  <c:spPr>
    <a:noFill/>
    <a:ln w="0" cap="flat" cmpd="sng" algn="ctr">
      <a:noFill/>
      <a:round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marL="0" algn="ctr" defTabSz="914400" rtl="0" eaLnBrk="1" latinLnBrk="0" hangingPunct="1">
              <a:defRPr lang="zh-CN" sz="2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  <a:r>
              <a:rPr lang="zh-CN" altLang="en-US" sz="2800" b="0" i="0" u="none" strike="noStrike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折线图数据分析工具</a:t>
            </a:r>
            <a:endParaRPr lang="zh-CN" sz="2800" b="0" i="0" u="none" strike="noStrike" kern="1200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c:rich>
      </c:tx>
      <c:layout>
        <c:manualLayout>
          <c:xMode val="edge"/>
          <c:yMode val="edge"/>
          <c:x val="0.325"/>
          <c:y val="0.077777789118954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8956692913386"/>
          <c:y val="0.336396957771502"/>
          <c:w val="0.880584563648294"/>
          <c:h val="0.50758654237190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50800" cap="rnd" cmpd="sng" algn="ctr">
              <a:solidFill>
                <a:schemeClr val="bg1">
                  <a:lumMod val="75000"/>
                </a:schemeClr>
              </a:solidFill>
              <a:prstDash val="solid"/>
              <a:round/>
            </a:ln>
            <a:effectLst>
              <a:outerShdw blurRad="254000" dist="254000" dir="2700000" algn="tl" rotWithShape="0">
                <a:schemeClr val="tx1">
                  <a:lumMod val="75000"/>
                  <a:lumOff val="25000"/>
                  <a:alpha val="10000"/>
                </a:schemeClr>
              </a:outerShdw>
            </a:effectLst>
          </c:spPr>
          <c:marker>
            <c:symbol val="circle"/>
            <c:size val="13"/>
            <c:spPr>
              <a:solidFill>
                <a:schemeClr val="bg1">
                  <a:lumMod val="75000"/>
                </a:schemeClr>
              </a:solidFill>
              <a:ln w="50800" cap="flat" cmpd="sng" algn="ctr">
                <a:solidFill>
                  <a:schemeClr val="bg1"/>
                </a:solidFill>
                <a:prstDash val="solid"/>
                <a:round/>
              </a:ln>
              <a:effectLst>
                <a:outerShdw blurRad="254000" dist="254000" dir="2700000" algn="tl" rotWithShape="0">
                  <a:schemeClr val="tx1">
                    <a:lumMod val="75000"/>
                    <a:lumOff val="25000"/>
                    <a:alpha val="10000"/>
                  </a:schemeClr>
                </a:outerShdw>
              </a:effectLst>
            </c:spPr>
          </c:marker>
          <c:dLbls>
            <c:delete val="1"/>
          </c:dLbls>
          <c:cat>
            <c:strRef>
              <c:f>Sheet1!$A$2:$A$9</c:f>
              <c:strCache>
                <c:ptCount val="8"/>
                <c:pt idx="0">
                  <c:v>数据1</c:v>
                </c:pt>
                <c:pt idx="1">
                  <c:v>数据2</c:v>
                </c:pt>
                <c:pt idx="2">
                  <c:v>数据3</c:v>
                </c:pt>
                <c:pt idx="3">
                  <c:v>数据4</c:v>
                </c:pt>
                <c:pt idx="4">
                  <c:v>数据5</c:v>
                </c:pt>
                <c:pt idx="5">
                  <c:v>数据6</c:v>
                </c:pt>
                <c:pt idx="6">
                  <c:v>数据7</c:v>
                </c:pt>
                <c:pt idx="7">
                  <c:v>数据8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</c:v>
                </c:pt>
                <c:pt idx="1">
                  <c:v>80</c:v>
                </c:pt>
                <c:pt idx="2">
                  <c:v>30</c:v>
                </c:pt>
                <c:pt idx="3">
                  <c:v>90</c:v>
                </c:pt>
                <c:pt idx="4">
                  <c:v>40</c:v>
                </c:pt>
                <c:pt idx="5">
                  <c:v>98</c:v>
                </c:pt>
                <c:pt idx="6">
                  <c:v>45</c:v>
                </c:pt>
                <c:pt idx="7">
                  <c:v>80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50800" cap="rnd" cmpd="sng" algn="ctr">
              <a:solidFill>
                <a:schemeClr val="accent1"/>
              </a:solidFill>
              <a:prstDash val="solid"/>
              <a:round/>
            </a:ln>
            <a:effectLst>
              <a:outerShdw blurRad="254000" dist="254000" dir="2700000" algn="tl" rotWithShape="0">
                <a:schemeClr val="accent1">
                  <a:alpha val="10000"/>
                </a:schemeClr>
              </a:outerShdw>
            </a:effectLst>
          </c:spPr>
          <c:marker>
            <c:symbol val="circle"/>
            <c:size val="13"/>
            <c:spPr>
              <a:solidFill>
                <a:schemeClr val="accent1"/>
              </a:solidFill>
              <a:ln w="50800" cap="flat" cmpd="sng" algn="ctr">
                <a:solidFill>
                  <a:schemeClr val="bg1"/>
                </a:solidFill>
                <a:prstDash val="solid"/>
                <a:round/>
              </a:ln>
              <a:effectLst>
                <a:outerShdw blurRad="254000" dist="254000" dir="2700000" algn="tl" rotWithShape="0">
                  <a:schemeClr val="accent1">
                    <a:alpha val="10000"/>
                  </a:schemeClr>
                </a:outerShdw>
              </a:effectLst>
            </c:spPr>
          </c:marker>
          <c:dLbls>
            <c:delete val="1"/>
          </c:dLbls>
          <c:cat>
            <c:strRef>
              <c:f>Sheet1!$A$2:$A$9</c:f>
              <c:strCache>
                <c:ptCount val="8"/>
                <c:pt idx="0">
                  <c:v>数据1</c:v>
                </c:pt>
                <c:pt idx="1">
                  <c:v>数据2</c:v>
                </c:pt>
                <c:pt idx="2">
                  <c:v>数据3</c:v>
                </c:pt>
                <c:pt idx="3">
                  <c:v>数据4</c:v>
                </c:pt>
                <c:pt idx="4">
                  <c:v>数据5</c:v>
                </c:pt>
                <c:pt idx="5">
                  <c:v>数据6</c:v>
                </c:pt>
                <c:pt idx="6">
                  <c:v>数据7</c:v>
                </c:pt>
                <c:pt idx="7">
                  <c:v>数据8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50</c:v>
                </c:pt>
                <c:pt idx="2">
                  <c:v>200</c:v>
                </c:pt>
                <c:pt idx="3">
                  <c:v>10</c:v>
                </c:pt>
                <c:pt idx="4">
                  <c:v>80</c:v>
                </c:pt>
                <c:pt idx="5">
                  <c:v>70</c:v>
                </c:pt>
                <c:pt idx="6">
                  <c:v>180</c:v>
                </c:pt>
                <c:pt idx="7">
                  <c:v>190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347150608"/>
        <c:axId val="347151392"/>
      </c:lineChart>
      <c:catAx>
        <c:axId val="347150608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out"/>
        <c:tickLblPos val="low"/>
        <c:spPr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347151392"/>
        <c:crosses val="autoZero"/>
        <c:auto val="1"/>
        <c:lblAlgn val="ctr"/>
        <c:lblOffset val="100"/>
        <c:noMultiLvlLbl val="0"/>
      </c:catAx>
      <c:valAx>
        <c:axId val="347151392"/>
        <c:scaling>
          <c:orientation val="minMax"/>
          <c:min val="-50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347150608"/>
        <c:crosses val="autoZero"/>
        <c:crossBetween val="between"/>
        <c:majorUnit val="20"/>
      </c:valAx>
      <c:spPr>
        <a:solidFill>
          <a:schemeClr val="bg1">
            <a:lumMod val="95000"/>
            <a:alpha val="20000"/>
          </a:schemeClr>
        </a:solidFill>
        <a:ln>
          <a:solidFill>
            <a:schemeClr val="bg1">
              <a:lumMod val="95000"/>
            </a:schemeClr>
          </a:solidFill>
        </a:ln>
        <a:effectLst/>
      </c:spPr>
    </c:plotArea>
    <c:legend>
      <c:legendPos val="r"/>
      <c:layout>
        <c:manualLayout>
          <c:xMode val="edge"/>
          <c:yMode val="edge"/>
          <c:x val="0.317"/>
          <c:y val="0.212507905002611"/>
          <c:w val="0.36425"/>
          <c:h val="0.124308271261049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b080bbc-07dc-4fc2-a61c-8a41e974700d}"/>
      </c:ext>
    </c:extLst>
  </c:chart>
  <c:spPr>
    <a:noFill/>
    <a:ln w="0" cap="flat" cmpd="sng" algn="ctr">
      <a:noFill/>
      <a:round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algn="ctr" rtl="0">
              <a:defRPr lang="zh-CN" sz="2800" b="0" i="0" u="none" strike="noStrike" kern="12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  <a:r>
              <a:rPr lang="zh-CN" altLang="en-US" sz="2800" b="0" dirty="0">
                <a:solidFill>
                  <a:schemeClr val="bg2">
                    <a:lumMod val="25000"/>
                  </a:schemeClr>
                </a:solidFill>
              </a:rPr>
              <a:t>不同维度数据分析</a:t>
            </a:r>
            <a:endParaRPr lang="zh-CN" sz="2800" b="0" dirty="0">
              <a:solidFill>
                <a:schemeClr val="bg2">
                  <a:lumMod val="25000"/>
                </a:schemeClr>
              </a:solidFill>
            </a:endParaRPr>
          </a:p>
        </c:rich>
      </c:tx>
      <c:layout>
        <c:manualLayout>
          <c:xMode val="edge"/>
          <c:yMode val="edge"/>
          <c:x val="0.35"/>
          <c:y val="0.011062211529058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8956692913386"/>
          <c:y val="0.244021665779012"/>
          <c:w val="0.880584563648294"/>
          <c:h val="0.60366567718086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分类1</c:v>
                </c:pt>
              </c:strCache>
            </c:strRef>
          </c:tx>
          <c:spPr>
            <a:ln w="50800" cap="rnd" cmpd="sng" algn="ctr">
              <a:solidFill>
                <a:schemeClr val="accent5"/>
              </a:solidFill>
              <a:prstDash val="solid"/>
              <a:round/>
            </a:ln>
            <a:effectLst>
              <a:outerShdw blurRad="127000" dist="254000" dir="2700000" algn="tl" rotWithShape="0">
                <a:prstClr val="black">
                  <a:alpha val="10000"/>
                </a:prstClr>
              </a:outerShdw>
            </a:effectLst>
          </c:spPr>
          <c:marker>
            <c:symbol val="none"/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</c:v>
                </c:pt>
                <c:pt idx="1">
                  <c:v>40</c:v>
                </c:pt>
                <c:pt idx="2">
                  <c:v>50</c:v>
                </c:pt>
                <c:pt idx="3">
                  <c:v>20</c:v>
                </c:pt>
                <c:pt idx="4">
                  <c:v>50</c:v>
                </c:pt>
                <c:pt idx="5">
                  <c:v>80</c:v>
                </c:pt>
                <c:pt idx="6">
                  <c:v>40</c:v>
                </c:pt>
                <c:pt idx="7">
                  <c:v>20</c:v>
                </c:pt>
                <c:pt idx="8">
                  <c:v>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分类2</c:v>
                </c:pt>
              </c:strCache>
            </c:strRef>
          </c:tx>
          <c:spPr>
            <a:ln w="50800" cap="rnd" cmpd="sng" algn="ctr">
              <a:solidFill>
                <a:schemeClr val="accent1"/>
              </a:solidFill>
              <a:prstDash val="solid"/>
              <a:round/>
            </a:ln>
            <a:effectLst>
              <a:outerShdw blurRad="127000" dist="254000" dir="2700000" algn="tl" rotWithShape="0">
                <a:prstClr val="black">
                  <a:alpha val="10000"/>
                </a:prstClr>
              </a:outerShdw>
            </a:effectLst>
          </c:spPr>
          <c:marker>
            <c:symbol val="none"/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70</c:v>
                </c:pt>
                <c:pt idx="1">
                  <c:v>35</c:v>
                </c:pt>
                <c:pt idx="2">
                  <c:v>21</c:v>
                </c:pt>
                <c:pt idx="3">
                  <c:v>44</c:v>
                </c:pt>
                <c:pt idx="4">
                  <c:v>68</c:v>
                </c:pt>
                <c:pt idx="5">
                  <c:v>35</c:v>
                </c:pt>
                <c:pt idx="6">
                  <c:v>20</c:v>
                </c:pt>
                <c:pt idx="7">
                  <c:v>70</c:v>
                </c:pt>
                <c:pt idx="8">
                  <c:v>87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分类3</c:v>
                </c:pt>
              </c:strCache>
            </c:strRef>
          </c:tx>
          <c:spPr>
            <a:ln w="50800" cap="rnd" cmpd="sng" algn="ctr">
              <a:solidFill>
                <a:schemeClr val="accent6"/>
              </a:solidFill>
              <a:prstDash val="solid"/>
              <a:round/>
            </a:ln>
            <a:effectLst>
              <a:outerShdw blurRad="127000" dist="254000" dir="2700000" algn="tl" rotWithShape="0">
                <a:prstClr val="black">
                  <a:alpha val="10000"/>
                </a:prstClr>
              </a:outerShdw>
            </a:effectLst>
          </c:spPr>
          <c:marker>
            <c:symbol val="none"/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50</c:v>
                </c:pt>
                <c:pt idx="1">
                  <c:v>33</c:v>
                </c:pt>
                <c:pt idx="2">
                  <c:v>26</c:v>
                </c:pt>
                <c:pt idx="3">
                  <c:v>60</c:v>
                </c:pt>
                <c:pt idx="4">
                  <c:v>20</c:v>
                </c:pt>
                <c:pt idx="5">
                  <c:v>80</c:v>
                </c:pt>
                <c:pt idx="6">
                  <c:v>80</c:v>
                </c:pt>
                <c:pt idx="7">
                  <c:v>100</c:v>
                </c:pt>
                <c:pt idx="8">
                  <c:v>30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分类4</c:v>
                </c:pt>
              </c:strCache>
            </c:strRef>
          </c:tx>
          <c:spPr>
            <a:ln w="50800" cap="rnd" cmpd="sng" algn="ctr">
              <a:solidFill>
                <a:schemeClr val="accent3"/>
              </a:solidFill>
              <a:prstDash val="solid"/>
              <a:round/>
            </a:ln>
            <a:effectLst>
              <a:outerShdw blurRad="127000" dist="254000" dir="2700000" algn="tl" rotWithShape="0">
                <a:prstClr val="black">
                  <a:alpha val="10000"/>
                </a:prstClr>
              </a:outerShdw>
            </a:effectLst>
          </c:spPr>
          <c:marker>
            <c:symbol val="none"/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cat>
          <c:val>
            <c:numRef>
              <c:f>Sheet1!$E$2:$E$10</c:f>
              <c:numCache>
                <c:formatCode>General</c:formatCode>
                <c:ptCount val="9"/>
                <c:pt idx="0">
                  <c:v>90</c:v>
                </c:pt>
                <c:pt idx="1">
                  <c:v>60</c:v>
                </c:pt>
                <c:pt idx="2">
                  <c:v>35</c:v>
                </c:pt>
                <c:pt idx="3">
                  <c:v>20</c:v>
                </c:pt>
                <c:pt idx="4">
                  <c:v>50</c:v>
                </c:pt>
                <c:pt idx="5">
                  <c:v>90</c:v>
                </c:pt>
                <c:pt idx="6">
                  <c:v>66</c:v>
                </c:pt>
                <c:pt idx="7">
                  <c:v>30</c:v>
                </c:pt>
                <c:pt idx="8">
                  <c:v>38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1"/>
        <c:axId val="347150608"/>
        <c:axId val="347151392"/>
      </c:lineChart>
      <c:catAx>
        <c:axId val="3471506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347151392"/>
        <c:crosses val="autoZero"/>
        <c:auto val="1"/>
        <c:lblAlgn val="ctr"/>
        <c:lblOffset val="100"/>
        <c:noMultiLvlLbl val="0"/>
      </c:catAx>
      <c:valAx>
        <c:axId val="347151392"/>
        <c:scaling>
          <c:orientation val="minMax"/>
        </c:scaling>
        <c:delete val="0"/>
        <c:axPos val="l"/>
        <c:minorGridlines>
          <c:spPr>
            <a:ln w="6350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</a:ln>
          </c:spPr>
        </c:minorGridlines>
        <c:numFmt formatCode="General" sourceLinked="1"/>
        <c:majorTickMark val="out"/>
        <c:minorTickMark val="out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defRPr>
            </a:pPr>
          </a:p>
        </c:txPr>
        <c:crossAx val="347150608"/>
        <c:crosses val="autoZero"/>
        <c:crossBetween val="midCat"/>
        <c:minorUnit val="1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89"/>
          <c:y val="0.137553814908235"/>
          <c:w val="0.362041666666667"/>
          <c:h val="0.083801703674789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b40c064-2846-4f01-bfc3-39e84aaf52b7}"/>
      </c:ext>
    </c:extLst>
  </c:chart>
  <c:spPr>
    <a:noFill/>
    <a:ln w="0" cap="flat" cmpd="sng" algn="ctr">
      <a:noFill/>
      <a:round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+mn-ea"/>
          <a:sym typeface="+mn-lt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sz="2400"/>
              <a:t>比例数据对比图表</a:t>
            </a:r>
            <a:endParaRPr lang="zh-CN" sz="24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11744391423629"/>
          <c:y val="0.281162018313359"/>
          <c:w val="0.611585612234623"/>
          <c:h val="0.62660319161509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1">
                  <a:alpha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1">
                  <a:alpha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1">
                  <a:alpha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800" b="1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  <c:pt idx="4">
                  <c:v>分类5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30</c:v>
                </c:pt>
                <c:pt idx="2">
                  <c:v>18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d2fce44-af6e-43d3-ba48-e51fd23e2759}"/>
      </c:ext>
    </c:extLst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sz="2400"/>
              <a:t>数据比例数据对比图表</a:t>
            </a:r>
            <a:endParaRPr lang="zh-CN" sz="24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27008054946254"/>
          <c:y val="0.270075201062174"/>
          <c:w val="0.576619836034827"/>
          <c:h val="0.62434272530390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1">
                  <a:alpha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1">
                  <a:alpha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1">
                  <a:alpha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600" b="1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  <c:pt idx="4">
                  <c:v>分类5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30</c:v>
                </c:pt>
                <c:pt idx="2">
                  <c:v>18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8d4bb2d-70b2-4fc0-8d03-b109d8780cf8}"/>
      </c:ext>
    </c:extLst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zh-CN" sz="28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sz="2800">
                <a:solidFill>
                  <a:schemeClr val="tx1">
                    <a:lumMod val="75000"/>
                    <a:lumOff val="25000"/>
                  </a:schemeClr>
                </a:solidFill>
              </a:rPr>
              <a:t>数据比例数据对比图表</a:t>
            </a:r>
            <a:endParaRPr lang="zh-CN" sz="2800">
              <a:solidFill>
                <a:schemeClr val="tx1">
                  <a:lumMod val="75000"/>
                  <a:lumOff val="25000"/>
                </a:schemeClr>
              </a:solidFill>
            </a:endParaRPr>
          </a:p>
        </c:rich>
      </c:tx>
      <c:layout>
        <c:manualLayout>
          <c:xMode val="edge"/>
          <c:yMode val="edge"/>
          <c:x val="0.179166652816629"/>
          <c:y val="0.038942741380628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89182345160862"/>
          <c:y val="0.202689587951991"/>
          <c:w val="0.491152696813817"/>
          <c:h val="0.62126385597431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5"/>
            </a:solidFill>
            <a:ln w="76200">
              <a:solidFill>
                <a:schemeClr val="bg1"/>
              </a:solidFill>
            </a:ln>
            <a:effectLst>
              <a:outerShdw blurRad="177800" dist="190500" dir="2700000" algn="tl" rotWithShape="0">
                <a:schemeClr val="tx1">
                  <a:lumMod val="95000"/>
                  <a:lumOff val="5000"/>
                  <a:alpha val="12000"/>
                </a:schemeClr>
              </a:outerShdw>
            </a:effectLst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76200">
                <a:noFill/>
              </a:ln>
              <a:effectLst>
                <a:outerShdw blurRad="254000" dist="254000" dir="8100000" algn="tr" rotWithShape="0">
                  <a:schemeClr val="accent1">
                    <a:alpha val="40000"/>
                  </a:schemeClr>
                </a:outerShdw>
              </a:effectLst>
            </c:spPr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76200">
                <a:noFill/>
              </a:ln>
              <a:effectLst>
                <a:outerShdw blurRad="254000" dist="254000" dir="8100000" algn="tr" rotWithShape="0">
                  <a:schemeClr val="bg1">
                    <a:lumMod val="85000"/>
                    <a:alpha val="40000"/>
                  </a:schemeClr>
                </a:outerShdw>
              </a:effectLst>
            </c:spPr>
          </c:dPt>
          <c:dPt>
            <c:idx val="2"/>
            <c:bubble3D val="0"/>
            <c:spPr>
              <a:solidFill>
                <a:schemeClr val="bg1">
                  <a:lumMod val="50000"/>
                </a:schemeClr>
              </a:solidFill>
              <a:ln w="76200">
                <a:noFill/>
              </a:ln>
              <a:effectLst>
                <a:outerShdw blurRad="254000" dist="254000" dir="8100000" algn="tr" rotWithShape="0">
                  <a:schemeClr val="bg1">
                    <a:lumMod val="50000"/>
                    <a:alpha val="40000"/>
                  </a:schemeClr>
                </a:outerShdw>
              </a:effectLst>
            </c:spPr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10</c:v>
                </c:pt>
                <c:pt idx="2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40"/>
        <c:holeSize val="7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29932277849681"/>
          <c:y val="0.391507530005351"/>
          <c:w val="0.141231955380577"/>
          <c:h val="0.24651823255102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30e442a-1bd0-4fcb-8f3c-b34c249a2d9d}"/>
      </c:ext>
    </c:extLst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</a:defRPr>
      </a:pPr>
    </a:p>
  </c:tx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doughnut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bg1"/>
              </a:solidFill>
            </c:spPr>
          </c:dPt>
          <c:dPt>
            <c:idx val="1"/>
            <c:bubble3D val="0"/>
            <c:spPr>
              <a:noFill/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Option 1</c:v>
                </c:pt>
                <c:pt idx="1">
                  <c:v>Option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8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20fe36b2-eeaa-4dbc-bd52-e75a83508003}"/>
      </c:ext>
    </c:extLst>
  </c:chart>
  <c:txPr>
    <a:bodyPr/>
    <a:lstStyle/>
    <a:p>
      <a:pPr>
        <a:defRPr lang="zh-CN" sz="1800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doughnut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bg1"/>
              </a:solidFill>
            </c:spPr>
          </c:dPt>
          <c:dPt>
            <c:idx val="1"/>
            <c:bubble3D val="0"/>
            <c:spPr>
              <a:noFill/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Option 1</c:v>
                </c:pt>
                <c:pt idx="1">
                  <c:v>Option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8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5d2c739c-30a2-419c-9839-a07732fb3160}"/>
      </c:ext>
    </c:extLst>
  </c:chart>
  <c:txPr>
    <a:bodyPr/>
    <a:lstStyle/>
    <a:p>
      <a:pPr>
        <a:defRPr lang="zh-CN" sz="1800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0.35889</cdr:x>
      <cdr:y>0.39835</cdr:y>
    </cdr:from>
    <cdr:to>
      <cdr:x>0.51622</cdr:x>
      <cdr:y>0.63835</cdr:y>
    </cdr:to>
    <cdr:sp>
      <cdr:nvSpPr>
        <cdr:cNvPr id="2" name="矩形 1"/>
        <cdr:cNvSpPr/>
      </cdr:nvSpPr>
      <cdr:spPr xmlns:a="http://schemas.openxmlformats.org/drawingml/2006/main">
        <a:xfrm xmlns:a="http://schemas.openxmlformats.org/drawingml/2006/main">
          <a:off x="2375329" y="2084352"/>
          <a:ext cx="1041311" cy="1255728"/>
        </a:xfrm>
        <a:prstGeom xmlns:a="http://schemas.openxmlformats.org/drawingml/2006/main" prst="rect">
          <a:avLst/>
        </a:prstGeom>
      </cdr:spPr>
      <cdr:txBody xmlns:a="http://schemas.openxmlformats.org/drawingml/2006/main">
        <a:bodyPr vert="horz" wrap="none" lIns="45720" tIns="45720" rIns="45720" bIns="45720" anchor="t" anchorCtr="0">
          <a:spAutoFit/>
        </a:bodyPr>
        <a:lstStyle>
          <a:defPPr>
            <a:defRPr lang="zh-CN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>
          <a:pPr lvl="0" algn="ctr">
            <a:lnSpc>
              <a:spcPct val="90000"/>
            </a:lnSpc>
            <a:defRPr lang="zh-CN" altLang="zh-CN" sz="4000" b="0" i="0" u="none" strike="noStrike" kern="1200" spc="0" baseline="0" dirty="0" smtClean="0">
              <a:solidFill>
                <a:prstClr val="black">
                  <a:lumMod val="75000"/>
                  <a:lumOff val="25000"/>
                </a:prstClr>
              </a:solidFill>
              <a:latin typeface="+mn-lt"/>
              <a:ea typeface="+mn-ea"/>
              <a:cs typeface="+mn-ea"/>
            </a:defRPr>
          </a:pPr>
          <a:r>
            <a: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rPr>
            <a:t>总天数</a:t>
          </a:r>
          <a:endParaRPr lang="en-US" altLang="zh-CN" sz="2400" dirty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  <a:cs typeface="+mn-ea"/>
          </a:endParaRPr>
        </a:p>
        <a:p>
          <a:pPr lvl="0" algn="ctr">
            <a:lnSpc>
              <a:spcPct val="90000"/>
            </a:lnSpc>
            <a:defRPr lang="zh-CN" altLang="zh-CN" sz="4000" b="0" i="0" u="none" strike="noStrike" kern="1200" spc="0" baseline="0" dirty="0" smtClean="0">
              <a:solidFill>
                <a:prstClr val="black">
                  <a:lumMod val="75000"/>
                  <a:lumOff val="25000"/>
                </a:prstClr>
              </a:solidFill>
              <a:latin typeface="+mn-lt"/>
              <a:ea typeface="+mn-ea"/>
              <a:cs typeface="+mn-ea"/>
            </a:defRPr>
          </a:pPr>
          <a:r>
            <a:rPr lang="en-US" altLang="zh-CN" sz="6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rPr>
            <a:t>90</a:t>
          </a:r>
          <a:endParaRPr lang="zh-CN" altLang="zh-CN" sz="6000" b="1" dirty="0">
            <a:solidFill>
              <a:schemeClr val="accent1"/>
            </a:solidFill>
            <a:latin typeface="微软雅黑" panose="020B0503020204020204" pitchFamily="34" charset="-122"/>
            <a:ea typeface="微软雅黑" panose="020B0503020204020204" pitchFamily="34" charset="-122"/>
            <a:cs typeface="+mn-ea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CF01E-7679-46AD-BD36-A23A11BF84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35F92-EA63-496E-83CB-B20A02D636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23912-F76B-44AA-AEEC-D62510CEF6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025F4-21EF-435D-81ED-3E98BA65D94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025F4-21EF-435D-81ED-3E98BA65D9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样机</a:t>
            </a:r>
            <a:r>
              <a:rPr lang="en-US" altLang="zh-CN" dirty="0"/>
              <a:t>PSD</a:t>
            </a:r>
            <a:r>
              <a:rPr lang="zh-CN" altLang="en-US" dirty="0"/>
              <a:t>源文件请下载链接：</a:t>
            </a:r>
            <a:r>
              <a:rPr lang="en-US" altLang="zh-CN" dirty="0"/>
              <a:t>https://pan.baidu.com/s/1ta59R21jQ6ITdsDK4Klq5w </a:t>
            </a:r>
            <a:r>
              <a:rPr lang="zh-CN" altLang="en-US" dirty="0"/>
              <a:t>提取码：</a:t>
            </a:r>
            <a:r>
              <a:rPr lang="en-US" altLang="zh-CN" dirty="0"/>
              <a:t>kt81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24953-D1C9-4D63-BC81-CFC20219D8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025F4-21EF-435D-81ED-3E98BA65D9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157288" y="1489075"/>
            <a:ext cx="4637087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396946" y="1489075"/>
            <a:ext cx="4637087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479426" y="1489075"/>
            <a:ext cx="3356534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0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417733" y="1489075"/>
            <a:ext cx="3356534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12"/>
          </p:nvPr>
        </p:nvSpPr>
        <p:spPr>
          <a:xfrm>
            <a:off x="8356035" y="1489075"/>
            <a:ext cx="3356534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505534" y="1531257"/>
            <a:ext cx="2232000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990266" y="1531257"/>
            <a:ext cx="2232000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9" name="图片占位符 4"/>
          <p:cNvSpPr>
            <a:spLocks noGrp="1"/>
          </p:cNvSpPr>
          <p:nvPr>
            <p:ph type="pic" sz="quarter" idx="12"/>
          </p:nvPr>
        </p:nvSpPr>
        <p:spPr>
          <a:xfrm>
            <a:off x="9474999" y="1531257"/>
            <a:ext cx="2232000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2" name="图片占位符 4"/>
          <p:cNvSpPr>
            <a:spLocks noGrp="1"/>
          </p:cNvSpPr>
          <p:nvPr>
            <p:ph type="pic" sz="quarter" idx="13"/>
          </p:nvPr>
        </p:nvSpPr>
        <p:spPr>
          <a:xfrm>
            <a:off x="2745360" y="3678467"/>
            <a:ext cx="2232000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3" name="图片占位符 4"/>
          <p:cNvSpPr>
            <a:spLocks noGrp="1"/>
          </p:cNvSpPr>
          <p:nvPr>
            <p:ph type="pic" sz="quarter" idx="14"/>
          </p:nvPr>
        </p:nvSpPr>
        <p:spPr>
          <a:xfrm>
            <a:off x="7235172" y="3678467"/>
            <a:ext cx="2232000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4"/>
          <p:cNvSpPr>
            <a:spLocks noGrp="1"/>
          </p:cNvSpPr>
          <p:nvPr>
            <p:ph type="pic" sz="quarter" idx="13"/>
          </p:nvPr>
        </p:nvSpPr>
        <p:spPr>
          <a:xfrm>
            <a:off x="479424" y="3678467"/>
            <a:ext cx="7532462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3" name="图片占位符 4"/>
          <p:cNvSpPr>
            <a:spLocks noGrp="1"/>
          </p:cNvSpPr>
          <p:nvPr>
            <p:ph type="pic" sz="quarter" idx="14"/>
          </p:nvPr>
        </p:nvSpPr>
        <p:spPr>
          <a:xfrm>
            <a:off x="8157029" y="3678467"/>
            <a:ext cx="3555546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3"/>
          </p:nvPr>
        </p:nvSpPr>
        <p:spPr>
          <a:xfrm>
            <a:off x="502302" y="1629270"/>
            <a:ext cx="3492669" cy="2056128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4"/>
          </p:nvPr>
        </p:nvSpPr>
        <p:spPr>
          <a:xfrm>
            <a:off x="8219906" y="1629270"/>
            <a:ext cx="3492669" cy="2056128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7" name="图片占位符 4"/>
          <p:cNvSpPr>
            <a:spLocks noGrp="1"/>
          </p:cNvSpPr>
          <p:nvPr>
            <p:ph type="pic" sz="quarter" idx="15"/>
          </p:nvPr>
        </p:nvSpPr>
        <p:spPr>
          <a:xfrm>
            <a:off x="4356952" y="3685398"/>
            <a:ext cx="3492669" cy="2056128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826064" y="1655536"/>
            <a:ext cx="2149200" cy="21492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020856" y="1655536"/>
            <a:ext cx="2149200" cy="21492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9215648" y="1655536"/>
            <a:ext cx="2149200" cy="21492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4"/>
          <p:cNvSpPr>
            <a:spLocks noGrp="1"/>
          </p:cNvSpPr>
          <p:nvPr>
            <p:ph type="pic" sz="quarter" idx="13"/>
          </p:nvPr>
        </p:nvSpPr>
        <p:spPr>
          <a:xfrm>
            <a:off x="479425" y="1312240"/>
            <a:ext cx="6470571" cy="4652618"/>
          </a:xfrm>
          <a:prstGeom prst="rect">
            <a:avLst/>
          </a:prstGeom>
          <a:blipFill dpi="0" rotWithShape="1">
            <a:blip r:embed="rId2"/>
            <a:srcRect/>
            <a:tile tx="0" ty="0" sx="80000" sy="8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4"/>
          <p:cNvSpPr>
            <a:spLocks noGrp="1"/>
          </p:cNvSpPr>
          <p:nvPr>
            <p:ph type="pic" sz="quarter" idx="14"/>
          </p:nvPr>
        </p:nvSpPr>
        <p:spPr>
          <a:xfrm>
            <a:off x="7045225" y="1312240"/>
            <a:ext cx="2286063" cy="2286064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9" name="图片占位符 4"/>
          <p:cNvSpPr>
            <a:spLocks noGrp="1"/>
          </p:cNvSpPr>
          <p:nvPr>
            <p:ph type="pic" sz="quarter" idx="15"/>
          </p:nvPr>
        </p:nvSpPr>
        <p:spPr>
          <a:xfrm>
            <a:off x="9426511" y="1312240"/>
            <a:ext cx="2286063" cy="2286064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0" name="图片占位符 4"/>
          <p:cNvSpPr>
            <a:spLocks noGrp="1"/>
          </p:cNvSpPr>
          <p:nvPr>
            <p:ph type="pic" sz="quarter" idx="16"/>
          </p:nvPr>
        </p:nvSpPr>
        <p:spPr>
          <a:xfrm>
            <a:off x="7045225" y="3678794"/>
            <a:ext cx="2286063" cy="2286064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17"/>
          </p:nvPr>
        </p:nvSpPr>
        <p:spPr>
          <a:xfrm>
            <a:off x="9426511" y="3678794"/>
            <a:ext cx="2286063" cy="2286064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4"/>
          <p:cNvSpPr>
            <a:spLocks noGrp="1"/>
          </p:cNvSpPr>
          <p:nvPr>
            <p:ph type="pic" sz="quarter" idx="13"/>
          </p:nvPr>
        </p:nvSpPr>
        <p:spPr>
          <a:xfrm>
            <a:off x="479425" y="1312240"/>
            <a:ext cx="6470571" cy="4652618"/>
          </a:xfrm>
          <a:prstGeom prst="rect">
            <a:avLst/>
          </a:prstGeom>
          <a:blipFill dpi="0" rotWithShape="1">
            <a:blip r:embed="rId2"/>
            <a:srcRect/>
            <a:tile tx="0" ty="0" sx="80000" sy="8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00436" y="3202850"/>
            <a:ext cx="856800" cy="856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  <p:sp>
        <p:nvSpPr>
          <p:cNvPr id="14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812919" y="1144467"/>
            <a:ext cx="1252800" cy="1252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6" name="图片占位符 6"/>
          <p:cNvSpPr>
            <a:spLocks noGrp="1"/>
          </p:cNvSpPr>
          <p:nvPr>
            <p:ph type="pic" sz="quarter" idx="12"/>
          </p:nvPr>
        </p:nvSpPr>
        <p:spPr>
          <a:xfrm>
            <a:off x="3703480" y="3202850"/>
            <a:ext cx="856800" cy="856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8" name="图片占位符 6"/>
          <p:cNvSpPr>
            <a:spLocks noGrp="1"/>
          </p:cNvSpPr>
          <p:nvPr>
            <p:ph type="pic" sz="quarter" idx="13"/>
          </p:nvPr>
        </p:nvSpPr>
        <p:spPr>
          <a:xfrm>
            <a:off x="6404539" y="3202850"/>
            <a:ext cx="856800" cy="856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9" name="图片占位符 6"/>
          <p:cNvSpPr>
            <a:spLocks noGrp="1"/>
          </p:cNvSpPr>
          <p:nvPr>
            <p:ph type="pic" sz="quarter" idx="14"/>
          </p:nvPr>
        </p:nvSpPr>
        <p:spPr>
          <a:xfrm>
            <a:off x="9068484" y="3202850"/>
            <a:ext cx="856800" cy="856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0" name="图片占位符 6"/>
          <p:cNvSpPr>
            <a:spLocks noGrp="1"/>
          </p:cNvSpPr>
          <p:nvPr>
            <p:ph type="pic" sz="quarter" idx="15"/>
          </p:nvPr>
        </p:nvSpPr>
        <p:spPr>
          <a:xfrm>
            <a:off x="1721147" y="4391486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1" name="图片占位符 6"/>
          <p:cNvSpPr>
            <a:spLocks noGrp="1"/>
          </p:cNvSpPr>
          <p:nvPr>
            <p:ph type="pic" sz="quarter" idx="16"/>
          </p:nvPr>
        </p:nvSpPr>
        <p:spPr>
          <a:xfrm>
            <a:off x="4417716" y="4391486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2" name="图片占位符 6"/>
          <p:cNvSpPr>
            <a:spLocks noGrp="1"/>
          </p:cNvSpPr>
          <p:nvPr>
            <p:ph type="pic" sz="quarter" idx="17"/>
          </p:nvPr>
        </p:nvSpPr>
        <p:spPr>
          <a:xfrm>
            <a:off x="7097937" y="4391486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3" name="图片占位符 6"/>
          <p:cNvSpPr>
            <a:spLocks noGrp="1"/>
          </p:cNvSpPr>
          <p:nvPr>
            <p:ph type="pic" sz="quarter" idx="18"/>
          </p:nvPr>
        </p:nvSpPr>
        <p:spPr>
          <a:xfrm>
            <a:off x="1721147" y="5127194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4" name="图片占位符 6"/>
          <p:cNvSpPr>
            <a:spLocks noGrp="1"/>
          </p:cNvSpPr>
          <p:nvPr>
            <p:ph type="pic" sz="quarter" idx="19"/>
          </p:nvPr>
        </p:nvSpPr>
        <p:spPr>
          <a:xfrm>
            <a:off x="4417716" y="5127194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065301" y="1666881"/>
            <a:ext cx="2052000" cy="20520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3776871" y="1666881"/>
            <a:ext cx="2052000" cy="20520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2"/>
          </p:nvPr>
        </p:nvSpPr>
        <p:spPr>
          <a:xfrm>
            <a:off x="6489774" y="1666881"/>
            <a:ext cx="2052000" cy="20520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3"/>
          </p:nvPr>
        </p:nvSpPr>
        <p:spPr>
          <a:xfrm>
            <a:off x="9201788" y="1666881"/>
            <a:ext cx="2052000" cy="20520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4"/>
          <p:cNvSpPr>
            <a:spLocks noGrp="1"/>
          </p:cNvSpPr>
          <p:nvPr>
            <p:ph type="pic" sz="quarter" idx="14"/>
          </p:nvPr>
        </p:nvSpPr>
        <p:spPr>
          <a:xfrm>
            <a:off x="923019" y="1714500"/>
            <a:ext cx="4787900" cy="2222500"/>
          </a:xfrm>
          <a:prstGeom prst="rect">
            <a:avLst/>
          </a:prstGeom>
          <a:blipFill dpi="0" rotWithShape="1">
            <a:blip r:embed="rId2"/>
            <a:srcRect/>
            <a:tile tx="-101600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5"/>
          </p:nvPr>
        </p:nvSpPr>
        <p:spPr>
          <a:xfrm>
            <a:off x="6418263" y="1714500"/>
            <a:ext cx="4824412" cy="2222500"/>
          </a:xfrm>
          <a:prstGeom prst="rect">
            <a:avLst/>
          </a:prstGeom>
          <a:blipFill dpi="0" rotWithShape="1">
            <a:blip r:embed="rId2"/>
            <a:srcRect/>
            <a:tile tx="-101600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4"/>
          <p:cNvSpPr>
            <a:spLocks noGrp="1"/>
          </p:cNvSpPr>
          <p:nvPr>
            <p:ph type="pic" sz="quarter" idx="14"/>
          </p:nvPr>
        </p:nvSpPr>
        <p:spPr>
          <a:xfrm>
            <a:off x="6372226" y="1524000"/>
            <a:ext cx="2219326" cy="3947886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4"/>
          <p:cNvSpPr>
            <a:spLocks noGrp="1"/>
          </p:cNvSpPr>
          <p:nvPr>
            <p:ph type="pic" sz="quarter" idx="14"/>
          </p:nvPr>
        </p:nvSpPr>
        <p:spPr>
          <a:xfrm>
            <a:off x="5317515" y="2838556"/>
            <a:ext cx="3264510" cy="1839392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5"/>
          </p:nvPr>
        </p:nvSpPr>
        <p:spPr>
          <a:xfrm>
            <a:off x="9337676" y="1828906"/>
            <a:ext cx="2287588" cy="1288944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4"/>
          <p:cNvSpPr>
            <a:spLocks noGrp="1"/>
          </p:cNvSpPr>
          <p:nvPr>
            <p:ph type="pic" sz="quarter" idx="14"/>
          </p:nvPr>
        </p:nvSpPr>
        <p:spPr>
          <a:xfrm>
            <a:off x="1363038" y="1842015"/>
            <a:ext cx="1942137" cy="340626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4"/>
          </p:nvPr>
        </p:nvSpPr>
        <p:spPr>
          <a:xfrm>
            <a:off x="4223207" y="2560320"/>
            <a:ext cx="1238232" cy="2171701"/>
          </a:xfrm>
          <a:prstGeom prst="rect">
            <a:avLst/>
          </a:pr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7" name="图片占位符 4"/>
          <p:cNvSpPr>
            <a:spLocks noGrp="1"/>
          </p:cNvSpPr>
          <p:nvPr>
            <p:ph type="pic" sz="quarter" idx="16"/>
          </p:nvPr>
        </p:nvSpPr>
        <p:spPr>
          <a:xfrm>
            <a:off x="6836324" y="2560320"/>
            <a:ext cx="1238232" cy="2171701"/>
          </a:xfrm>
          <a:prstGeom prst="rect">
            <a:avLst/>
          </a:pr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5"/>
          </p:nvPr>
        </p:nvSpPr>
        <p:spPr>
          <a:xfrm>
            <a:off x="5334466" y="2154435"/>
            <a:ext cx="1586910" cy="2783238"/>
          </a:xfrm>
          <a:prstGeom prst="rect">
            <a:avLst/>
          </a:pr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0"/>
            <a:ext cx="12192000" cy="732289"/>
          </a:xfrm>
          <a:prstGeom prst="rect">
            <a:avLst/>
          </a:prstGeom>
          <a:solidFill>
            <a:schemeClr val="accent1"/>
          </a:solidFill>
          <a:ln w="12440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页码"/>
          <p:cNvSpPr txBox="1"/>
          <p:nvPr userDrawn="1"/>
        </p:nvSpPr>
        <p:spPr>
          <a:xfrm>
            <a:off x="11587191" y="6505615"/>
            <a:ext cx="187552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200" b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lang="ja-JP" altLang="en-US" sz="12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标题 16"/>
          <p:cNvSpPr txBox="1"/>
          <p:nvPr userDrawn="1"/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"/>
              <a:defRPr lang="zh-CN" altLang="en-US" sz="3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indent="-533400"/>
            <a:endParaRPr lang="en-US" dirty="0"/>
          </a:p>
        </p:txBody>
      </p:sp>
      <p:sp>
        <p:nvSpPr>
          <p:cNvPr id="18" name="标题占位符 17"/>
          <p:cNvSpPr>
            <a:spLocks noGrp="1"/>
          </p:cNvSpPr>
          <p:nvPr>
            <p:ph type="title"/>
          </p:nvPr>
        </p:nvSpPr>
        <p:spPr>
          <a:xfrm>
            <a:off x="472169" y="158395"/>
            <a:ext cx="11302574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  <p:sp>
        <p:nvSpPr>
          <p:cNvPr id="13" name="title"/>
          <p:cNvSpPr txBox="1"/>
          <p:nvPr userDrawn="1"/>
        </p:nvSpPr>
        <p:spPr>
          <a:xfrm>
            <a:off x="411086" y="6505615"/>
            <a:ext cx="1256665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自强不息 敢为人先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3000" b="1" kern="1200" smtClean="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chart" Target="../charts/chart8.xml"/><Relationship Id="rId1" Type="http://schemas.openxmlformats.org/officeDocument/2006/relationships/chart" Target="../charts/char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chart" Target="../charts/chart11.xml"/><Relationship Id="rId1" Type="http://schemas.openxmlformats.org/officeDocument/2006/relationships/chart" Target="../charts/char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5.xml"/><Relationship Id="rId1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hyperlink" Target="http://www.pptgeniu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0175" r="10175"/>
          <a:stretch>
            <a:fillRect/>
          </a:stretch>
        </p:blipFill>
        <p:spPr>
          <a:xfrm>
            <a:off x="695325" y="791099"/>
            <a:ext cx="2894062" cy="5275802"/>
          </a:xfrm>
          <a:custGeom>
            <a:avLst/>
            <a:gdLst>
              <a:gd name="connsiteX0" fmla="*/ 0 w 2894062"/>
              <a:gd name="connsiteY0" fmla="*/ 0 h 5275802"/>
              <a:gd name="connsiteX1" fmla="*/ 2894062 w 2894062"/>
              <a:gd name="connsiteY1" fmla="*/ 0 h 5275802"/>
              <a:gd name="connsiteX2" fmla="*/ 2894062 w 2894062"/>
              <a:gd name="connsiteY2" fmla="*/ 5275802 h 5275802"/>
              <a:gd name="connsiteX3" fmla="*/ 0 w 2894062"/>
              <a:gd name="connsiteY3" fmla="*/ 5275802 h 527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4062" h="5275802">
                <a:moveTo>
                  <a:pt x="0" y="0"/>
                </a:moveTo>
                <a:lnTo>
                  <a:pt x="2894062" y="0"/>
                </a:lnTo>
                <a:lnTo>
                  <a:pt x="2894062" y="5275802"/>
                </a:lnTo>
                <a:lnTo>
                  <a:pt x="0" y="5275802"/>
                </a:lnTo>
                <a:close/>
              </a:path>
            </a:pathLst>
          </a:custGeom>
        </p:spPr>
      </p:pic>
      <p:sp>
        <p:nvSpPr>
          <p:cNvPr id="9" name="矩形 8"/>
          <p:cNvSpPr/>
          <p:nvPr/>
        </p:nvSpPr>
        <p:spPr>
          <a:xfrm>
            <a:off x="3728689" y="791099"/>
            <a:ext cx="7767986" cy="52758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41300" dir="348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logo" descr="C:\Users\nii-\Desktop\龙霓\湖南信息学院.png湖南信息学院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35429" y="1156427"/>
            <a:ext cx="883285" cy="88392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515667" y="3210541"/>
            <a:ext cx="4591000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4000" b="0" i="0">
                <a:solidFill>
                  <a:srgbClr val="37415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sym typeface="Arial" panose="020B0604020202020204" pitchFamily="34" charset="0"/>
              </a:rPr>
              <a:t>通用标准规范</a:t>
            </a:r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sym typeface="Arial" panose="020B0604020202020204" pitchFamily="34" charset="0"/>
              </a:rPr>
              <a:t>PPT</a:t>
            </a:r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sym typeface="Arial" panose="020B0604020202020204" pitchFamily="34" charset="0"/>
              </a:rPr>
              <a:t>模板</a:t>
            </a:r>
            <a:endParaRPr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sym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515667" y="4312561"/>
            <a:ext cx="3383742" cy="245745"/>
            <a:chOff x="4593586" y="4322510"/>
            <a:chExt cx="3383742" cy="245745"/>
          </a:xfrm>
        </p:grpSpPr>
        <p:sp>
          <p:nvSpPr>
            <p:cNvPr id="6" name="文本框 5"/>
            <p:cNvSpPr txBox="1"/>
            <p:nvPr/>
          </p:nvSpPr>
          <p:spPr>
            <a:xfrm>
              <a:off x="6419673" y="4322510"/>
              <a:ext cx="1557655" cy="24574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4000" b="0" i="0">
                  <a:solidFill>
                    <a:srgbClr val="374151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b="1" dirty="0">
                  <a:solidFill>
                    <a:schemeClr val="accent1"/>
                  </a:solidFill>
                  <a:sym typeface="Arial" panose="020B0604020202020204" pitchFamily="34" charset="0"/>
                </a:rPr>
                <a:t>指导老师：</a:t>
              </a:r>
              <a:r>
                <a:rPr lang="en-US" altLang="zh-CN" sz="1600" b="1" dirty="0">
                  <a:solidFill>
                    <a:srgbClr val="222222"/>
                  </a:solidFill>
                  <a:sym typeface="Arial" panose="020B0604020202020204" pitchFamily="34" charset="0"/>
                </a:rPr>
                <a:t>Lizzzi</a:t>
              </a:r>
              <a:endParaRPr lang="en-US" altLang="zh-CN" sz="1600" b="1" dirty="0">
                <a:solidFill>
                  <a:srgbClr val="222222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93586" y="4322510"/>
              <a:ext cx="1275080" cy="24574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4000" b="0" i="0">
                  <a:solidFill>
                    <a:srgbClr val="374151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b="1" dirty="0">
                  <a:solidFill>
                    <a:schemeClr val="accent1"/>
                  </a:solidFill>
                  <a:sym typeface="Arial" panose="020B0604020202020204" pitchFamily="34" charset="0"/>
                </a:rPr>
                <a:t>汇报人：</a:t>
              </a:r>
              <a:r>
                <a:rPr lang="en-US" altLang="zh-CN" sz="1600" b="1" dirty="0">
                  <a:solidFill>
                    <a:srgbClr val="222222"/>
                  </a:solidFill>
                  <a:sym typeface="Arial" panose="020B0604020202020204" pitchFamily="34" charset="0"/>
                </a:rPr>
                <a:t>ZSCI</a:t>
              </a:r>
              <a:endParaRPr lang="en-US" altLang="zh-CN" sz="1600" b="1" dirty="0">
                <a:solidFill>
                  <a:srgbClr val="222222"/>
                </a:solidFill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/>
        </p:nvCxnSpPr>
        <p:spPr>
          <a:xfrm>
            <a:off x="4515667" y="4045640"/>
            <a:ext cx="5514330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"/>
          <p:cNvSpPr txBox="1"/>
          <p:nvPr/>
        </p:nvSpPr>
        <p:spPr>
          <a:xfrm>
            <a:off x="4515668" y="2394717"/>
            <a:ext cx="6399075" cy="677108"/>
          </a:xfrm>
          <a:prstGeom prst="rect">
            <a:avLst/>
          </a:prstGeom>
          <a:noFill/>
        </p:spPr>
        <p:txBody>
          <a:bodyPr wrap="none" lIns="0" tIns="0" rIns="0" bIns="0" anchor="ctr">
            <a:normAutofit lnSpcReduction="10000"/>
          </a:bodyPr>
          <a:lstStyle>
            <a:defPPr>
              <a:defRPr lang="zh-CN"/>
            </a:defPPr>
            <a:lvl1pPr>
              <a:defRPr sz="4000" b="0" i="0">
                <a:solidFill>
                  <a:srgbClr val="37415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200" b="1" dirty="0">
                <a:solidFill>
                  <a:schemeClr val="accent1"/>
                </a:solidFill>
                <a:sym typeface="Arial" panose="020B0604020202020204" pitchFamily="34" charset="0"/>
              </a:rPr>
              <a:t>湖南信息学院</a:t>
            </a:r>
            <a:endParaRPr lang="zh-CN" altLang="en-US" sz="4200" b="1" dirty="0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"/>
          <p:cNvSpPr/>
          <p:nvPr/>
        </p:nvSpPr>
        <p:spPr>
          <a:xfrm>
            <a:off x="695325" y="785512"/>
            <a:ext cx="10801350" cy="527580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54000" dist="241300" dir="348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563718" y="260477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1998323" y="2604773"/>
            <a:ext cx="448142" cy="44814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1998323" y="3231713"/>
            <a:ext cx="448142" cy="44814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1998323" y="4561793"/>
            <a:ext cx="448142" cy="44814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1998323" y="3896753"/>
            <a:ext cx="448142" cy="44814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6329415" y="2604773"/>
            <a:ext cx="448142" cy="44814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63718" y="322720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研究问题与目的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563718" y="388773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文献综述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894810" y="2604773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预期成果与创新点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563718" y="454827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研究方法与数据来源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page"/>
          <p:cNvSpPr txBox="1"/>
          <p:nvPr/>
        </p:nvSpPr>
        <p:spPr>
          <a:xfrm>
            <a:off x="11460667" y="6385673"/>
            <a:ext cx="99386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400" b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lang="ja-JP" altLang="en-US" sz="1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6329415" y="3224996"/>
            <a:ext cx="448142" cy="44814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94810" y="3221616"/>
            <a:ext cx="3046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研究计划与进度安排 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6329415" y="3883320"/>
            <a:ext cx="448142" cy="44814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94810" y="3876559"/>
            <a:ext cx="15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 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"/>
          <p:cNvSpPr/>
          <p:nvPr/>
        </p:nvSpPr>
        <p:spPr>
          <a:xfrm flipH="1">
            <a:off x="4273225" y="1092559"/>
            <a:ext cx="3645549" cy="735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0000" rIns="0" bIns="900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kumimoji="1" lang="zh-CN" altLang="en-US" sz="3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r>
              <a:rPr kumimoji="1"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CONTENTS</a:t>
            </a:r>
            <a:endParaRPr kumimoji="1"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26730" y="785512"/>
            <a:ext cx="3538538" cy="731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4253" b="15909"/>
          <a:stretch>
            <a:fillRect/>
          </a:stretch>
        </p:blipFill>
        <p:spPr>
          <a:xfrm>
            <a:off x="3316771" y="788306"/>
            <a:ext cx="8179904" cy="5270215"/>
          </a:xfrm>
          <a:custGeom>
            <a:avLst/>
            <a:gdLst>
              <a:gd name="connsiteX0" fmla="*/ 0 w 2894062"/>
              <a:gd name="connsiteY0" fmla="*/ 0 h 5275802"/>
              <a:gd name="connsiteX1" fmla="*/ 2894062 w 2894062"/>
              <a:gd name="connsiteY1" fmla="*/ 0 h 5275802"/>
              <a:gd name="connsiteX2" fmla="*/ 2894062 w 2894062"/>
              <a:gd name="connsiteY2" fmla="*/ 5275802 h 5275802"/>
              <a:gd name="connsiteX3" fmla="*/ 0 w 2894062"/>
              <a:gd name="connsiteY3" fmla="*/ 5275802 h 527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4062" h="5275802">
                <a:moveTo>
                  <a:pt x="0" y="0"/>
                </a:moveTo>
                <a:lnTo>
                  <a:pt x="2894062" y="0"/>
                </a:lnTo>
                <a:lnTo>
                  <a:pt x="2894062" y="5275802"/>
                </a:lnTo>
                <a:lnTo>
                  <a:pt x="0" y="5275802"/>
                </a:lnTo>
                <a:close/>
              </a:path>
            </a:pathLst>
          </a:custGeom>
          <a:ln>
            <a:noFill/>
          </a:ln>
        </p:spPr>
      </p:pic>
      <p:sp>
        <p:nvSpPr>
          <p:cNvPr id="22" name="part"/>
          <p:cNvSpPr/>
          <p:nvPr/>
        </p:nvSpPr>
        <p:spPr>
          <a:xfrm>
            <a:off x="695325" y="785512"/>
            <a:ext cx="2428875" cy="527580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41" name="page"/>
          <p:cNvSpPr txBox="1"/>
          <p:nvPr/>
        </p:nvSpPr>
        <p:spPr>
          <a:xfrm>
            <a:off x="11460667" y="6385673"/>
            <a:ext cx="99386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400" b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lang="ja-JP" altLang="en-US" sz="1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part"/>
          <p:cNvSpPr/>
          <p:nvPr/>
        </p:nvSpPr>
        <p:spPr>
          <a:xfrm flipH="1">
            <a:off x="1324634" y="2529238"/>
            <a:ext cx="1170256" cy="17883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0000" rIns="0" bIns="900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90000"/>
              </a:lnSpc>
            </a:pPr>
            <a:r>
              <a:rPr kumimoji="1"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Part</a:t>
            </a:r>
            <a:endParaRPr kumimoji="1"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r>
              <a:rPr kumimoji="1" lang="en-US" altLang="zh-CN" sz="7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01</a:t>
            </a:r>
            <a:endParaRPr kumimoji="1" lang="en-US" altLang="zh-CN" sz="7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339491" y="3038693"/>
            <a:ext cx="41344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5325" y="748932"/>
            <a:ext cx="2428875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项目要点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479425" y="1430026"/>
            <a:ext cx="11233150" cy="1023315"/>
            <a:chOff x="1042353" y="1544324"/>
            <a:chExt cx="10967725" cy="1023315"/>
          </a:xfrm>
        </p:grpSpPr>
        <p:grpSp>
          <p:nvGrpSpPr>
            <p:cNvPr id="5" name="组合 4"/>
            <p:cNvGrpSpPr/>
            <p:nvPr/>
          </p:nvGrpSpPr>
          <p:grpSpPr>
            <a:xfrm>
              <a:off x="1042353" y="1544324"/>
              <a:ext cx="10967725" cy="1023315"/>
              <a:chOff x="851853" y="2702587"/>
              <a:chExt cx="10967725" cy="1023315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851853" y="2702587"/>
                <a:ext cx="10967725" cy="1023315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9723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HK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851853" y="2702587"/>
                <a:ext cx="0" cy="1023315"/>
              </a:xfrm>
              <a:prstGeom prst="line">
                <a:avLst/>
              </a:prstGeom>
              <a:noFill/>
              <a:ln w="25400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grpSp>
          <p:nvGrpSpPr>
            <p:cNvPr id="6" name="组合 5"/>
            <p:cNvGrpSpPr/>
            <p:nvPr/>
          </p:nvGrpSpPr>
          <p:grpSpPr>
            <a:xfrm>
              <a:off x="1960763" y="1649067"/>
              <a:ext cx="848425" cy="860696"/>
              <a:chOff x="1757563" y="1579008"/>
              <a:chExt cx="848425" cy="860696"/>
            </a:xfrm>
          </p:grpSpPr>
          <p:sp>
            <p:nvSpPr>
              <p:cNvPr id="7" name="任意多边形: 形状 6"/>
              <p:cNvSpPr/>
              <p:nvPr/>
            </p:nvSpPr>
            <p:spPr>
              <a:xfrm>
                <a:off x="1757563" y="1579008"/>
                <a:ext cx="307177" cy="716585"/>
              </a:xfrm>
              <a:custGeom>
                <a:avLst/>
                <a:gdLst/>
                <a:ahLst/>
                <a:cxnLst/>
                <a:rect l="l" t="t" r="r" b="b"/>
                <a:pathLst>
                  <a:path w="144418" h="336900">
                    <a:moveTo>
                      <a:pt x="94134" y="0"/>
                    </a:moveTo>
                    <a:lnTo>
                      <a:pt x="100984" y="3658"/>
                    </a:lnTo>
                    <a:lnTo>
                      <a:pt x="100984" y="280264"/>
                    </a:lnTo>
                    <a:cubicBezTo>
                      <a:pt x="100251" y="296666"/>
                      <a:pt x="102403" y="307296"/>
                      <a:pt x="107442" y="312154"/>
                    </a:cubicBezTo>
                    <a:cubicBezTo>
                      <a:pt x="112481" y="317011"/>
                      <a:pt x="124806" y="319183"/>
                      <a:pt x="144418" y="318669"/>
                    </a:cubicBezTo>
                    <a:lnTo>
                      <a:pt x="144418" y="336900"/>
                    </a:lnTo>
                    <a:lnTo>
                      <a:pt x="915" y="336900"/>
                    </a:lnTo>
                    <a:lnTo>
                      <a:pt x="915" y="318669"/>
                    </a:lnTo>
                    <a:cubicBezTo>
                      <a:pt x="15158" y="318821"/>
                      <a:pt x="25584" y="318008"/>
                      <a:pt x="32190" y="316230"/>
                    </a:cubicBezTo>
                    <a:cubicBezTo>
                      <a:pt x="38797" y="314452"/>
                      <a:pt x="42991" y="310795"/>
                      <a:pt x="44772" y="305257"/>
                    </a:cubicBezTo>
                    <a:cubicBezTo>
                      <a:pt x="46553" y="299720"/>
                      <a:pt x="47326" y="291389"/>
                      <a:pt x="47092" y="280264"/>
                    </a:cubicBezTo>
                    <a:lnTo>
                      <a:pt x="47092" y="79553"/>
                    </a:lnTo>
                    <a:cubicBezTo>
                      <a:pt x="47168" y="69552"/>
                      <a:pt x="46330" y="62237"/>
                      <a:pt x="44577" y="57607"/>
                    </a:cubicBezTo>
                    <a:cubicBezTo>
                      <a:pt x="42825" y="52978"/>
                      <a:pt x="39700" y="50692"/>
                      <a:pt x="35205" y="50749"/>
                    </a:cubicBezTo>
                    <a:cubicBezTo>
                      <a:pt x="30928" y="50826"/>
                      <a:pt x="26222" y="51702"/>
                      <a:pt x="21088" y="53378"/>
                    </a:cubicBezTo>
                    <a:cubicBezTo>
                      <a:pt x="15955" y="55055"/>
                      <a:pt x="9992" y="57074"/>
                      <a:pt x="3201" y="59436"/>
                    </a:cubicBezTo>
                    <a:lnTo>
                      <a:pt x="0" y="41148"/>
                    </a:lnTo>
                    <a:cubicBezTo>
                      <a:pt x="20269" y="34205"/>
                      <a:pt x="37790" y="27518"/>
                      <a:pt x="52564" y="21089"/>
                    </a:cubicBezTo>
                    <a:cubicBezTo>
                      <a:pt x="67337" y="14659"/>
                      <a:pt x="81194" y="7630"/>
                      <a:pt x="941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 defTabSz="69723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801800" y="1746440"/>
                <a:ext cx="804188" cy="693264"/>
                <a:chOff x="-696242" y="1608054"/>
                <a:chExt cx="497458" cy="428842"/>
              </a:xfrm>
            </p:grpSpPr>
            <p:sp>
              <p:nvSpPr>
                <p:cNvPr id="9" name="椭圆 8"/>
                <p:cNvSpPr/>
                <p:nvPr/>
              </p:nvSpPr>
              <p:spPr>
                <a:xfrm>
                  <a:off x="-538598" y="1798563"/>
                  <a:ext cx="139700" cy="14605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6350" cap="flat" cmpd="sng" algn="ctr">
                  <a:noFill/>
                  <a:prstDash val="solid"/>
                </a:ln>
                <a:effectLst>
                  <a:outerShdw blurRad="1905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69723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" name="等腰三角形 9"/>
                <p:cNvSpPr/>
                <p:nvPr/>
              </p:nvSpPr>
              <p:spPr>
                <a:xfrm>
                  <a:off x="-696242" y="1608054"/>
                  <a:ext cx="497458" cy="428842"/>
                </a:xfrm>
                <a:prstGeom prst="triangle">
                  <a:avLst>
                    <a:gd name="adj" fmla="val 66347"/>
                  </a:avLst>
                </a:prstGeom>
                <a:solidFill>
                  <a:sysClr val="window" lastClr="FFFFFF"/>
                </a:soli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9723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13" name="组合 12"/>
          <p:cNvGrpSpPr/>
          <p:nvPr/>
        </p:nvGrpSpPr>
        <p:grpSpPr>
          <a:xfrm>
            <a:off x="479425" y="2664667"/>
            <a:ext cx="11233150" cy="1023315"/>
            <a:chOff x="1042353" y="2677367"/>
            <a:chExt cx="10967725" cy="1023315"/>
          </a:xfrm>
        </p:grpSpPr>
        <p:grpSp>
          <p:nvGrpSpPr>
            <p:cNvPr id="14" name="组合 13"/>
            <p:cNvGrpSpPr/>
            <p:nvPr/>
          </p:nvGrpSpPr>
          <p:grpSpPr>
            <a:xfrm>
              <a:off x="1042353" y="2677367"/>
              <a:ext cx="10967725" cy="1023315"/>
              <a:chOff x="851853" y="2702587"/>
              <a:chExt cx="10967725" cy="1023315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851853" y="2702587"/>
                <a:ext cx="10967725" cy="1023315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9723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HK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>
                <a:off x="851853" y="2702587"/>
                <a:ext cx="0" cy="1023315"/>
              </a:xfrm>
              <a:prstGeom prst="line">
                <a:avLst/>
              </a:prstGeom>
              <a:noFill/>
              <a:ln w="25400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grpSp>
          <p:nvGrpSpPr>
            <p:cNvPr id="15" name="组合 14"/>
            <p:cNvGrpSpPr/>
            <p:nvPr/>
          </p:nvGrpSpPr>
          <p:grpSpPr>
            <a:xfrm>
              <a:off x="1847007" y="2748905"/>
              <a:ext cx="1027206" cy="949487"/>
              <a:chOff x="1643807" y="2748905"/>
              <a:chExt cx="1027206" cy="949487"/>
            </a:xfrm>
          </p:grpSpPr>
          <p:sp>
            <p:nvSpPr>
              <p:cNvPr id="16" name="任意多边形: 形状 15"/>
              <p:cNvSpPr/>
              <p:nvPr/>
            </p:nvSpPr>
            <p:spPr>
              <a:xfrm>
                <a:off x="1643807" y="2748905"/>
                <a:ext cx="497934" cy="738995"/>
              </a:xfrm>
              <a:custGeom>
                <a:avLst/>
                <a:gdLst/>
                <a:ahLst/>
                <a:cxnLst/>
                <a:rect l="l" t="t" r="r" b="b"/>
                <a:pathLst>
                  <a:path w="228543" h="339186">
                    <a:moveTo>
                      <a:pt x="114300" y="0"/>
                    </a:moveTo>
                    <a:cubicBezTo>
                      <a:pt x="141138" y="268"/>
                      <a:pt x="162719" y="4452"/>
                      <a:pt x="179043" y="12552"/>
                    </a:cubicBezTo>
                    <a:cubicBezTo>
                      <a:pt x="195366" y="20652"/>
                      <a:pt x="207196" y="31064"/>
                      <a:pt x="214531" y="43788"/>
                    </a:cubicBezTo>
                    <a:cubicBezTo>
                      <a:pt x="221865" y="56512"/>
                      <a:pt x="225469" y="69943"/>
                      <a:pt x="225342" y="84082"/>
                    </a:cubicBezTo>
                    <a:cubicBezTo>
                      <a:pt x="224876" y="101688"/>
                      <a:pt x="219985" y="117236"/>
                      <a:pt x="210669" y="130726"/>
                    </a:cubicBezTo>
                    <a:cubicBezTo>
                      <a:pt x="201354" y="144216"/>
                      <a:pt x="190411" y="155648"/>
                      <a:pt x="177841" y="165022"/>
                    </a:cubicBezTo>
                    <a:cubicBezTo>
                      <a:pt x="164025" y="175616"/>
                      <a:pt x="150064" y="185524"/>
                      <a:pt x="135958" y="194746"/>
                    </a:cubicBezTo>
                    <a:cubicBezTo>
                      <a:pt x="121853" y="203968"/>
                      <a:pt x="108233" y="213419"/>
                      <a:pt x="95097" y="223098"/>
                    </a:cubicBezTo>
                    <a:cubicBezTo>
                      <a:pt x="81610" y="233264"/>
                      <a:pt x="70180" y="244715"/>
                      <a:pt x="60807" y="257452"/>
                    </a:cubicBezTo>
                    <a:cubicBezTo>
                      <a:pt x="51435" y="270190"/>
                      <a:pt x="44120" y="284956"/>
                      <a:pt x="38862" y="301752"/>
                    </a:cubicBezTo>
                    <a:lnTo>
                      <a:pt x="160477" y="301752"/>
                    </a:lnTo>
                    <a:cubicBezTo>
                      <a:pt x="175800" y="302276"/>
                      <a:pt x="186384" y="299514"/>
                      <a:pt x="192227" y="293464"/>
                    </a:cubicBezTo>
                    <a:cubicBezTo>
                      <a:pt x="198070" y="287414"/>
                      <a:pt x="203171" y="274934"/>
                      <a:pt x="207529" y="256023"/>
                    </a:cubicBezTo>
                    <a:lnTo>
                      <a:pt x="228543" y="258767"/>
                    </a:lnTo>
                    <a:lnTo>
                      <a:pt x="213923" y="339186"/>
                    </a:lnTo>
                    <a:lnTo>
                      <a:pt x="7772" y="339186"/>
                    </a:lnTo>
                    <a:lnTo>
                      <a:pt x="0" y="331425"/>
                    </a:lnTo>
                    <a:cubicBezTo>
                      <a:pt x="7041" y="299276"/>
                      <a:pt x="16580" y="272517"/>
                      <a:pt x="28617" y="251147"/>
                    </a:cubicBezTo>
                    <a:cubicBezTo>
                      <a:pt x="40654" y="229778"/>
                      <a:pt x="54088" y="211987"/>
                      <a:pt x="68918" y="197776"/>
                    </a:cubicBezTo>
                    <a:cubicBezTo>
                      <a:pt x="83749" y="183565"/>
                      <a:pt x="98876" y="171123"/>
                      <a:pt x="114300" y="160449"/>
                    </a:cubicBezTo>
                    <a:cubicBezTo>
                      <a:pt x="131550" y="148474"/>
                      <a:pt x="144827" y="136299"/>
                      <a:pt x="154133" y="123923"/>
                    </a:cubicBezTo>
                    <a:cubicBezTo>
                      <a:pt x="163439" y="111548"/>
                      <a:pt x="168145" y="96743"/>
                      <a:pt x="168249" y="79509"/>
                    </a:cubicBezTo>
                    <a:cubicBezTo>
                      <a:pt x="168021" y="59664"/>
                      <a:pt x="162877" y="44936"/>
                      <a:pt x="152819" y="35323"/>
                    </a:cubicBezTo>
                    <a:cubicBezTo>
                      <a:pt x="142760" y="25709"/>
                      <a:pt x="129159" y="20927"/>
                      <a:pt x="112014" y="20974"/>
                    </a:cubicBezTo>
                    <a:cubicBezTo>
                      <a:pt x="98250" y="20727"/>
                      <a:pt x="86458" y="24423"/>
                      <a:pt x="76638" y="32064"/>
                    </a:cubicBezTo>
                    <a:cubicBezTo>
                      <a:pt x="66818" y="39705"/>
                      <a:pt x="59255" y="52777"/>
                      <a:pt x="53949" y="71278"/>
                    </a:cubicBezTo>
                    <a:cubicBezTo>
                      <a:pt x="51501" y="79157"/>
                      <a:pt x="48168" y="84663"/>
                      <a:pt x="43948" y="87797"/>
                    </a:cubicBezTo>
                    <a:cubicBezTo>
                      <a:pt x="39729" y="90932"/>
                      <a:pt x="34223" y="92437"/>
                      <a:pt x="27432" y="92313"/>
                    </a:cubicBezTo>
                    <a:cubicBezTo>
                      <a:pt x="21631" y="92294"/>
                      <a:pt x="17002" y="90274"/>
                      <a:pt x="13544" y="86254"/>
                    </a:cubicBezTo>
                    <a:cubicBezTo>
                      <a:pt x="10087" y="82234"/>
                      <a:pt x="8315" y="76327"/>
                      <a:pt x="8229" y="68534"/>
                    </a:cubicBezTo>
                    <a:cubicBezTo>
                      <a:pt x="8218" y="58618"/>
                      <a:pt x="12101" y="48428"/>
                      <a:pt x="19879" y="37962"/>
                    </a:cubicBezTo>
                    <a:cubicBezTo>
                      <a:pt x="27658" y="27496"/>
                      <a:pt x="39398" y="18631"/>
                      <a:pt x="55101" y="11366"/>
                    </a:cubicBezTo>
                    <a:cubicBezTo>
                      <a:pt x="70804" y="4101"/>
                      <a:pt x="90537" y="313"/>
                      <a:pt x="1143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 defTabSz="69723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400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" name="组合 16"/>
              <p:cNvGrpSpPr/>
              <p:nvPr/>
            </p:nvGrpSpPr>
            <p:grpSpPr>
              <a:xfrm>
                <a:off x="1736776" y="2893017"/>
                <a:ext cx="934237" cy="805375"/>
                <a:chOff x="-736464" y="1576628"/>
                <a:chExt cx="577904" cy="498192"/>
              </a:xfrm>
            </p:grpSpPr>
            <p:sp>
              <p:nvSpPr>
                <p:cNvPr id="18" name="椭圆 17"/>
                <p:cNvSpPr/>
                <p:nvPr/>
              </p:nvSpPr>
              <p:spPr>
                <a:xfrm>
                  <a:off x="-538598" y="1798563"/>
                  <a:ext cx="139700" cy="14605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6350" cap="flat" cmpd="sng" algn="ctr">
                  <a:noFill/>
                  <a:prstDash val="solid"/>
                </a:ln>
                <a:effectLst>
                  <a:outerShdw blurRad="1905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69723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" name="等腰三角形 18"/>
                <p:cNvSpPr/>
                <p:nvPr/>
              </p:nvSpPr>
              <p:spPr>
                <a:xfrm>
                  <a:off x="-736464" y="1576628"/>
                  <a:ext cx="577904" cy="498192"/>
                </a:xfrm>
                <a:prstGeom prst="triangle">
                  <a:avLst>
                    <a:gd name="adj" fmla="val 66347"/>
                  </a:avLst>
                </a:prstGeom>
                <a:solidFill>
                  <a:sysClr val="window" lastClr="FFFFFF"/>
                </a:soli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9723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22" name="组合 21"/>
          <p:cNvGrpSpPr/>
          <p:nvPr/>
        </p:nvGrpSpPr>
        <p:grpSpPr>
          <a:xfrm>
            <a:off x="479425" y="3899308"/>
            <a:ext cx="11233150" cy="1955390"/>
            <a:chOff x="1042353" y="3810410"/>
            <a:chExt cx="10967725" cy="1955390"/>
          </a:xfrm>
        </p:grpSpPr>
        <p:grpSp>
          <p:nvGrpSpPr>
            <p:cNvPr id="23" name="组合 22"/>
            <p:cNvGrpSpPr/>
            <p:nvPr/>
          </p:nvGrpSpPr>
          <p:grpSpPr>
            <a:xfrm>
              <a:off x="1042353" y="3810410"/>
              <a:ext cx="10967725" cy="1955390"/>
              <a:chOff x="851853" y="3810410"/>
              <a:chExt cx="10967725" cy="2145890"/>
            </a:xfrm>
          </p:grpSpPr>
          <p:sp>
            <p:nvSpPr>
              <p:cNvPr id="29" name="Rectangle 14"/>
              <p:cNvSpPr/>
              <p:nvPr/>
            </p:nvSpPr>
            <p:spPr>
              <a:xfrm>
                <a:off x="851853" y="3810410"/>
                <a:ext cx="10967725" cy="214589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9723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HK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>
                <a:off x="851853" y="3810410"/>
                <a:ext cx="0" cy="2145890"/>
              </a:xfrm>
              <a:prstGeom prst="line">
                <a:avLst/>
              </a:prstGeom>
              <a:noFill/>
              <a:ln w="25400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grpSp>
          <p:nvGrpSpPr>
            <p:cNvPr id="24" name="组合 23"/>
            <p:cNvGrpSpPr/>
            <p:nvPr/>
          </p:nvGrpSpPr>
          <p:grpSpPr>
            <a:xfrm>
              <a:off x="1829144" y="4296951"/>
              <a:ext cx="1045069" cy="1038925"/>
              <a:chOff x="1625944" y="4335051"/>
              <a:chExt cx="1045069" cy="1038925"/>
            </a:xfrm>
          </p:grpSpPr>
          <p:sp>
            <p:nvSpPr>
              <p:cNvPr id="25" name="任意多边形: 形状 24"/>
              <p:cNvSpPr/>
              <p:nvPr/>
            </p:nvSpPr>
            <p:spPr>
              <a:xfrm>
                <a:off x="1625944" y="4335051"/>
                <a:ext cx="543620" cy="805375"/>
              </a:xfrm>
              <a:custGeom>
                <a:avLst/>
                <a:gdLst/>
                <a:ahLst/>
                <a:cxnLst/>
                <a:rect l="l" t="t" r="r" b="b"/>
                <a:pathLst>
                  <a:path w="233576" h="346044">
                    <a:moveTo>
                      <a:pt x="112436" y="0"/>
                    </a:moveTo>
                    <a:cubicBezTo>
                      <a:pt x="141828" y="420"/>
                      <a:pt x="164319" y="5113"/>
                      <a:pt x="179909" y="14078"/>
                    </a:cubicBezTo>
                    <a:cubicBezTo>
                      <a:pt x="195498" y="23043"/>
                      <a:pt x="206135" y="33761"/>
                      <a:pt x="211818" y="46233"/>
                    </a:cubicBezTo>
                    <a:cubicBezTo>
                      <a:pt x="217502" y="58705"/>
                      <a:pt x="220181" y="70411"/>
                      <a:pt x="219857" y="81351"/>
                    </a:cubicBezTo>
                    <a:cubicBezTo>
                      <a:pt x="220057" y="91496"/>
                      <a:pt x="217677" y="101852"/>
                      <a:pt x="212715" y="112420"/>
                    </a:cubicBezTo>
                    <a:cubicBezTo>
                      <a:pt x="207753" y="122988"/>
                      <a:pt x="199006" y="132359"/>
                      <a:pt x="186472" y="140536"/>
                    </a:cubicBezTo>
                    <a:cubicBezTo>
                      <a:pt x="173939" y="148712"/>
                      <a:pt x="156416" y="154286"/>
                      <a:pt x="133903" y="157257"/>
                    </a:cubicBezTo>
                    <a:lnTo>
                      <a:pt x="133903" y="158625"/>
                    </a:lnTo>
                    <a:cubicBezTo>
                      <a:pt x="151269" y="159660"/>
                      <a:pt x="167476" y="163523"/>
                      <a:pt x="182523" y="170214"/>
                    </a:cubicBezTo>
                    <a:cubicBezTo>
                      <a:pt x="197571" y="176905"/>
                      <a:pt x="209770" y="186595"/>
                      <a:pt x="219122" y="199284"/>
                    </a:cubicBezTo>
                    <a:cubicBezTo>
                      <a:pt x="228475" y="211973"/>
                      <a:pt x="233291" y="227831"/>
                      <a:pt x="233573" y="246860"/>
                    </a:cubicBezTo>
                    <a:cubicBezTo>
                      <a:pt x="233714" y="262771"/>
                      <a:pt x="229726" y="278254"/>
                      <a:pt x="221609" y="293308"/>
                    </a:cubicBezTo>
                    <a:cubicBezTo>
                      <a:pt x="213492" y="308362"/>
                      <a:pt x="200395" y="320825"/>
                      <a:pt x="182320" y="330696"/>
                    </a:cubicBezTo>
                    <a:cubicBezTo>
                      <a:pt x="164245" y="340567"/>
                      <a:pt x="140341" y="345683"/>
                      <a:pt x="110609" y="346044"/>
                    </a:cubicBezTo>
                    <a:cubicBezTo>
                      <a:pt x="85217" y="345706"/>
                      <a:pt x="64352" y="341764"/>
                      <a:pt x="48013" y="334220"/>
                    </a:cubicBezTo>
                    <a:cubicBezTo>
                      <a:pt x="31675" y="326675"/>
                      <a:pt x="19576" y="317555"/>
                      <a:pt x="11717" y="306860"/>
                    </a:cubicBezTo>
                    <a:cubicBezTo>
                      <a:pt x="3858" y="296164"/>
                      <a:pt x="-47" y="285921"/>
                      <a:pt x="1" y="276131"/>
                    </a:cubicBezTo>
                    <a:cubicBezTo>
                      <a:pt x="-9" y="268718"/>
                      <a:pt x="1725" y="262848"/>
                      <a:pt x="5201" y="258523"/>
                    </a:cubicBezTo>
                    <a:cubicBezTo>
                      <a:pt x="8678" y="254197"/>
                      <a:pt x="13955" y="251986"/>
                      <a:pt x="21032" y="251891"/>
                    </a:cubicBezTo>
                    <a:cubicBezTo>
                      <a:pt x="25328" y="251824"/>
                      <a:pt x="29195" y="252758"/>
                      <a:pt x="32633" y="254692"/>
                    </a:cubicBezTo>
                    <a:cubicBezTo>
                      <a:pt x="36072" y="256626"/>
                      <a:pt x="39367" y="259961"/>
                      <a:pt x="42520" y="264697"/>
                    </a:cubicBezTo>
                    <a:cubicBezTo>
                      <a:pt x="45187" y="268880"/>
                      <a:pt x="48083" y="273663"/>
                      <a:pt x="51207" y="279047"/>
                    </a:cubicBezTo>
                    <a:cubicBezTo>
                      <a:pt x="54331" y="284431"/>
                      <a:pt x="58141" y="290014"/>
                      <a:pt x="62637" y="295798"/>
                    </a:cubicBezTo>
                    <a:cubicBezTo>
                      <a:pt x="67733" y="304421"/>
                      <a:pt x="74112" y="311415"/>
                      <a:pt x="81774" y="316780"/>
                    </a:cubicBezTo>
                    <a:cubicBezTo>
                      <a:pt x="89435" y="322144"/>
                      <a:pt x="99352" y="324908"/>
                      <a:pt x="111522" y="325070"/>
                    </a:cubicBezTo>
                    <a:cubicBezTo>
                      <a:pt x="121681" y="325219"/>
                      <a:pt x="131735" y="322989"/>
                      <a:pt x="141684" y="318378"/>
                    </a:cubicBezTo>
                    <a:cubicBezTo>
                      <a:pt x="151633" y="313768"/>
                      <a:pt x="159931" y="305880"/>
                      <a:pt x="166579" y="294714"/>
                    </a:cubicBezTo>
                    <a:cubicBezTo>
                      <a:pt x="173227" y="283548"/>
                      <a:pt x="176679" y="268206"/>
                      <a:pt x="176937" y="248689"/>
                    </a:cubicBezTo>
                    <a:cubicBezTo>
                      <a:pt x="176555" y="227848"/>
                      <a:pt x="171268" y="211699"/>
                      <a:pt x="161077" y="200242"/>
                    </a:cubicBezTo>
                    <a:cubicBezTo>
                      <a:pt x="150886" y="188785"/>
                      <a:pt x="138081" y="180835"/>
                      <a:pt x="122662" y="176391"/>
                    </a:cubicBezTo>
                    <a:cubicBezTo>
                      <a:pt x="107243" y="171947"/>
                      <a:pt x="91502" y="169824"/>
                      <a:pt x="75439" y="170022"/>
                    </a:cubicBezTo>
                    <a:lnTo>
                      <a:pt x="75439" y="150419"/>
                    </a:lnTo>
                    <a:cubicBezTo>
                      <a:pt x="91355" y="149891"/>
                      <a:pt x="106069" y="147186"/>
                      <a:pt x="119580" y="142304"/>
                    </a:cubicBezTo>
                    <a:cubicBezTo>
                      <a:pt x="133091" y="137423"/>
                      <a:pt x="143988" y="129873"/>
                      <a:pt x="152272" y="119655"/>
                    </a:cubicBezTo>
                    <a:cubicBezTo>
                      <a:pt x="160555" y="109436"/>
                      <a:pt x="164815" y="96059"/>
                      <a:pt x="165050" y="79522"/>
                    </a:cubicBezTo>
                    <a:cubicBezTo>
                      <a:pt x="165048" y="63274"/>
                      <a:pt x="160471" y="49571"/>
                      <a:pt x="151317" y="38413"/>
                    </a:cubicBezTo>
                    <a:cubicBezTo>
                      <a:pt x="142163" y="27254"/>
                      <a:pt x="128441" y="21441"/>
                      <a:pt x="110152" y="20974"/>
                    </a:cubicBezTo>
                    <a:cubicBezTo>
                      <a:pt x="96430" y="21241"/>
                      <a:pt x="85047" y="25396"/>
                      <a:pt x="76003" y="33439"/>
                    </a:cubicBezTo>
                    <a:cubicBezTo>
                      <a:pt x="66959" y="41481"/>
                      <a:pt x="60370" y="51811"/>
                      <a:pt x="56236" y="64427"/>
                    </a:cubicBezTo>
                    <a:cubicBezTo>
                      <a:pt x="53341" y="72975"/>
                      <a:pt x="49873" y="79665"/>
                      <a:pt x="45835" y="84496"/>
                    </a:cubicBezTo>
                    <a:cubicBezTo>
                      <a:pt x="41796" y="89327"/>
                      <a:pt x="35357" y="91786"/>
                      <a:pt x="26518" y="91872"/>
                    </a:cubicBezTo>
                    <a:cubicBezTo>
                      <a:pt x="20117" y="91748"/>
                      <a:pt x="15317" y="89480"/>
                      <a:pt x="12116" y="85068"/>
                    </a:cubicBezTo>
                    <a:cubicBezTo>
                      <a:pt x="8916" y="80656"/>
                      <a:pt x="7316" y="74843"/>
                      <a:pt x="7316" y="67629"/>
                    </a:cubicBezTo>
                    <a:cubicBezTo>
                      <a:pt x="7403" y="57723"/>
                      <a:pt x="11648" y="47609"/>
                      <a:pt x="20048" y="37289"/>
                    </a:cubicBezTo>
                    <a:cubicBezTo>
                      <a:pt x="28449" y="26968"/>
                      <a:pt x="40480" y="18249"/>
                      <a:pt x="56141" y="11130"/>
                    </a:cubicBezTo>
                    <a:cubicBezTo>
                      <a:pt x="71802" y="4012"/>
                      <a:pt x="90567" y="302"/>
                      <a:pt x="1124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69723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6" name="组合 25"/>
              <p:cNvGrpSpPr/>
              <p:nvPr/>
            </p:nvGrpSpPr>
            <p:grpSpPr>
              <a:xfrm>
                <a:off x="1736776" y="4568601"/>
                <a:ext cx="934237" cy="805375"/>
                <a:chOff x="-736464" y="1576628"/>
                <a:chExt cx="577904" cy="498192"/>
              </a:xfrm>
            </p:grpSpPr>
            <p:sp>
              <p:nvSpPr>
                <p:cNvPr id="27" name="椭圆 26"/>
                <p:cNvSpPr/>
                <p:nvPr/>
              </p:nvSpPr>
              <p:spPr>
                <a:xfrm>
                  <a:off x="-538598" y="1798563"/>
                  <a:ext cx="139700" cy="14605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6350" cap="flat" cmpd="sng" algn="ctr">
                  <a:noFill/>
                  <a:prstDash val="solid"/>
                </a:ln>
                <a:effectLst>
                  <a:outerShdw blurRad="1905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69723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等腰三角形 27"/>
                <p:cNvSpPr/>
                <p:nvPr/>
              </p:nvSpPr>
              <p:spPr>
                <a:xfrm>
                  <a:off x="-736464" y="1576628"/>
                  <a:ext cx="577904" cy="498192"/>
                </a:xfrm>
                <a:prstGeom prst="triangle">
                  <a:avLst>
                    <a:gd name="adj" fmla="val 66347"/>
                  </a:avLst>
                </a:prstGeom>
                <a:solidFill>
                  <a:sysClr val="window" lastClr="FFFFFF"/>
                </a:soli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9723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31" name="TextBox 31"/>
          <p:cNvSpPr txBox="1">
            <a:spLocks noChangeArrowheads="1"/>
          </p:cNvSpPr>
          <p:nvPr/>
        </p:nvSpPr>
        <p:spPr bwMode="auto">
          <a:xfrm>
            <a:off x="2339406" y="1514901"/>
            <a:ext cx="7864218" cy="7983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defTabSz="914400" latinLnBrk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点击此处添加标题</a:t>
            </a:r>
            <a:endParaRPr lang="en-US" altLang="ko-KR" sz="20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00" latinLnBrk="1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标题数字等都可以通过点击和重新输入进行更改，顶部“开始”面板中可以对字体、字号、颜色、行距等进行修改</a:t>
            </a:r>
            <a:endParaRPr lang="en-US" altLang="ko-KR" sz="12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2339406" y="2753488"/>
            <a:ext cx="7864218" cy="7983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defTabSz="914400" latinLnBrk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点击此处添加标题</a:t>
            </a:r>
            <a:endParaRPr lang="en-US" altLang="ko-KR" sz="20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00" latinLnBrk="1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标题数字等都可以通过点击和重新输入进行更改，顶部“开始”面板中可以对字体、字号、颜色、行距等进行修改</a:t>
            </a:r>
            <a:endParaRPr lang="en-US" altLang="ko-KR" sz="12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3" name="TextBox 31"/>
          <p:cNvSpPr txBox="1">
            <a:spLocks noChangeArrowheads="1"/>
          </p:cNvSpPr>
          <p:nvPr/>
        </p:nvSpPr>
        <p:spPr bwMode="auto">
          <a:xfrm>
            <a:off x="2339406" y="4256426"/>
            <a:ext cx="7864218" cy="13523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defTabSz="914400" latinLnBrk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点击此处添加标题</a:t>
            </a:r>
            <a:endParaRPr lang="en-US" altLang="ko-KR" sz="20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00" latinLnBrk="1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标题数字等都可以通过点击和重新输入进行更改，顶部“开始”面板中可以对字体、字号、颜色、标题数字等都可以通过点击和重新输入进行更改，顶部“开始”面板中可以对字体、字号、颜色、行距等进行修改</a:t>
            </a:r>
            <a:endParaRPr lang="en-US" altLang="ko-KR" sz="12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00" latinLnBrk="1">
              <a:lnSpc>
                <a:spcPct val="150000"/>
              </a:lnSpc>
              <a:defRPr/>
            </a:pPr>
            <a:endParaRPr lang="en-US" altLang="ko-KR" sz="12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图片占位符 2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4" name="图片占位符 23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图文拼图版式</a:t>
            </a:r>
            <a:endParaRPr lang="zh-CN" altLang="en-US" dirty="0"/>
          </a:p>
        </p:txBody>
      </p:sp>
      <p:sp>
        <p:nvSpPr>
          <p:cNvPr id="7" name="Rectangle 20"/>
          <p:cNvSpPr/>
          <p:nvPr/>
        </p:nvSpPr>
        <p:spPr>
          <a:xfrm flipH="1">
            <a:off x="1157968" y="3514270"/>
            <a:ext cx="4658632" cy="453183"/>
          </a:xfrm>
          <a:prstGeom prst="rect">
            <a:avLst/>
          </a:prstGeom>
          <a:noFill/>
        </p:spPr>
        <p:txBody>
          <a:bodyPr wrap="square" lIns="0" tIns="72000" rIns="0" bIns="7200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在这里输入标题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8" name="Rectangle 33"/>
          <p:cNvSpPr/>
          <p:nvPr/>
        </p:nvSpPr>
        <p:spPr>
          <a:xfrm>
            <a:off x="1157967" y="3968607"/>
            <a:ext cx="4658633" cy="1758477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标题数字等都可以通过点击和重新输入进行更改，顶部“开始”面板中可以对字体、字号、颜色、行距等进行修改标题数字等都可以通过点击和重新输入进行更改。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7" name="Rectangle 20"/>
          <p:cNvSpPr/>
          <p:nvPr/>
        </p:nvSpPr>
        <p:spPr>
          <a:xfrm flipH="1">
            <a:off x="6398369" y="3514270"/>
            <a:ext cx="4658632" cy="453183"/>
          </a:xfrm>
          <a:prstGeom prst="rect">
            <a:avLst/>
          </a:prstGeom>
          <a:noFill/>
        </p:spPr>
        <p:txBody>
          <a:bodyPr wrap="square" lIns="0" tIns="72000" rIns="0" bIns="7200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在这里输入标题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8" name="Rectangle 33"/>
          <p:cNvSpPr/>
          <p:nvPr/>
        </p:nvSpPr>
        <p:spPr>
          <a:xfrm>
            <a:off x="6398368" y="3968607"/>
            <a:ext cx="4658633" cy="1758477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标题数字等都可以通过点击和重新输入进行更改，顶部“开始”面板中可以对字体、字号、颜色、行距等进行修改标题数字等都可以通过点击和重新输入进行更改。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17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9" name="图片占位符 18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0" name="图片占位符 19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图文拼图版式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79424" y="3420774"/>
            <a:ext cx="3356538" cy="453183"/>
          </a:xfrm>
          <a:prstGeom prst="rect">
            <a:avLst/>
          </a:prstGeom>
          <a:noFill/>
        </p:spPr>
        <p:txBody>
          <a:bodyPr wrap="square" lIns="0" tIns="72000" rIns="0" bIns="7200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在这里输入标题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17731" y="3420774"/>
            <a:ext cx="3356538" cy="453183"/>
          </a:xfrm>
          <a:prstGeom prst="rect">
            <a:avLst/>
          </a:prstGeom>
          <a:noFill/>
        </p:spPr>
        <p:txBody>
          <a:bodyPr wrap="square" lIns="0" tIns="72000" rIns="0" bIns="7200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在这里输入标题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56038" y="3420774"/>
            <a:ext cx="3356538" cy="453183"/>
          </a:xfrm>
          <a:prstGeom prst="rect">
            <a:avLst/>
          </a:prstGeom>
          <a:noFill/>
        </p:spPr>
        <p:txBody>
          <a:bodyPr wrap="square" lIns="0" tIns="72000" rIns="0" bIns="7200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在这里输入标题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479424" y="3928143"/>
            <a:ext cx="3356538" cy="23164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标题数字等都可以通过点击和重新输入进行更改，顶部“开始”面板中可以对字体、字号、颜色、行距等进行修改标题数字等都可以通过点击和重新输入进行更改，顶部“开始”面板中可以对字体、字号、颜色、行距等进行修改</a:t>
            </a:r>
            <a:endParaRPr lang="zh-CN" altLang="en-US" sz="14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4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4417731" y="3928143"/>
            <a:ext cx="3356538" cy="23164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标题数字等都可以通过点击和重新输入进行更改，顶部“开始”面板中可以对字体、字号、颜色、行距等进行修改标题数字等都可以通过点击和重新输入进行更改，顶部“开始”面板中可以对字体、字号、颜色、行距等进行修改</a:t>
            </a:r>
            <a:endParaRPr lang="zh-CN" altLang="en-US" sz="14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4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8357907" y="3928143"/>
            <a:ext cx="3356538" cy="23164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标题数字等都可以通过点击和重新输入进行更改，顶部“开始”面板中可以对字体、字号、颜色、行距等进行修改标题数字等都可以通过点击和重新输入进行更改，顶部“开始”面板中可以对字体、字号、颜色、行距等进行修改</a:t>
            </a:r>
            <a:endParaRPr lang="zh-CN" altLang="en-US" sz="14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4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图片占位符 34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6" name="图片占位符 35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7" name="图片占位符 36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8" name="图片占位符 37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9" name="图片占位符 38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图文拼图版式</a:t>
            </a:r>
            <a:endParaRPr lang="zh-CN" altLang="en-US" dirty="0"/>
          </a:p>
        </p:txBody>
      </p:sp>
      <p:sp>
        <p:nvSpPr>
          <p:cNvPr id="40" name="Rectangle 12"/>
          <p:cNvSpPr/>
          <p:nvPr/>
        </p:nvSpPr>
        <p:spPr>
          <a:xfrm>
            <a:off x="2732451" y="1531257"/>
            <a:ext cx="2257813" cy="2149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4000" tIns="121926" rIns="324000" bIns="121926" rtlCol="0" anchor="ctr"/>
          <a:lstStyle/>
          <a:p>
            <a:pPr algn="just" latinLnBrk="1">
              <a:lnSpc>
                <a:spcPct val="13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此处添加标题</a:t>
            </a:r>
            <a:endParaRPr lang="en-US" altLang="ko-KR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latinLnBrk="1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</a:t>
            </a: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Rectangle 12"/>
          <p:cNvSpPr/>
          <p:nvPr/>
        </p:nvSpPr>
        <p:spPr>
          <a:xfrm>
            <a:off x="500454" y="3678467"/>
            <a:ext cx="2252526" cy="2149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4000" tIns="121926" rIns="324000" bIns="121926" rtlCol="0" anchor="ctr"/>
          <a:lstStyle/>
          <a:p>
            <a:pPr algn="just" latinLnBrk="1">
              <a:lnSpc>
                <a:spcPct val="13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此处添加标题</a:t>
            </a:r>
            <a:endParaRPr lang="en-US" altLang="ko-KR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latinLnBrk="1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</a:t>
            </a: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2" name="Rectangle 12"/>
          <p:cNvSpPr/>
          <p:nvPr/>
        </p:nvSpPr>
        <p:spPr>
          <a:xfrm>
            <a:off x="7217181" y="1531257"/>
            <a:ext cx="2257817" cy="2149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4000" tIns="121926" rIns="324000" bIns="121926" rtlCol="0" anchor="ctr"/>
          <a:lstStyle/>
          <a:p>
            <a:pPr algn="just" latinLnBrk="1">
              <a:lnSpc>
                <a:spcPct val="13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此处添加标题</a:t>
            </a:r>
            <a:endParaRPr lang="en-US" altLang="ko-KR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latinLnBrk="1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</a:t>
            </a: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3" name="Rectangle 12"/>
          <p:cNvSpPr/>
          <p:nvPr/>
        </p:nvSpPr>
        <p:spPr>
          <a:xfrm>
            <a:off x="4977358" y="3678467"/>
            <a:ext cx="2252734" cy="2149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4000" tIns="121926" rIns="324000" bIns="121926" rtlCol="0" anchor="ctr"/>
          <a:lstStyle/>
          <a:p>
            <a:pPr algn="just" latinLnBrk="1">
              <a:lnSpc>
                <a:spcPct val="13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此处添加标题</a:t>
            </a:r>
            <a:endParaRPr lang="en-US" altLang="ko-KR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latinLnBrk="1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</a:t>
            </a: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4" name="Rectangle 12"/>
          <p:cNvSpPr/>
          <p:nvPr/>
        </p:nvSpPr>
        <p:spPr>
          <a:xfrm>
            <a:off x="9454470" y="3678467"/>
            <a:ext cx="2257609" cy="2149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4000" tIns="121926" rIns="324000" bIns="121926" rtlCol="0" anchor="ctr"/>
          <a:lstStyle/>
          <a:p>
            <a:pPr algn="just" latinLnBrk="1">
              <a:lnSpc>
                <a:spcPct val="13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此处添加标题</a:t>
            </a:r>
            <a:endParaRPr lang="en-US" altLang="ko-KR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latinLnBrk="1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</a:t>
            </a: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6" name="图片占位符 15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图文拼图版式</a:t>
            </a:r>
            <a:endParaRPr lang="zh-CN" altLang="en-US" dirty="0"/>
          </a:p>
        </p:txBody>
      </p:sp>
      <p:sp>
        <p:nvSpPr>
          <p:cNvPr id="7" name="Espace réservé du texte 2"/>
          <p:cNvSpPr txBox="1"/>
          <p:nvPr/>
        </p:nvSpPr>
        <p:spPr>
          <a:xfrm>
            <a:off x="479424" y="1372709"/>
            <a:ext cx="11233151" cy="2195439"/>
          </a:xfrm>
          <a:prstGeom prst="roundRect">
            <a:avLst>
              <a:gd name="adj" fmla="val 0"/>
            </a:avLst>
          </a:prstGeom>
          <a:solidFill>
            <a:schemeClr val="accent1">
              <a:alpha val="90000"/>
            </a:schemeClr>
          </a:solidFill>
        </p:spPr>
        <p:txBody>
          <a:bodyPr vert="horz" wrap="square" lIns="360000" tIns="72000" rIns="360000" bIns="108000" rtlCol="0" anchor="ctr" anchorCtr="0">
            <a:noAutofit/>
          </a:bodyPr>
          <a:lstStyle/>
          <a:p>
            <a:pPr latinLnBrk="1">
              <a:lnSpc>
                <a:spcPct val="150000"/>
              </a:lnSpc>
              <a:defRPr/>
            </a:pPr>
            <a:endParaRPr lang="en-US" altLang="ko-K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693013" y="1926640"/>
            <a:ext cx="0" cy="12008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943434" y="1775300"/>
            <a:ext cx="4251000" cy="1352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标题数字等都可以通过点击和重新输入进行更改，顶部“开始”面板中可以对字体、字号、颜色、行距等进行修改标题数字等都可以通过点击和重新输入进行更改</a:t>
            </a:r>
            <a:endParaRPr lang="en-US" altLang="ko-KR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91593" y="1775300"/>
            <a:ext cx="5187605" cy="1352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对字体、字号、颜色、行距等进行修改标题数字等都可以通过点击和重新输入进行更改，顶部“开始”面板中可以对字体、字号、颜色、行距等进行修改</a:t>
            </a:r>
            <a:endParaRPr lang="en-US" altLang="ko-KR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片占位符 19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1" name="图片占位符 20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2" name="图片占位符 21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多图拼图版式</a:t>
            </a:r>
            <a:endParaRPr lang="zh-CN" altLang="en-US" dirty="0"/>
          </a:p>
        </p:txBody>
      </p:sp>
      <p:sp>
        <p:nvSpPr>
          <p:cNvPr id="9" name="矩形: 圆顶角 8"/>
          <p:cNvSpPr/>
          <p:nvPr/>
        </p:nvSpPr>
        <p:spPr>
          <a:xfrm>
            <a:off x="502302" y="3685398"/>
            <a:ext cx="3483306" cy="205612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1"/>
          <p:cNvSpPr txBox="1">
            <a:spLocks noChangeArrowheads="1"/>
          </p:cNvSpPr>
          <p:nvPr/>
        </p:nvSpPr>
        <p:spPr bwMode="auto">
          <a:xfrm>
            <a:off x="757441" y="3889177"/>
            <a:ext cx="2950147" cy="1719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点击此处添加标题</a:t>
            </a:r>
            <a:endParaRPr lang="en-US" altLang="ko-KR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标题数字等都可以通过点击和重新输入进行更改，顶部“开始”面板中可以修改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: 圆顶角 10"/>
          <p:cNvSpPr/>
          <p:nvPr/>
        </p:nvSpPr>
        <p:spPr>
          <a:xfrm>
            <a:off x="8219905" y="3685398"/>
            <a:ext cx="3492670" cy="205612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31"/>
          <p:cNvSpPr txBox="1">
            <a:spLocks noChangeArrowheads="1"/>
          </p:cNvSpPr>
          <p:nvPr/>
        </p:nvSpPr>
        <p:spPr bwMode="auto">
          <a:xfrm>
            <a:off x="8484409" y="3889177"/>
            <a:ext cx="2950147" cy="1719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点击此处添加标题</a:t>
            </a:r>
            <a:endParaRPr lang="en-US" altLang="ko-KR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标题数字等都可以通过点击和重新输入进行更改，顶部“开始”面板中可以修改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: 圆顶角 12"/>
          <p:cNvSpPr/>
          <p:nvPr/>
        </p:nvSpPr>
        <p:spPr>
          <a:xfrm>
            <a:off x="4361104" y="1629271"/>
            <a:ext cx="3488518" cy="205612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31"/>
          <p:cNvSpPr txBox="1">
            <a:spLocks noChangeArrowheads="1"/>
          </p:cNvSpPr>
          <p:nvPr/>
        </p:nvSpPr>
        <p:spPr bwMode="auto">
          <a:xfrm>
            <a:off x="4625607" y="1833051"/>
            <a:ext cx="2950147" cy="1719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点击此处添加标题</a:t>
            </a:r>
            <a:endParaRPr lang="en-US" altLang="ko-KR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标题数字等都可以通过点击和重新输入进行更改，顶部“开始”面板中可以修改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多图拼图版式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3944885" y="1742621"/>
            <a:ext cx="0" cy="3252066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80234" y="1742621"/>
            <a:ext cx="0" cy="3252066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3"/>
          <p:cNvSpPr/>
          <p:nvPr/>
        </p:nvSpPr>
        <p:spPr>
          <a:xfrm>
            <a:off x="599585" y="3959458"/>
            <a:ext cx="2601073" cy="186979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在这里输入标题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标题数字等都可以通过点击和重新输入进行更改 点击此处添加标题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Rectangle 33"/>
          <p:cNvSpPr/>
          <p:nvPr/>
        </p:nvSpPr>
        <p:spPr>
          <a:xfrm>
            <a:off x="4788783" y="3959458"/>
            <a:ext cx="2601073" cy="186979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在这里输入标题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标题数字等都可以通过点击和重新输入进行更改 点击此处添加标题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Rectangle 33"/>
          <p:cNvSpPr/>
          <p:nvPr/>
        </p:nvSpPr>
        <p:spPr>
          <a:xfrm>
            <a:off x="8991343" y="3959458"/>
            <a:ext cx="2601073" cy="186979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在这里输入标题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标题数字等都可以通过点击和重新输入进行更改 点击此处添加标题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1" name="图片占位符 10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2" name="图片占位符 11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3" name="图片占位符 12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4" name="图片占位符 13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多图拼图版式</a:t>
            </a:r>
            <a:endParaRPr lang="zh-CN" altLang="en-US" dirty="0"/>
          </a:p>
        </p:txBody>
      </p:sp>
      <p:sp>
        <p:nvSpPr>
          <p:cNvPr id="8" name="矩形: 圆顶角 7"/>
          <p:cNvSpPr/>
          <p:nvPr/>
        </p:nvSpPr>
        <p:spPr>
          <a:xfrm>
            <a:off x="479424" y="4805934"/>
            <a:ext cx="6470577" cy="115892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144000" rIns="360000" bIns="216000" numCol="1" spcCol="0" rtlCol="0" fromWordArt="0" anchor="b" anchorCtr="0" forceAA="0" compatLnSpc="1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标题数字等都可以通过点击和重新输入进行更改，顶部“开始”面板中可以对字体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、字号</a:t>
            </a:r>
            <a:endParaRPr lang="en-US" altLang="ko-KR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2" name="矩形: 圆顶角 11"/>
          <p:cNvSpPr/>
          <p:nvPr/>
        </p:nvSpPr>
        <p:spPr>
          <a:xfrm>
            <a:off x="479424" y="4805934"/>
            <a:ext cx="6470577" cy="115892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144000" rIns="360000" bIns="216000" numCol="1" spcCol="0" rtlCol="0" fromWordArt="0" anchor="b" anchorCtr="0" forceAA="0" compatLnSpc="1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标题数字等都可以通过点击和重新输入进行更改，顶部“开始”面板中可以对字体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、字号</a:t>
            </a:r>
            <a:endParaRPr lang="en-US" altLang="ko-KR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多图拼图版式</a:t>
            </a:r>
            <a:endParaRPr lang="zh-CN" altLang="en-US" dirty="0"/>
          </a:p>
        </p:txBody>
      </p:sp>
      <p:sp>
        <p:nvSpPr>
          <p:cNvPr id="5" name="TextBox 31"/>
          <p:cNvSpPr txBox="1">
            <a:spLocks noChangeArrowheads="1"/>
          </p:cNvSpPr>
          <p:nvPr/>
        </p:nvSpPr>
        <p:spPr bwMode="auto">
          <a:xfrm>
            <a:off x="7608366" y="1381628"/>
            <a:ext cx="4104209" cy="17108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点击此处添加标题</a:t>
            </a:r>
            <a:endParaRPr lang="en-US" altLang="ko-KR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标题数字等都可以通过点击和重新输入进行更改，顶部“开始”面板中可以对字体、字号、颜色、行距等进行修改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31"/>
          <p:cNvSpPr txBox="1">
            <a:spLocks noChangeArrowheads="1"/>
          </p:cNvSpPr>
          <p:nvPr/>
        </p:nvSpPr>
        <p:spPr bwMode="auto">
          <a:xfrm>
            <a:off x="9018148" y="3580493"/>
            <a:ext cx="2712865" cy="9694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点击此处添加标题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标题数字等都可以通过点击和重新输入进行更改，顶部“开始”面板中可以修改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Box 31"/>
          <p:cNvSpPr txBox="1">
            <a:spLocks noChangeArrowheads="1"/>
          </p:cNvSpPr>
          <p:nvPr/>
        </p:nvSpPr>
        <p:spPr bwMode="auto">
          <a:xfrm>
            <a:off x="9018148" y="4815716"/>
            <a:ext cx="2712865" cy="9694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点击此处添加标题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标题数字等都可以通过点击和重新输入进行更改，顶部“开始”面板中可以修改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708606" y="4724440"/>
            <a:ext cx="4003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708606" y="3478892"/>
            <a:ext cx="4003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an_56832"/>
          <p:cNvSpPr/>
          <p:nvPr/>
        </p:nvSpPr>
        <p:spPr>
          <a:xfrm>
            <a:off x="8036896" y="5071115"/>
            <a:ext cx="569497" cy="609684"/>
          </a:xfrm>
          <a:custGeom>
            <a:avLst/>
            <a:gdLst>
              <a:gd name="connsiteX0" fmla="*/ 191941 w 566993"/>
              <a:gd name="connsiteY0" fmla="*/ 362212 h 607004"/>
              <a:gd name="connsiteX1" fmla="*/ 203101 w 566993"/>
              <a:gd name="connsiteY1" fmla="*/ 369284 h 607004"/>
              <a:gd name="connsiteX2" fmla="*/ 283545 w 566993"/>
              <a:gd name="connsiteY2" fmla="*/ 479135 h 607004"/>
              <a:gd name="connsiteX3" fmla="*/ 363893 w 566993"/>
              <a:gd name="connsiteY3" fmla="*/ 369284 h 607004"/>
              <a:gd name="connsiteX4" fmla="*/ 375052 w 566993"/>
              <a:gd name="connsiteY4" fmla="*/ 362212 h 607004"/>
              <a:gd name="connsiteX5" fmla="*/ 381165 w 566993"/>
              <a:gd name="connsiteY5" fmla="*/ 363859 h 607004"/>
              <a:gd name="connsiteX6" fmla="*/ 452585 w 566993"/>
              <a:gd name="connsiteY6" fmla="*/ 400476 h 607004"/>
              <a:gd name="connsiteX7" fmla="*/ 566993 w 566993"/>
              <a:gd name="connsiteY7" fmla="*/ 477585 h 607004"/>
              <a:gd name="connsiteX8" fmla="*/ 566993 w 566993"/>
              <a:gd name="connsiteY8" fmla="*/ 607004 h 607004"/>
              <a:gd name="connsiteX9" fmla="*/ 283545 w 566993"/>
              <a:gd name="connsiteY9" fmla="*/ 607004 h 607004"/>
              <a:gd name="connsiteX10" fmla="*/ 0 w 566993"/>
              <a:gd name="connsiteY10" fmla="*/ 607004 h 607004"/>
              <a:gd name="connsiteX11" fmla="*/ 0 w 566993"/>
              <a:gd name="connsiteY11" fmla="*/ 477585 h 607004"/>
              <a:gd name="connsiteX12" fmla="*/ 114408 w 566993"/>
              <a:gd name="connsiteY12" fmla="*/ 400476 h 607004"/>
              <a:gd name="connsiteX13" fmla="*/ 185828 w 566993"/>
              <a:gd name="connsiteY13" fmla="*/ 363859 h 607004"/>
              <a:gd name="connsiteX14" fmla="*/ 191941 w 566993"/>
              <a:gd name="connsiteY14" fmla="*/ 362212 h 607004"/>
              <a:gd name="connsiteX15" fmla="*/ 281913 w 566993"/>
              <a:gd name="connsiteY15" fmla="*/ 0 h 607004"/>
              <a:gd name="connsiteX16" fmla="*/ 283368 w 566993"/>
              <a:gd name="connsiteY16" fmla="*/ 0 h 607004"/>
              <a:gd name="connsiteX17" fmla="*/ 284727 w 566993"/>
              <a:gd name="connsiteY17" fmla="*/ 0 h 607004"/>
              <a:gd name="connsiteX18" fmla="*/ 410778 w 566993"/>
              <a:gd name="connsiteY18" fmla="*/ 107256 h 607004"/>
              <a:gd name="connsiteX19" fmla="*/ 402627 w 566993"/>
              <a:gd name="connsiteY19" fmla="*/ 162580 h 607004"/>
              <a:gd name="connsiteX20" fmla="*/ 414077 w 566993"/>
              <a:gd name="connsiteY20" fmla="*/ 188933 h 607004"/>
              <a:gd name="connsiteX21" fmla="*/ 384675 w 566993"/>
              <a:gd name="connsiteY21" fmla="*/ 242222 h 607004"/>
              <a:gd name="connsiteX22" fmla="*/ 321892 w 566993"/>
              <a:gd name="connsiteY22" fmla="*/ 318280 h 607004"/>
              <a:gd name="connsiteX23" fmla="*/ 283368 w 566993"/>
              <a:gd name="connsiteY23" fmla="*/ 327000 h 607004"/>
              <a:gd name="connsiteX24" fmla="*/ 244747 w 566993"/>
              <a:gd name="connsiteY24" fmla="*/ 318280 h 607004"/>
              <a:gd name="connsiteX25" fmla="*/ 182062 w 566993"/>
              <a:gd name="connsiteY25" fmla="*/ 242222 h 607004"/>
              <a:gd name="connsiteX26" fmla="*/ 152562 w 566993"/>
              <a:gd name="connsiteY26" fmla="*/ 188933 h 607004"/>
              <a:gd name="connsiteX27" fmla="*/ 164110 w 566993"/>
              <a:gd name="connsiteY27" fmla="*/ 162580 h 607004"/>
              <a:gd name="connsiteX28" fmla="*/ 155959 w 566993"/>
              <a:gd name="connsiteY28" fmla="*/ 107256 h 607004"/>
              <a:gd name="connsiteX29" fmla="*/ 281913 w 566993"/>
              <a:gd name="connsiteY29" fmla="*/ 0 h 607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66993" h="607004">
                <a:moveTo>
                  <a:pt x="191941" y="362212"/>
                </a:moveTo>
                <a:cubicBezTo>
                  <a:pt x="196890" y="362212"/>
                  <a:pt x="201160" y="365118"/>
                  <a:pt x="203101" y="369284"/>
                </a:cubicBezTo>
                <a:cubicBezTo>
                  <a:pt x="222508" y="401638"/>
                  <a:pt x="258412" y="477391"/>
                  <a:pt x="283545" y="479135"/>
                </a:cubicBezTo>
                <a:cubicBezTo>
                  <a:pt x="308581" y="477391"/>
                  <a:pt x="344485" y="401638"/>
                  <a:pt x="363893" y="369284"/>
                </a:cubicBezTo>
                <a:cubicBezTo>
                  <a:pt x="365833" y="365118"/>
                  <a:pt x="370103" y="362212"/>
                  <a:pt x="375052" y="362212"/>
                </a:cubicBezTo>
                <a:cubicBezTo>
                  <a:pt x="377284" y="362212"/>
                  <a:pt x="379322" y="362793"/>
                  <a:pt x="381165" y="363859"/>
                </a:cubicBezTo>
                <a:cubicBezTo>
                  <a:pt x="388152" y="367637"/>
                  <a:pt x="429102" y="392048"/>
                  <a:pt x="452585" y="400476"/>
                </a:cubicBezTo>
                <a:cubicBezTo>
                  <a:pt x="531574" y="428859"/>
                  <a:pt x="566993" y="457823"/>
                  <a:pt x="566993" y="477585"/>
                </a:cubicBezTo>
                <a:lnTo>
                  <a:pt x="566993" y="607004"/>
                </a:lnTo>
                <a:lnTo>
                  <a:pt x="283545" y="607004"/>
                </a:lnTo>
                <a:lnTo>
                  <a:pt x="0" y="607004"/>
                </a:lnTo>
                <a:lnTo>
                  <a:pt x="0" y="477585"/>
                </a:lnTo>
                <a:cubicBezTo>
                  <a:pt x="0" y="457823"/>
                  <a:pt x="35419" y="428859"/>
                  <a:pt x="114408" y="400476"/>
                </a:cubicBezTo>
                <a:cubicBezTo>
                  <a:pt x="137891" y="392048"/>
                  <a:pt x="178841" y="367637"/>
                  <a:pt x="185828" y="363859"/>
                </a:cubicBezTo>
                <a:cubicBezTo>
                  <a:pt x="187672" y="362793"/>
                  <a:pt x="189710" y="362212"/>
                  <a:pt x="191941" y="362212"/>
                </a:cubicBezTo>
                <a:close/>
                <a:moveTo>
                  <a:pt x="281913" y="0"/>
                </a:moveTo>
                <a:cubicBezTo>
                  <a:pt x="282398" y="0"/>
                  <a:pt x="282883" y="0"/>
                  <a:pt x="283368" y="0"/>
                </a:cubicBezTo>
                <a:cubicBezTo>
                  <a:pt x="283756" y="0"/>
                  <a:pt x="284242" y="0"/>
                  <a:pt x="284727" y="0"/>
                </a:cubicBezTo>
                <a:cubicBezTo>
                  <a:pt x="393214" y="0"/>
                  <a:pt x="413592" y="77317"/>
                  <a:pt x="410778" y="107256"/>
                </a:cubicBezTo>
                <a:cubicBezTo>
                  <a:pt x="408449" y="131284"/>
                  <a:pt x="402627" y="162580"/>
                  <a:pt x="402627" y="162580"/>
                </a:cubicBezTo>
                <a:cubicBezTo>
                  <a:pt x="402627" y="162580"/>
                  <a:pt x="414077" y="167812"/>
                  <a:pt x="414077" y="188933"/>
                </a:cubicBezTo>
                <a:cubicBezTo>
                  <a:pt x="410099" y="241835"/>
                  <a:pt x="388945" y="218969"/>
                  <a:pt x="384675" y="242222"/>
                </a:cubicBezTo>
                <a:cubicBezTo>
                  <a:pt x="377397" y="280784"/>
                  <a:pt x="343240" y="308688"/>
                  <a:pt x="321892" y="318280"/>
                </a:cubicBezTo>
                <a:cubicBezTo>
                  <a:pt x="309568" y="323900"/>
                  <a:pt x="296759" y="326709"/>
                  <a:pt x="283368" y="327000"/>
                </a:cubicBezTo>
                <a:cubicBezTo>
                  <a:pt x="269880" y="326709"/>
                  <a:pt x="257168" y="323900"/>
                  <a:pt x="244747" y="318280"/>
                </a:cubicBezTo>
                <a:cubicBezTo>
                  <a:pt x="223496" y="308688"/>
                  <a:pt x="189242" y="280784"/>
                  <a:pt x="182062" y="242222"/>
                </a:cubicBezTo>
                <a:cubicBezTo>
                  <a:pt x="177695" y="218969"/>
                  <a:pt x="156638" y="241835"/>
                  <a:pt x="152562" y="188933"/>
                </a:cubicBezTo>
                <a:cubicBezTo>
                  <a:pt x="152562" y="167812"/>
                  <a:pt x="164110" y="162580"/>
                  <a:pt x="164110" y="162580"/>
                </a:cubicBezTo>
                <a:cubicBezTo>
                  <a:pt x="164110" y="162580"/>
                  <a:pt x="158190" y="131284"/>
                  <a:pt x="155959" y="107256"/>
                </a:cubicBezTo>
                <a:cubicBezTo>
                  <a:pt x="153047" y="77317"/>
                  <a:pt x="173425" y="0"/>
                  <a:pt x="2819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n_56832"/>
          <p:cNvSpPr/>
          <p:nvPr/>
        </p:nvSpPr>
        <p:spPr>
          <a:xfrm>
            <a:off x="8016802" y="3900101"/>
            <a:ext cx="609684" cy="456607"/>
          </a:xfrm>
          <a:custGeom>
            <a:avLst/>
            <a:gdLst>
              <a:gd name="connsiteX0" fmla="*/ 429004 w 607639"/>
              <a:gd name="connsiteY0" fmla="*/ 0 h 455076"/>
              <a:gd name="connsiteX1" fmla="*/ 502612 w 607639"/>
              <a:gd name="connsiteY1" fmla="*/ 33775 h 455076"/>
              <a:gd name="connsiteX2" fmla="*/ 501277 w 607639"/>
              <a:gd name="connsiteY2" fmla="*/ 96082 h 455076"/>
              <a:gd name="connsiteX3" fmla="*/ 495136 w 607639"/>
              <a:gd name="connsiteY3" fmla="*/ 102215 h 455076"/>
              <a:gd name="connsiteX4" fmla="*/ 493533 w 607639"/>
              <a:gd name="connsiteY4" fmla="*/ 133857 h 455076"/>
              <a:gd name="connsiteX5" fmla="*/ 503769 w 607639"/>
              <a:gd name="connsiteY5" fmla="*/ 141589 h 455076"/>
              <a:gd name="connsiteX6" fmla="*/ 511335 w 607639"/>
              <a:gd name="connsiteY6" fmla="*/ 166032 h 455076"/>
              <a:gd name="connsiteX7" fmla="*/ 506617 w 607639"/>
              <a:gd name="connsiteY7" fmla="*/ 203362 h 455076"/>
              <a:gd name="connsiteX8" fmla="*/ 485968 w 607639"/>
              <a:gd name="connsiteY8" fmla="*/ 229049 h 455076"/>
              <a:gd name="connsiteX9" fmla="*/ 450544 w 607639"/>
              <a:gd name="connsiteY9" fmla="*/ 299266 h 455076"/>
              <a:gd name="connsiteX10" fmla="*/ 455706 w 607639"/>
              <a:gd name="connsiteY10" fmla="*/ 319887 h 455076"/>
              <a:gd name="connsiteX11" fmla="*/ 525487 w 607639"/>
              <a:gd name="connsiteY11" fmla="*/ 337308 h 455076"/>
              <a:gd name="connsiteX12" fmla="*/ 607639 w 607639"/>
              <a:gd name="connsiteY12" fmla="*/ 442366 h 455076"/>
              <a:gd name="connsiteX13" fmla="*/ 594911 w 607639"/>
              <a:gd name="connsiteY13" fmla="*/ 455076 h 455076"/>
              <a:gd name="connsiteX14" fmla="*/ 493711 w 607639"/>
              <a:gd name="connsiteY14" fmla="*/ 455076 h 455076"/>
              <a:gd name="connsiteX15" fmla="*/ 480984 w 607639"/>
              <a:gd name="connsiteY15" fmla="*/ 442455 h 455076"/>
              <a:gd name="connsiteX16" fmla="*/ 379695 w 607639"/>
              <a:gd name="connsiteY16" fmla="*/ 312776 h 455076"/>
              <a:gd name="connsiteX17" fmla="*/ 362250 w 607639"/>
              <a:gd name="connsiteY17" fmla="*/ 308421 h 455076"/>
              <a:gd name="connsiteX18" fmla="*/ 352637 w 607639"/>
              <a:gd name="connsiteY18" fmla="*/ 295177 h 455076"/>
              <a:gd name="connsiteX19" fmla="*/ 355930 w 607639"/>
              <a:gd name="connsiteY19" fmla="*/ 251181 h 455076"/>
              <a:gd name="connsiteX20" fmla="*/ 360292 w 607639"/>
              <a:gd name="connsiteY20" fmla="*/ 242470 h 455076"/>
              <a:gd name="connsiteX21" fmla="*/ 379873 w 607639"/>
              <a:gd name="connsiteY21" fmla="*/ 206562 h 455076"/>
              <a:gd name="connsiteX22" fmla="*/ 384501 w 607639"/>
              <a:gd name="connsiteY22" fmla="*/ 169143 h 455076"/>
              <a:gd name="connsiteX23" fmla="*/ 371506 w 607639"/>
              <a:gd name="connsiteY23" fmla="*/ 125591 h 455076"/>
              <a:gd name="connsiteX24" fmla="*/ 371417 w 607639"/>
              <a:gd name="connsiteY24" fmla="*/ 109325 h 455076"/>
              <a:gd name="connsiteX25" fmla="*/ 374889 w 607639"/>
              <a:gd name="connsiteY25" fmla="*/ 25154 h 455076"/>
              <a:gd name="connsiteX26" fmla="*/ 373998 w 607639"/>
              <a:gd name="connsiteY26" fmla="*/ 14399 h 455076"/>
              <a:gd name="connsiteX27" fmla="*/ 381742 w 607639"/>
              <a:gd name="connsiteY27" fmla="*/ 6844 h 455076"/>
              <a:gd name="connsiteX28" fmla="*/ 429004 w 607639"/>
              <a:gd name="connsiteY28" fmla="*/ 0 h 455076"/>
              <a:gd name="connsiteX29" fmla="*/ 277076 w 607639"/>
              <a:gd name="connsiteY29" fmla="*/ 0 h 455076"/>
              <a:gd name="connsiteX30" fmla="*/ 350685 w 607639"/>
              <a:gd name="connsiteY30" fmla="*/ 33775 h 455076"/>
              <a:gd name="connsiteX31" fmla="*/ 349350 w 607639"/>
              <a:gd name="connsiteY31" fmla="*/ 96082 h 455076"/>
              <a:gd name="connsiteX32" fmla="*/ 343208 w 607639"/>
              <a:gd name="connsiteY32" fmla="*/ 102215 h 455076"/>
              <a:gd name="connsiteX33" fmla="*/ 341695 w 607639"/>
              <a:gd name="connsiteY33" fmla="*/ 133857 h 455076"/>
              <a:gd name="connsiteX34" fmla="*/ 351931 w 607639"/>
              <a:gd name="connsiteY34" fmla="*/ 141589 h 455076"/>
              <a:gd name="connsiteX35" fmla="*/ 359407 w 607639"/>
              <a:gd name="connsiteY35" fmla="*/ 166032 h 455076"/>
              <a:gd name="connsiteX36" fmla="*/ 354690 w 607639"/>
              <a:gd name="connsiteY36" fmla="*/ 203362 h 455076"/>
              <a:gd name="connsiteX37" fmla="*/ 334129 w 607639"/>
              <a:gd name="connsiteY37" fmla="*/ 229049 h 455076"/>
              <a:gd name="connsiteX38" fmla="*/ 298616 w 607639"/>
              <a:gd name="connsiteY38" fmla="*/ 299266 h 455076"/>
              <a:gd name="connsiteX39" fmla="*/ 303778 w 607639"/>
              <a:gd name="connsiteY39" fmla="*/ 319887 h 455076"/>
              <a:gd name="connsiteX40" fmla="*/ 373559 w 607639"/>
              <a:gd name="connsiteY40" fmla="*/ 337308 h 455076"/>
              <a:gd name="connsiteX41" fmla="*/ 455712 w 607639"/>
              <a:gd name="connsiteY41" fmla="*/ 442366 h 455076"/>
              <a:gd name="connsiteX42" fmla="*/ 451974 w 607639"/>
              <a:gd name="connsiteY42" fmla="*/ 451432 h 455076"/>
              <a:gd name="connsiteX43" fmla="*/ 443073 w 607639"/>
              <a:gd name="connsiteY43" fmla="*/ 455076 h 455076"/>
              <a:gd name="connsiteX44" fmla="*/ 12639 w 607639"/>
              <a:gd name="connsiteY44" fmla="*/ 455076 h 455076"/>
              <a:gd name="connsiteX45" fmla="*/ 0 w 607639"/>
              <a:gd name="connsiteY45" fmla="*/ 442455 h 455076"/>
              <a:gd name="connsiteX46" fmla="*/ 82153 w 607639"/>
              <a:gd name="connsiteY46" fmla="*/ 337308 h 455076"/>
              <a:gd name="connsiteX47" fmla="*/ 151934 w 607639"/>
              <a:gd name="connsiteY47" fmla="*/ 319976 h 455076"/>
              <a:gd name="connsiteX48" fmla="*/ 157541 w 607639"/>
              <a:gd name="connsiteY48" fmla="*/ 297577 h 455076"/>
              <a:gd name="connsiteX49" fmla="*/ 123897 w 607639"/>
              <a:gd name="connsiteY49" fmla="*/ 229760 h 455076"/>
              <a:gd name="connsiteX50" fmla="*/ 101022 w 607639"/>
              <a:gd name="connsiteY50" fmla="*/ 203451 h 455076"/>
              <a:gd name="connsiteX51" fmla="*/ 96305 w 607639"/>
              <a:gd name="connsiteY51" fmla="*/ 166032 h 455076"/>
              <a:gd name="connsiteX52" fmla="*/ 103870 w 607639"/>
              <a:gd name="connsiteY52" fmla="*/ 141412 h 455076"/>
              <a:gd name="connsiteX53" fmla="*/ 115352 w 607639"/>
              <a:gd name="connsiteY53" fmla="*/ 133234 h 455076"/>
              <a:gd name="connsiteX54" fmla="*/ 112326 w 607639"/>
              <a:gd name="connsiteY54" fmla="*/ 96793 h 455076"/>
              <a:gd name="connsiteX55" fmla="*/ 205159 w 607639"/>
              <a:gd name="connsiteY55" fmla="*/ 18754 h 455076"/>
              <a:gd name="connsiteX56" fmla="*/ 277076 w 607639"/>
              <a:gd name="connsiteY56" fmla="*/ 0 h 455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07639" h="455076">
                <a:moveTo>
                  <a:pt x="429004" y="0"/>
                </a:moveTo>
                <a:cubicBezTo>
                  <a:pt x="463182" y="0"/>
                  <a:pt x="487926" y="11377"/>
                  <a:pt x="502612" y="33775"/>
                </a:cubicBezTo>
                <a:cubicBezTo>
                  <a:pt x="522104" y="63373"/>
                  <a:pt x="512581" y="83994"/>
                  <a:pt x="501277" y="96082"/>
                </a:cubicBezTo>
                <a:lnTo>
                  <a:pt x="495136" y="102215"/>
                </a:lnTo>
                <a:lnTo>
                  <a:pt x="493533" y="133857"/>
                </a:lnTo>
                <a:cubicBezTo>
                  <a:pt x="497450" y="135634"/>
                  <a:pt x="500921" y="138301"/>
                  <a:pt x="503769" y="141589"/>
                </a:cubicBezTo>
                <a:cubicBezTo>
                  <a:pt x="509643" y="148255"/>
                  <a:pt x="512403" y="157144"/>
                  <a:pt x="511335" y="166032"/>
                </a:cubicBezTo>
                <a:lnTo>
                  <a:pt x="506617" y="203362"/>
                </a:lnTo>
                <a:cubicBezTo>
                  <a:pt x="505193" y="215450"/>
                  <a:pt x="496916" y="225138"/>
                  <a:pt x="485968" y="229049"/>
                </a:cubicBezTo>
                <a:cubicBezTo>
                  <a:pt x="481785" y="255092"/>
                  <a:pt x="468968" y="280423"/>
                  <a:pt x="450544" y="299266"/>
                </a:cubicBezTo>
                <a:lnTo>
                  <a:pt x="455706" y="319887"/>
                </a:lnTo>
                <a:lnTo>
                  <a:pt x="525487" y="337308"/>
                </a:lnTo>
                <a:cubicBezTo>
                  <a:pt x="573817" y="349395"/>
                  <a:pt x="607639" y="392592"/>
                  <a:pt x="607639" y="442366"/>
                </a:cubicBezTo>
                <a:cubicBezTo>
                  <a:pt x="607639" y="449388"/>
                  <a:pt x="601943" y="455076"/>
                  <a:pt x="594911" y="455076"/>
                </a:cubicBezTo>
                <a:lnTo>
                  <a:pt x="493711" y="455076"/>
                </a:lnTo>
                <a:cubicBezTo>
                  <a:pt x="486680" y="455076"/>
                  <a:pt x="480984" y="449388"/>
                  <a:pt x="480984" y="442455"/>
                </a:cubicBezTo>
                <a:cubicBezTo>
                  <a:pt x="480984" y="381038"/>
                  <a:pt x="439329" y="327708"/>
                  <a:pt x="379695" y="312776"/>
                </a:cubicBezTo>
                <a:lnTo>
                  <a:pt x="362250" y="308421"/>
                </a:lnTo>
                <a:cubicBezTo>
                  <a:pt x="356197" y="306910"/>
                  <a:pt x="352192" y="301399"/>
                  <a:pt x="352637" y="295177"/>
                </a:cubicBezTo>
                <a:lnTo>
                  <a:pt x="355930" y="251181"/>
                </a:lnTo>
                <a:cubicBezTo>
                  <a:pt x="356197" y="247803"/>
                  <a:pt x="357710" y="244692"/>
                  <a:pt x="360292" y="242470"/>
                </a:cubicBezTo>
                <a:cubicBezTo>
                  <a:pt x="371150" y="233227"/>
                  <a:pt x="378093" y="220517"/>
                  <a:pt x="379873" y="206562"/>
                </a:cubicBezTo>
                <a:lnTo>
                  <a:pt x="384501" y="169143"/>
                </a:lnTo>
                <a:cubicBezTo>
                  <a:pt x="386459" y="153500"/>
                  <a:pt x="381742" y="137590"/>
                  <a:pt x="371506" y="125591"/>
                </a:cubicBezTo>
                <a:cubicBezTo>
                  <a:pt x="367501" y="120880"/>
                  <a:pt x="367501" y="114036"/>
                  <a:pt x="371417" y="109325"/>
                </a:cubicBezTo>
                <a:cubicBezTo>
                  <a:pt x="390910" y="85683"/>
                  <a:pt x="392156" y="55018"/>
                  <a:pt x="374889" y="25154"/>
                </a:cubicBezTo>
                <a:cubicBezTo>
                  <a:pt x="372930" y="21954"/>
                  <a:pt x="372663" y="17954"/>
                  <a:pt x="373998" y="14399"/>
                </a:cubicBezTo>
                <a:cubicBezTo>
                  <a:pt x="375334" y="10844"/>
                  <a:pt x="378182" y="8089"/>
                  <a:pt x="381742" y="6844"/>
                </a:cubicBezTo>
                <a:cubicBezTo>
                  <a:pt x="399721" y="800"/>
                  <a:pt x="416454" y="0"/>
                  <a:pt x="429004" y="0"/>
                </a:cubicBezTo>
                <a:close/>
                <a:moveTo>
                  <a:pt x="277076" y="0"/>
                </a:moveTo>
                <a:cubicBezTo>
                  <a:pt x="311255" y="0"/>
                  <a:pt x="336088" y="11377"/>
                  <a:pt x="350685" y="33775"/>
                </a:cubicBezTo>
                <a:cubicBezTo>
                  <a:pt x="370177" y="63373"/>
                  <a:pt x="360653" y="83994"/>
                  <a:pt x="349350" y="96082"/>
                </a:cubicBezTo>
                <a:lnTo>
                  <a:pt x="343208" y="102215"/>
                </a:lnTo>
                <a:lnTo>
                  <a:pt x="341695" y="133857"/>
                </a:lnTo>
                <a:cubicBezTo>
                  <a:pt x="345522" y="135634"/>
                  <a:pt x="349083" y="138301"/>
                  <a:pt x="351931" y="141589"/>
                </a:cubicBezTo>
                <a:cubicBezTo>
                  <a:pt x="357805" y="148255"/>
                  <a:pt x="360475" y="157144"/>
                  <a:pt x="359407" y="166032"/>
                </a:cubicBezTo>
                <a:lnTo>
                  <a:pt x="354690" y="203362"/>
                </a:lnTo>
                <a:cubicBezTo>
                  <a:pt x="353266" y="215450"/>
                  <a:pt x="344988" y="225138"/>
                  <a:pt x="334129" y="229049"/>
                </a:cubicBezTo>
                <a:cubicBezTo>
                  <a:pt x="329857" y="255092"/>
                  <a:pt x="317129" y="280423"/>
                  <a:pt x="298616" y="299266"/>
                </a:cubicBezTo>
                <a:lnTo>
                  <a:pt x="303778" y="319887"/>
                </a:lnTo>
                <a:lnTo>
                  <a:pt x="373559" y="337308"/>
                </a:lnTo>
                <a:cubicBezTo>
                  <a:pt x="421979" y="349395"/>
                  <a:pt x="455712" y="392592"/>
                  <a:pt x="455712" y="442366"/>
                </a:cubicBezTo>
                <a:cubicBezTo>
                  <a:pt x="455712" y="445744"/>
                  <a:pt x="454377" y="449032"/>
                  <a:pt x="451974" y="451432"/>
                </a:cubicBezTo>
                <a:cubicBezTo>
                  <a:pt x="449660" y="453743"/>
                  <a:pt x="446455" y="455076"/>
                  <a:pt x="443073" y="455076"/>
                </a:cubicBezTo>
                <a:lnTo>
                  <a:pt x="12639" y="455076"/>
                </a:lnTo>
                <a:cubicBezTo>
                  <a:pt x="5696" y="455076"/>
                  <a:pt x="0" y="449388"/>
                  <a:pt x="0" y="442455"/>
                </a:cubicBezTo>
                <a:cubicBezTo>
                  <a:pt x="0" y="392592"/>
                  <a:pt x="33733" y="349395"/>
                  <a:pt x="82153" y="337308"/>
                </a:cubicBezTo>
                <a:lnTo>
                  <a:pt x="151934" y="319976"/>
                </a:lnTo>
                <a:lnTo>
                  <a:pt x="157541" y="297577"/>
                </a:lnTo>
                <a:cubicBezTo>
                  <a:pt x="140185" y="279090"/>
                  <a:pt x="128080" y="254736"/>
                  <a:pt x="123897" y="229760"/>
                </a:cubicBezTo>
                <a:cubicBezTo>
                  <a:pt x="111881" y="226472"/>
                  <a:pt x="102624" y="216250"/>
                  <a:pt x="101022" y="203451"/>
                </a:cubicBezTo>
                <a:lnTo>
                  <a:pt x="96305" y="166032"/>
                </a:lnTo>
                <a:cubicBezTo>
                  <a:pt x="95148" y="157144"/>
                  <a:pt x="97996" y="148167"/>
                  <a:pt x="103870" y="141412"/>
                </a:cubicBezTo>
                <a:cubicBezTo>
                  <a:pt x="107075" y="137856"/>
                  <a:pt x="110991" y="135012"/>
                  <a:pt x="115352" y="133234"/>
                </a:cubicBezTo>
                <a:cubicBezTo>
                  <a:pt x="114017" y="121680"/>
                  <a:pt x="112326" y="104792"/>
                  <a:pt x="112326" y="96793"/>
                </a:cubicBezTo>
                <a:cubicBezTo>
                  <a:pt x="112326" y="61418"/>
                  <a:pt x="122918" y="20799"/>
                  <a:pt x="205159" y="18754"/>
                </a:cubicBezTo>
                <a:cubicBezTo>
                  <a:pt x="233641" y="0"/>
                  <a:pt x="263904" y="0"/>
                  <a:pt x="277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并列循环关系图</a:t>
            </a:r>
            <a:endParaRPr lang="zh-CN" altLang="en-US" dirty="0"/>
          </a:p>
        </p:txBody>
      </p:sp>
      <p:sp>
        <p:nvSpPr>
          <p:cNvPr id="3" name="矩形: 圆角 2"/>
          <p:cNvSpPr/>
          <p:nvPr/>
        </p:nvSpPr>
        <p:spPr>
          <a:xfrm>
            <a:off x="6567388" y="1505176"/>
            <a:ext cx="5145187" cy="432956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479424" y="1505176"/>
            <a:ext cx="5145189" cy="432956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182938" y="1796651"/>
            <a:ext cx="3778795" cy="37787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타원 13"/>
          <p:cNvSpPr/>
          <p:nvPr/>
        </p:nvSpPr>
        <p:spPr>
          <a:xfrm>
            <a:off x="5091671" y="2693794"/>
            <a:ext cx="2037939" cy="20379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ko-KR" altLang="en-US" sz="2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막힌 원호 5"/>
          <p:cNvSpPr/>
          <p:nvPr/>
        </p:nvSpPr>
        <p:spPr>
          <a:xfrm rot="16200000">
            <a:off x="4407062" y="1998486"/>
            <a:ext cx="3422135" cy="3424274"/>
          </a:xfrm>
          <a:prstGeom prst="blockArc">
            <a:avLst>
              <a:gd name="adj1" fmla="val 10800000"/>
              <a:gd name="adj2" fmla="val 0"/>
              <a:gd name="adj3" fmla="val 15656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pSp>
        <p:nvGrpSpPr>
          <p:cNvPr id="8" name="그룹 6"/>
          <p:cNvGrpSpPr/>
          <p:nvPr/>
        </p:nvGrpSpPr>
        <p:grpSpPr>
          <a:xfrm rot="5400000">
            <a:off x="4322442" y="2075922"/>
            <a:ext cx="3575753" cy="3423294"/>
            <a:chOff x="2686170" y="1907592"/>
            <a:chExt cx="3939630" cy="3771658"/>
          </a:xfrm>
          <a:gradFill>
            <a:gsLst>
              <a:gs pos="0">
                <a:schemeClr val="bg1">
                  <a:lumMod val="50000"/>
                </a:schemeClr>
              </a:gs>
              <a:gs pos="80000">
                <a:schemeClr val="bg1">
                  <a:lumMod val="75000"/>
                </a:schemeClr>
              </a:gs>
              <a:gs pos="100000">
                <a:schemeClr val="bg1">
                  <a:lumMod val="85000"/>
                </a:schemeClr>
              </a:gs>
            </a:gsLst>
            <a:lin ang="16200000" scaled="0"/>
          </a:gradFill>
        </p:grpSpPr>
        <p:sp>
          <p:nvSpPr>
            <p:cNvPr id="9" name="막힌 원호 7"/>
            <p:cNvSpPr/>
            <p:nvPr/>
          </p:nvSpPr>
          <p:spPr>
            <a:xfrm>
              <a:off x="2686170" y="1907592"/>
              <a:ext cx="3771658" cy="3771658"/>
            </a:xfrm>
            <a:prstGeom prst="blockArc">
              <a:avLst>
                <a:gd name="adj1" fmla="val 10800000"/>
                <a:gd name="adj2" fmla="val 0"/>
                <a:gd name="adj3" fmla="val 1565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0" name="이등변 삼각형 8"/>
            <p:cNvSpPr/>
            <p:nvPr/>
          </p:nvSpPr>
          <p:spPr>
            <a:xfrm rot="10800000">
              <a:off x="5697125" y="3770313"/>
              <a:ext cx="928675" cy="543591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이등변 삼각형 9"/>
          <p:cNvSpPr/>
          <p:nvPr/>
        </p:nvSpPr>
        <p:spPr>
          <a:xfrm rot="5400000">
            <a:off x="5910535" y="2020956"/>
            <a:ext cx="843228" cy="492240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 rot="16200000">
            <a:off x="4241485" y="3109372"/>
            <a:ext cx="2253249" cy="1203602"/>
          </a:xfrm>
          <a:prstGeom prst="rect">
            <a:avLst/>
          </a:prstGeom>
          <a:noFill/>
        </p:spPr>
        <p:txBody>
          <a:bodyPr spcFirstLastPara="1">
            <a:prstTxWarp prst="textArchUp">
              <a:avLst/>
            </a:prstTxWarp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点击此处添加标题</a:t>
            </a:r>
            <a:endParaRPr lang="ko-KR" altLang="en-US" dirty="0">
              <a:solidFill>
                <a:schemeClr val="bg1"/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 rot="5400000">
            <a:off x="5793714" y="3109374"/>
            <a:ext cx="2253249" cy="1203600"/>
          </a:xfrm>
          <a:prstGeom prst="rect">
            <a:avLst/>
          </a:prstGeom>
          <a:noFill/>
        </p:spPr>
        <p:txBody>
          <a:bodyPr spcFirstLastPara="1">
            <a:prstTxWarp prst="textArchUp">
              <a:avLst/>
            </a:prstTxWarp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点击此处添加标题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30923" y="3298875"/>
            <a:ext cx="2165853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点击此处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添加标题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1251685" y="1718462"/>
            <a:ext cx="2629391" cy="116224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此处添加标题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TextBox 7"/>
          <p:cNvSpPr txBox="1"/>
          <p:nvPr/>
        </p:nvSpPr>
        <p:spPr>
          <a:xfrm>
            <a:off x="1251685" y="3082168"/>
            <a:ext cx="2629391" cy="116224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此处添加标题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TextBox 7"/>
          <p:cNvSpPr txBox="1"/>
          <p:nvPr/>
        </p:nvSpPr>
        <p:spPr>
          <a:xfrm>
            <a:off x="1251685" y="4445874"/>
            <a:ext cx="2629391" cy="116224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此处添加标题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TextBox 7"/>
          <p:cNvSpPr txBox="1"/>
          <p:nvPr/>
        </p:nvSpPr>
        <p:spPr>
          <a:xfrm>
            <a:off x="8356695" y="1718462"/>
            <a:ext cx="2629391" cy="116224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此处添加标题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TextBox 7"/>
          <p:cNvSpPr txBox="1"/>
          <p:nvPr/>
        </p:nvSpPr>
        <p:spPr>
          <a:xfrm>
            <a:off x="8356695" y="3082168"/>
            <a:ext cx="2629391" cy="116224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此处添加标题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TextBox 7"/>
          <p:cNvSpPr txBox="1"/>
          <p:nvPr/>
        </p:nvSpPr>
        <p:spPr>
          <a:xfrm>
            <a:off x="8356695" y="4445874"/>
            <a:ext cx="2629391" cy="116224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此处添加标题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标题数字等都可以通过点击和重新输入进行更改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时间轴</a:t>
            </a:r>
            <a:endParaRPr lang="zh-CN" altLang="en-US" dirty="0"/>
          </a:p>
        </p:txBody>
      </p:sp>
      <p:grpSp>
        <p:nvGrpSpPr>
          <p:cNvPr id="76" name="组合 75"/>
          <p:cNvGrpSpPr/>
          <p:nvPr/>
        </p:nvGrpSpPr>
        <p:grpSpPr>
          <a:xfrm>
            <a:off x="693427" y="1670950"/>
            <a:ext cx="10805147" cy="4140216"/>
            <a:chOff x="1278727" y="1759850"/>
            <a:chExt cx="10805147" cy="4140216"/>
          </a:xfrm>
        </p:grpSpPr>
        <p:cxnSp>
          <p:nvCxnSpPr>
            <p:cNvPr id="3" name="直接箭头连接符 2"/>
            <p:cNvCxnSpPr/>
            <p:nvPr/>
          </p:nvCxnSpPr>
          <p:spPr>
            <a:xfrm>
              <a:off x="1450975" y="3671609"/>
              <a:ext cx="10448925" cy="0"/>
            </a:xfrm>
            <a:prstGeom prst="straightConnector1">
              <a:avLst/>
            </a:prstGeom>
            <a:ln w="28575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组合 3"/>
            <p:cNvGrpSpPr/>
            <p:nvPr/>
          </p:nvGrpSpPr>
          <p:grpSpPr>
            <a:xfrm rot="10800000">
              <a:off x="1739808" y="3604935"/>
              <a:ext cx="133347" cy="847724"/>
              <a:chOff x="856347" y="2857499"/>
              <a:chExt cx="133347" cy="847724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923020" y="2857499"/>
                <a:ext cx="0" cy="781050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6" name="椭圆 5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 rtl="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00" b="0" i="0" u="none" baseline="0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2320485" y="2660144"/>
              <a:ext cx="133347" cy="1078138"/>
              <a:chOff x="856347" y="2627085"/>
              <a:chExt cx="133347" cy="1078138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923020" y="2627085"/>
                <a:ext cx="0" cy="1011464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" name="椭圆 8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 rot="10800000">
              <a:off x="2897130" y="3604935"/>
              <a:ext cx="133347" cy="1435552"/>
              <a:chOff x="856347" y="2269671"/>
              <a:chExt cx="133347" cy="1435552"/>
            </a:xfrm>
          </p:grpSpPr>
          <p:cxnSp>
            <p:nvCxnSpPr>
              <p:cNvPr id="11" name="直接连接符 10"/>
              <p:cNvCxnSpPr/>
              <p:nvPr/>
            </p:nvCxnSpPr>
            <p:spPr>
              <a:xfrm rot="10800000" flipV="1">
                <a:off x="923020" y="2269671"/>
                <a:ext cx="0" cy="1368878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" name="椭圆 11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 rot="10800000">
              <a:off x="4054452" y="3604935"/>
              <a:ext cx="133347" cy="847724"/>
              <a:chOff x="856347" y="2857499"/>
              <a:chExt cx="133347" cy="847724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923020" y="2857499"/>
                <a:ext cx="0" cy="781050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" name="椭圆 14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 rot="10800000">
              <a:off x="6369096" y="3604935"/>
              <a:ext cx="133347" cy="847724"/>
              <a:chOff x="856347" y="2857499"/>
              <a:chExt cx="133347" cy="847724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923020" y="2857499"/>
                <a:ext cx="0" cy="781050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" name="椭圆 17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 rot="10800000">
              <a:off x="8683740" y="3604935"/>
              <a:ext cx="133347" cy="847724"/>
              <a:chOff x="856347" y="2857499"/>
              <a:chExt cx="133347" cy="847724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923020" y="2857499"/>
                <a:ext cx="0" cy="781050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1" name="椭圆 20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 rot="10800000">
              <a:off x="10998384" y="3604935"/>
              <a:ext cx="133347" cy="847724"/>
              <a:chOff x="856347" y="2857499"/>
              <a:chExt cx="133347" cy="847724"/>
            </a:xfrm>
          </p:grpSpPr>
          <p:cxnSp>
            <p:nvCxnSpPr>
              <p:cNvPr id="23" name="直接连接符 22"/>
              <p:cNvCxnSpPr/>
              <p:nvPr/>
            </p:nvCxnSpPr>
            <p:spPr>
              <a:xfrm>
                <a:off x="923020" y="2857499"/>
                <a:ext cx="0" cy="781050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4" name="椭圆 23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" name="文本框 24"/>
            <p:cNvSpPr txBox="1"/>
            <p:nvPr/>
          </p:nvSpPr>
          <p:spPr>
            <a:xfrm>
              <a:off x="1794253" y="1759850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1992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093612" y="2174845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1994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175571" y="1759850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1996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332887" y="2174845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1998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414846" y="1759850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2010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656221" y="2174845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2015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738180" y="1759850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2020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970864" y="2174845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2024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1052823" y="1759850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2000" b="1" i="0" u="none" baseline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2029</a:t>
              </a:r>
              <a:endParaRPr lang="en-US" altLang="zh-CN" sz="2000" b="1" i="0" u="none" baseline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441201" y="5084458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1993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602062" y="4454473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1995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278727" y="4454473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1991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081104" y="5084458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2012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8241965" y="4454473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2019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5918630" y="4454473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2009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9406362" y="5084458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2022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0567223" y="4454473"/>
              <a:ext cx="1031051" cy="81560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2025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779646" y="5084458"/>
              <a:ext cx="1031051" cy="815608"/>
            </a:xfrm>
            <a:prstGeom prst="rect">
              <a:avLst/>
            </a:prstGeom>
          </p:spPr>
          <p:txBody>
            <a:bodyPr vert="horz" wrap="none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1997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</a:t>
              </a:r>
              <a:endPara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可以更改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 rot="10800000">
              <a:off x="5211774" y="3604935"/>
              <a:ext cx="133347" cy="1435552"/>
              <a:chOff x="856347" y="2269671"/>
              <a:chExt cx="133347" cy="1435552"/>
            </a:xfrm>
          </p:grpSpPr>
          <p:cxnSp>
            <p:nvCxnSpPr>
              <p:cNvPr id="44" name="直接连接符 43"/>
              <p:cNvCxnSpPr/>
              <p:nvPr/>
            </p:nvCxnSpPr>
            <p:spPr>
              <a:xfrm rot="10800000" flipV="1">
                <a:off x="923020" y="2269671"/>
                <a:ext cx="0" cy="1368878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5" name="椭圆 44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 rot="10800000">
              <a:off x="7526418" y="3604935"/>
              <a:ext cx="133347" cy="1435552"/>
              <a:chOff x="856347" y="2269671"/>
              <a:chExt cx="133347" cy="1435552"/>
            </a:xfrm>
          </p:grpSpPr>
          <p:cxnSp>
            <p:nvCxnSpPr>
              <p:cNvPr id="47" name="直接连接符 46"/>
              <p:cNvCxnSpPr/>
              <p:nvPr/>
            </p:nvCxnSpPr>
            <p:spPr>
              <a:xfrm rot="10800000" flipV="1">
                <a:off x="923020" y="2269671"/>
                <a:ext cx="0" cy="1368878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8" name="椭圆 47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 rot="10800000">
              <a:off x="9841062" y="3604935"/>
              <a:ext cx="133347" cy="1435552"/>
              <a:chOff x="856347" y="2269671"/>
              <a:chExt cx="133347" cy="1435552"/>
            </a:xfrm>
          </p:grpSpPr>
          <p:cxnSp>
            <p:nvCxnSpPr>
              <p:cNvPr id="50" name="直接连接符 49"/>
              <p:cNvCxnSpPr/>
              <p:nvPr/>
            </p:nvCxnSpPr>
            <p:spPr>
              <a:xfrm rot="10800000" flipV="1">
                <a:off x="923020" y="2269671"/>
                <a:ext cx="0" cy="1368878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1" name="椭圆 50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4639161" y="2660144"/>
              <a:ext cx="133347" cy="1078138"/>
              <a:chOff x="856347" y="2627085"/>
              <a:chExt cx="133347" cy="1078138"/>
            </a:xfrm>
          </p:grpSpPr>
          <p:cxnSp>
            <p:nvCxnSpPr>
              <p:cNvPr id="53" name="直接连接符 52"/>
              <p:cNvCxnSpPr/>
              <p:nvPr/>
            </p:nvCxnSpPr>
            <p:spPr>
              <a:xfrm>
                <a:off x="923020" y="2627085"/>
                <a:ext cx="0" cy="1011464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4" name="椭圆 53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>
              <a:off x="6957837" y="2660144"/>
              <a:ext cx="133347" cy="1078138"/>
              <a:chOff x="856347" y="2627085"/>
              <a:chExt cx="133347" cy="1078138"/>
            </a:xfrm>
          </p:grpSpPr>
          <p:cxnSp>
            <p:nvCxnSpPr>
              <p:cNvPr id="56" name="直接连接符 55"/>
              <p:cNvCxnSpPr/>
              <p:nvPr/>
            </p:nvCxnSpPr>
            <p:spPr>
              <a:xfrm>
                <a:off x="923020" y="2627085"/>
                <a:ext cx="0" cy="1011464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7" name="椭圆 56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9276513" y="2660144"/>
              <a:ext cx="133347" cy="1078138"/>
              <a:chOff x="856347" y="2627085"/>
              <a:chExt cx="133347" cy="1078138"/>
            </a:xfrm>
          </p:grpSpPr>
          <p:cxnSp>
            <p:nvCxnSpPr>
              <p:cNvPr id="59" name="直接连接符 58"/>
              <p:cNvCxnSpPr/>
              <p:nvPr/>
            </p:nvCxnSpPr>
            <p:spPr>
              <a:xfrm>
                <a:off x="923020" y="2627085"/>
                <a:ext cx="0" cy="1011464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60" name="椭圆 59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11595192" y="2660144"/>
              <a:ext cx="133347" cy="1078138"/>
              <a:chOff x="856347" y="2627085"/>
              <a:chExt cx="133347" cy="1078138"/>
            </a:xfrm>
          </p:grpSpPr>
          <p:cxnSp>
            <p:nvCxnSpPr>
              <p:cNvPr id="62" name="直接连接符 61"/>
              <p:cNvCxnSpPr/>
              <p:nvPr/>
            </p:nvCxnSpPr>
            <p:spPr>
              <a:xfrm>
                <a:off x="923020" y="2627085"/>
                <a:ext cx="0" cy="1011464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63" name="椭圆 62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3479823" y="3097387"/>
              <a:ext cx="133347" cy="640895"/>
              <a:chOff x="856347" y="3064328"/>
              <a:chExt cx="133347" cy="640895"/>
            </a:xfrm>
          </p:grpSpPr>
          <p:cxnSp>
            <p:nvCxnSpPr>
              <p:cNvPr id="65" name="直接连接符 64"/>
              <p:cNvCxnSpPr/>
              <p:nvPr/>
            </p:nvCxnSpPr>
            <p:spPr>
              <a:xfrm>
                <a:off x="923020" y="3064328"/>
                <a:ext cx="0" cy="574221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66" name="椭圆 65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5798499" y="3097387"/>
              <a:ext cx="133347" cy="640895"/>
              <a:chOff x="856347" y="3064328"/>
              <a:chExt cx="133347" cy="640895"/>
            </a:xfrm>
          </p:grpSpPr>
          <p:cxnSp>
            <p:nvCxnSpPr>
              <p:cNvPr id="68" name="直接连接符 67"/>
              <p:cNvCxnSpPr/>
              <p:nvPr/>
            </p:nvCxnSpPr>
            <p:spPr>
              <a:xfrm>
                <a:off x="923020" y="3064328"/>
                <a:ext cx="0" cy="574221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69" name="椭圆 68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8117175" y="3097387"/>
              <a:ext cx="133347" cy="640895"/>
              <a:chOff x="856347" y="3064328"/>
              <a:chExt cx="133347" cy="640895"/>
            </a:xfrm>
          </p:grpSpPr>
          <p:cxnSp>
            <p:nvCxnSpPr>
              <p:cNvPr id="71" name="直接连接符 70"/>
              <p:cNvCxnSpPr/>
              <p:nvPr/>
            </p:nvCxnSpPr>
            <p:spPr>
              <a:xfrm>
                <a:off x="923020" y="3064328"/>
                <a:ext cx="0" cy="574221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2" name="椭圆 71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10435851" y="3097387"/>
              <a:ext cx="133347" cy="640895"/>
              <a:chOff x="856347" y="3064328"/>
              <a:chExt cx="133347" cy="640895"/>
            </a:xfrm>
          </p:grpSpPr>
          <p:cxnSp>
            <p:nvCxnSpPr>
              <p:cNvPr id="74" name="直接连接符 73"/>
              <p:cNvCxnSpPr/>
              <p:nvPr/>
            </p:nvCxnSpPr>
            <p:spPr>
              <a:xfrm>
                <a:off x="923020" y="3064328"/>
                <a:ext cx="0" cy="574221"/>
              </a:xfrm>
              <a:prstGeom prst="lin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5" name="椭圆 74"/>
              <p:cNvSpPr/>
              <p:nvPr/>
            </p:nvSpPr>
            <p:spPr>
              <a:xfrm>
                <a:off x="856347" y="3571876"/>
                <a:ext cx="133347" cy="1333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zh-CN" altLang="en-US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组织架构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479425" y="1321301"/>
            <a:ext cx="11233151" cy="4215397"/>
            <a:chOff x="1450974" y="1448803"/>
            <a:chExt cx="10333038" cy="3887789"/>
          </a:xfrm>
        </p:grpSpPr>
        <p:grpSp>
          <p:nvGrpSpPr>
            <p:cNvPr id="4" name="组合 3"/>
            <p:cNvGrpSpPr/>
            <p:nvPr/>
          </p:nvGrpSpPr>
          <p:grpSpPr>
            <a:xfrm>
              <a:off x="4892618" y="1448803"/>
              <a:ext cx="4151289" cy="971146"/>
              <a:chOff x="3330067" y="1490957"/>
              <a:chExt cx="1540383" cy="590927"/>
            </a:xfrm>
          </p:grpSpPr>
          <p:sp>
            <p:nvSpPr>
              <p:cNvPr id="33" name="文本框 11"/>
              <p:cNvSpPr txBox="1"/>
              <p:nvPr/>
            </p:nvSpPr>
            <p:spPr>
              <a:xfrm>
                <a:off x="3330067" y="1490959"/>
                <a:ext cx="678121" cy="5909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72000" tIns="72000" rIns="72000" bIns="72000" rtlCol="0" anchor="ctr" anchorCtr="0">
                <a:noAutofit/>
              </a:bodyPr>
              <a:lstStyle>
                <a:defPPr>
                  <a:defRPr lang="fr-FR"/>
                </a:defPPr>
                <a:lvl1pPr marL="0" defTabSz="914400" eaLnBrk="1" latinLnBrk="0" hangingPunct="1">
                  <a:defRPr sz="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ea"/>
                  </a:defRPr>
                </a:lvl1pPr>
                <a:lvl2pPr marL="457200" defTabSz="914400" eaLnBrk="1" latinLnBrk="0" hangingPunct="1">
                  <a:defRPr sz="1800">
                    <a:latin typeface="+mn-lt"/>
                    <a:cs typeface="+mn-cs"/>
                  </a:defRPr>
                </a:lvl2pPr>
                <a:lvl3pPr marL="914400" defTabSz="914400" eaLnBrk="1" latinLnBrk="0" hangingPunct="1">
                  <a:defRPr sz="1800">
                    <a:latin typeface="+mn-lt"/>
                    <a:cs typeface="+mn-cs"/>
                  </a:defRPr>
                </a:lvl3pPr>
                <a:lvl4pPr marL="1371600" defTabSz="914400" eaLnBrk="1" latinLnBrk="0" hangingPunct="1">
                  <a:defRPr sz="1800">
                    <a:latin typeface="+mn-lt"/>
                    <a:cs typeface="+mn-cs"/>
                  </a:defRPr>
                </a:lvl4pPr>
                <a:lvl5pPr marL="1828800" defTabSz="914400" eaLnBrk="1" latinLnBrk="0" hangingPunct="1">
                  <a:defRPr sz="1800">
                    <a:latin typeface="+mn-lt"/>
                    <a:cs typeface="+mn-cs"/>
                  </a:defRPr>
                </a:lvl5pPr>
                <a:lvl6pPr>
                  <a:defRPr sz="1800">
                    <a:latin typeface="+mn-lt"/>
                    <a:cs typeface="+mn-cs"/>
                  </a:defRPr>
                </a:lvl6pPr>
                <a:lvl7pPr>
                  <a:defRPr sz="1800">
                    <a:latin typeface="+mn-lt"/>
                    <a:cs typeface="+mn-cs"/>
                  </a:defRPr>
                </a:lvl7pPr>
                <a:lvl8pPr>
                  <a:defRPr sz="1800">
                    <a:latin typeface="+mn-lt"/>
                    <a:cs typeface="+mn-cs"/>
                  </a:defRPr>
                </a:lvl8pPr>
                <a:lvl9pPr>
                  <a:defRPr sz="1800">
                    <a:latin typeface="+mn-lt"/>
                    <a:cs typeface="+mn-cs"/>
                  </a:defRPr>
                </a:lvl9pPr>
              </a:lstStyle>
              <a:p>
                <a:pPr algn="ctr"/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职位名称</a:t>
                </a:r>
                <a:r>
                  <a:rPr lang="en-US" altLang="zh-CN" sz="1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 </a:t>
                </a:r>
                <a:endPara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ctr"/>
                <a:r>
                  <a:rPr lang="zh-CN" altLang="en-US" sz="1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代用名</a:t>
                </a:r>
                <a:endPara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4008188" y="1490957"/>
                <a:ext cx="862262" cy="590925"/>
              </a:xfrm>
              <a:prstGeom prst="rect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lIns="216000" tIns="108000" rIns="216000" bIns="108000" anchor="ctr" anchorCtr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请在此输入您的标题内容文字请在此输入您的文字内容</a:t>
                </a:r>
                <a:endPara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450974" y="2926201"/>
              <a:ext cx="1899361" cy="1051491"/>
              <a:chOff x="530546" y="2312259"/>
              <a:chExt cx="1028048" cy="690021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530546" y="2622648"/>
                <a:ext cx="1028048" cy="3796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lIns="144000" rIns="144000" anchor="ctr" anchorCtr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请在此输入您的标题内容文字请在此输入您的文字内容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文本框 11"/>
              <p:cNvSpPr txBox="1"/>
              <p:nvPr/>
            </p:nvSpPr>
            <p:spPr>
              <a:xfrm>
                <a:off x="530546" y="2312259"/>
                <a:ext cx="1028048" cy="313644"/>
              </a:xfrm>
              <a:prstGeom prst="rect">
                <a:avLst/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wrap="square" lIns="72000" tIns="72000" rIns="72000" bIns="72000" rtlCol="0" anchor="ctr" anchorCtr="0">
                <a:noAutofit/>
              </a:bodyPr>
              <a:lstStyle>
                <a:defPPr>
                  <a:defRPr lang="fr-FR"/>
                </a:defPPr>
                <a:lvl1pPr marL="0" defTabSz="914400" eaLnBrk="1" latinLnBrk="0" hangingPunct="1">
                  <a:defRPr sz="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ea"/>
                  </a:defRPr>
                </a:lvl1pPr>
                <a:lvl2pPr marL="457200" defTabSz="914400" eaLnBrk="1" latinLnBrk="0" hangingPunct="1">
                  <a:defRPr sz="1800">
                    <a:latin typeface="+mn-lt"/>
                    <a:cs typeface="+mn-cs"/>
                  </a:defRPr>
                </a:lvl2pPr>
                <a:lvl3pPr marL="914400" defTabSz="914400" eaLnBrk="1" latinLnBrk="0" hangingPunct="1">
                  <a:defRPr sz="1800">
                    <a:latin typeface="+mn-lt"/>
                    <a:cs typeface="+mn-cs"/>
                  </a:defRPr>
                </a:lvl3pPr>
                <a:lvl4pPr marL="1371600" defTabSz="914400" eaLnBrk="1" latinLnBrk="0" hangingPunct="1">
                  <a:defRPr sz="1800">
                    <a:latin typeface="+mn-lt"/>
                    <a:cs typeface="+mn-cs"/>
                  </a:defRPr>
                </a:lvl4pPr>
                <a:lvl5pPr marL="1828800" defTabSz="914400" eaLnBrk="1" latinLnBrk="0" hangingPunct="1">
                  <a:defRPr sz="1800">
                    <a:latin typeface="+mn-lt"/>
                    <a:cs typeface="+mn-cs"/>
                  </a:defRPr>
                </a:lvl5pPr>
                <a:lvl6pPr>
                  <a:defRPr sz="1800">
                    <a:latin typeface="+mn-lt"/>
                    <a:cs typeface="+mn-cs"/>
                  </a:defRPr>
                </a:lvl6pPr>
                <a:lvl7pPr>
                  <a:defRPr sz="1800">
                    <a:latin typeface="+mn-lt"/>
                    <a:cs typeface="+mn-cs"/>
                  </a:defRPr>
                </a:lvl7pPr>
                <a:lvl8pPr>
                  <a:defRPr sz="1800">
                    <a:latin typeface="+mn-lt"/>
                    <a:cs typeface="+mn-cs"/>
                  </a:defRPr>
                </a:lvl8pPr>
                <a:lvl9pPr>
                  <a:defRPr sz="1800">
                    <a:latin typeface="+mn-lt"/>
                    <a:cs typeface="+mn-cs"/>
                  </a:defRPr>
                </a:lvl9pPr>
              </a:lstStyle>
              <a:p>
                <a:pPr algn="ctr"/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职位名称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ctr"/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 </a:t>
                </a:r>
                <a:r>
                  <a:rPr lang="zh-CN" altLang="en-US" sz="105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代用名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cxnSp>
          <p:nvCxnSpPr>
            <p:cNvPr id="6" name="连接符: 肘形 5"/>
            <p:cNvCxnSpPr>
              <a:stCxn id="33" idx="2"/>
              <a:endCxn id="32" idx="0"/>
            </p:cNvCxnSpPr>
            <p:nvPr/>
          </p:nvCxnSpPr>
          <p:spPr>
            <a:xfrm rot="5400000">
              <a:off x="3850390" y="970214"/>
              <a:ext cx="506252" cy="3405722"/>
            </a:xfrm>
            <a:prstGeom prst="bentConnector3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连接符: 肘形 6"/>
            <p:cNvCxnSpPr>
              <a:stCxn id="33" idx="2"/>
              <a:endCxn id="30" idx="0"/>
            </p:cNvCxnSpPr>
            <p:nvPr/>
          </p:nvCxnSpPr>
          <p:spPr>
            <a:xfrm rot="5400000">
              <a:off x="4904600" y="2024424"/>
              <a:ext cx="506252" cy="129730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连接符: 肘形 7"/>
            <p:cNvCxnSpPr>
              <a:stCxn id="33" idx="2"/>
              <a:endCxn id="28" idx="0"/>
            </p:cNvCxnSpPr>
            <p:nvPr/>
          </p:nvCxnSpPr>
          <p:spPr>
            <a:xfrm rot="16200000" flipH="1">
              <a:off x="5958809" y="2267517"/>
              <a:ext cx="506252" cy="81111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连接符: 肘形 8"/>
            <p:cNvCxnSpPr>
              <a:stCxn id="33" idx="2"/>
              <a:endCxn id="26" idx="0"/>
            </p:cNvCxnSpPr>
            <p:nvPr/>
          </p:nvCxnSpPr>
          <p:spPr>
            <a:xfrm rot="16200000" flipH="1">
              <a:off x="7013018" y="1213307"/>
              <a:ext cx="506252" cy="291953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连接符: 肘形 9"/>
            <p:cNvCxnSpPr>
              <a:stCxn id="33" idx="2"/>
              <a:endCxn id="24" idx="0"/>
            </p:cNvCxnSpPr>
            <p:nvPr/>
          </p:nvCxnSpPr>
          <p:spPr>
            <a:xfrm rot="16200000" flipH="1">
              <a:off x="8067228" y="159097"/>
              <a:ext cx="506252" cy="502795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3559393" y="2926201"/>
              <a:ext cx="1899361" cy="1051491"/>
              <a:chOff x="530546" y="2312259"/>
              <a:chExt cx="1028048" cy="690021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530546" y="2622648"/>
                <a:ext cx="1028048" cy="3796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lIns="144000" rIns="144000" anchor="ctr" anchorCtr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请在此输入您的标题内容文字请在此输入您的文字内容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文本框 11"/>
              <p:cNvSpPr txBox="1"/>
              <p:nvPr/>
            </p:nvSpPr>
            <p:spPr>
              <a:xfrm>
                <a:off x="530546" y="2312259"/>
                <a:ext cx="1028048" cy="313644"/>
              </a:xfrm>
              <a:prstGeom prst="rect">
                <a:avLst/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wrap="square" lIns="72000" tIns="72000" rIns="72000" bIns="72000" rtlCol="0" anchor="ctr" anchorCtr="0">
                <a:noAutofit/>
              </a:bodyPr>
              <a:lstStyle>
                <a:defPPr>
                  <a:defRPr lang="fr-FR"/>
                </a:defPPr>
                <a:lvl1pPr marL="0" defTabSz="914400" eaLnBrk="1" latinLnBrk="0" hangingPunct="1">
                  <a:defRPr sz="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ea"/>
                  </a:defRPr>
                </a:lvl1pPr>
                <a:lvl2pPr marL="457200" defTabSz="914400" eaLnBrk="1" latinLnBrk="0" hangingPunct="1">
                  <a:defRPr sz="1800">
                    <a:latin typeface="+mn-lt"/>
                    <a:cs typeface="+mn-cs"/>
                  </a:defRPr>
                </a:lvl2pPr>
                <a:lvl3pPr marL="914400" defTabSz="914400" eaLnBrk="1" latinLnBrk="0" hangingPunct="1">
                  <a:defRPr sz="1800">
                    <a:latin typeface="+mn-lt"/>
                    <a:cs typeface="+mn-cs"/>
                  </a:defRPr>
                </a:lvl3pPr>
                <a:lvl4pPr marL="1371600" defTabSz="914400" eaLnBrk="1" latinLnBrk="0" hangingPunct="1">
                  <a:defRPr sz="1800">
                    <a:latin typeface="+mn-lt"/>
                    <a:cs typeface="+mn-cs"/>
                  </a:defRPr>
                </a:lvl4pPr>
                <a:lvl5pPr marL="1828800" defTabSz="914400" eaLnBrk="1" latinLnBrk="0" hangingPunct="1">
                  <a:defRPr sz="1800">
                    <a:latin typeface="+mn-lt"/>
                    <a:cs typeface="+mn-cs"/>
                  </a:defRPr>
                </a:lvl5pPr>
                <a:lvl6pPr>
                  <a:defRPr sz="1800">
                    <a:latin typeface="+mn-lt"/>
                    <a:cs typeface="+mn-cs"/>
                  </a:defRPr>
                </a:lvl6pPr>
                <a:lvl7pPr>
                  <a:defRPr sz="1800">
                    <a:latin typeface="+mn-lt"/>
                    <a:cs typeface="+mn-cs"/>
                  </a:defRPr>
                </a:lvl7pPr>
                <a:lvl8pPr>
                  <a:defRPr sz="1800">
                    <a:latin typeface="+mn-lt"/>
                    <a:cs typeface="+mn-cs"/>
                  </a:defRPr>
                </a:lvl8pPr>
                <a:lvl9pPr>
                  <a:defRPr sz="1800">
                    <a:latin typeface="+mn-lt"/>
                    <a:cs typeface="+mn-cs"/>
                  </a:defRPr>
                </a:lvl9pPr>
              </a:lstStyle>
              <a:p>
                <a:pPr algn="ctr"/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职位名称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ctr"/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 </a:t>
                </a:r>
                <a:r>
                  <a:rPr lang="zh-CN" altLang="en-US" sz="105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代用名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667812" y="2926201"/>
              <a:ext cx="1899361" cy="1051491"/>
              <a:chOff x="530546" y="2312259"/>
              <a:chExt cx="1028048" cy="690021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530546" y="2622648"/>
                <a:ext cx="1028048" cy="3796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lIns="144000" rIns="144000" anchor="ctr" anchorCtr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请在此输入您的标题内容文字请在此输入您的文字内容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文本框 11"/>
              <p:cNvSpPr txBox="1"/>
              <p:nvPr/>
            </p:nvSpPr>
            <p:spPr>
              <a:xfrm>
                <a:off x="530546" y="2312259"/>
                <a:ext cx="1028048" cy="313644"/>
              </a:xfrm>
              <a:prstGeom prst="rect">
                <a:avLst/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wrap="square" lIns="72000" tIns="72000" rIns="72000" bIns="72000" rtlCol="0" anchor="ctr" anchorCtr="0">
                <a:noAutofit/>
              </a:bodyPr>
              <a:lstStyle>
                <a:defPPr>
                  <a:defRPr lang="fr-FR"/>
                </a:defPPr>
                <a:lvl1pPr marL="0" defTabSz="914400" eaLnBrk="1" latinLnBrk="0" hangingPunct="1">
                  <a:defRPr sz="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ea"/>
                  </a:defRPr>
                </a:lvl1pPr>
                <a:lvl2pPr marL="457200" defTabSz="914400" eaLnBrk="1" latinLnBrk="0" hangingPunct="1">
                  <a:defRPr sz="1800">
                    <a:latin typeface="+mn-lt"/>
                    <a:cs typeface="+mn-cs"/>
                  </a:defRPr>
                </a:lvl2pPr>
                <a:lvl3pPr marL="914400" defTabSz="914400" eaLnBrk="1" latinLnBrk="0" hangingPunct="1">
                  <a:defRPr sz="1800">
                    <a:latin typeface="+mn-lt"/>
                    <a:cs typeface="+mn-cs"/>
                  </a:defRPr>
                </a:lvl3pPr>
                <a:lvl4pPr marL="1371600" defTabSz="914400" eaLnBrk="1" latinLnBrk="0" hangingPunct="1">
                  <a:defRPr sz="1800">
                    <a:latin typeface="+mn-lt"/>
                    <a:cs typeface="+mn-cs"/>
                  </a:defRPr>
                </a:lvl4pPr>
                <a:lvl5pPr marL="1828800" defTabSz="914400" eaLnBrk="1" latinLnBrk="0" hangingPunct="1">
                  <a:defRPr sz="1800">
                    <a:latin typeface="+mn-lt"/>
                    <a:cs typeface="+mn-cs"/>
                  </a:defRPr>
                </a:lvl5pPr>
                <a:lvl6pPr>
                  <a:defRPr sz="1800">
                    <a:latin typeface="+mn-lt"/>
                    <a:cs typeface="+mn-cs"/>
                  </a:defRPr>
                </a:lvl6pPr>
                <a:lvl7pPr>
                  <a:defRPr sz="1800">
                    <a:latin typeface="+mn-lt"/>
                    <a:cs typeface="+mn-cs"/>
                  </a:defRPr>
                </a:lvl7pPr>
                <a:lvl8pPr>
                  <a:defRPr sz="1800">
                    <a:latin typeface="+mn-lt"/>
                    <a:cs typeface="+mn-cs"/>
                  </a:defRPr>
                </a:lvl8pPr>
                <a:lvl9pPr>
                  <a:defRPr sz="1800">
                    <a:latin typeface="+mn-lt"/>
                    <a:cs typeface="+mn-cs"/>
                  </a:defRPr>
                </a:lvl9pPr>
              </a:lstStyle>
              <a:p>
                <a:pPr algn="ctr"/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职位名称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ctr"/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 </a:t>
                </a:r>
                <a:r>
                  <a:rPr lang="zh-CN" altLang="en-US" sz="105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代用名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7776231" y="2926201"/>
              <a:ext cx="1899361" cy="1051491"/>
              <a:chOff x="530546" y="2312259"/>
              <a:chExt cx="1028048" cy="690021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530546" y="2622648"/>
                <a:ext cx="1028048" cy="3796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lIns="144000" rIns="144000" anchor="ctr" anchorCtr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请在此输入您的标题内容文字请在此输入您的文字内容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文本框 11"/>
              <p:cNvSpPr txBox="1"/>
              <p:nvPr/>
            </p:nvSpPr>
            <p:spPr>
              <a:xfrm>
                <a:off x="530546" y="2312259"/>
                <a:ext cx="1028048" cy="313644"/>
              </a:xfrm>
              <a:prstGeom prst="rect">
                <a:avLst/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wrap="square" lIns="72000" tIns="72000" rIns="72000" bIns="72000" rtlCol="0" anchor="ctr" anchorCtr="0">
                <a:noAutofit/>
              </a:bodyPr>
              <a:lstStyle>
                <a:defPPr>
                  <a:defRPr lang="fr-FR"/>
                </a:defPPr>
                <a:lvl1pPr marL="0" defTabSz="914400" eaLnBrk="1" latinLnBrk="0" hangingPunct="1">
                  <a:defRPr sz="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ea"/>
                  </a:defRPr>
                </a:lvl1pPr>
                <a:lvl2pPr marL="457200" defTabSz="914400" eaLnBrk="1" latinLnBrk="0" hangingPunct="1">
                  <a:defRPr sz="1800">
                    <a:latin typeface="+mn-lt"/>
                    <a:cs typeface="+mn-cs"/>
                  </a:defRPr>
                </a:lvl2pPr>
                <a:lvl3pPr marL="914400" defTabSz="914400" eaLnBrk="1" latinLnBrk="0" hangingPunct="1">
                  <a:defRPr sz="1800">
                    <a:latin typeface="+mn-lt"/>
                    <a:cs typeface="+mn-cs"/>
                  </a:defRPr>
                </a:lvl3pPr>
                <a:lvl4pPr marL="1371600" defTabSz="914400" eaLnBrk="1" latinLnBrk="0" hangingPunct="1">
                  <a:defRPr sz="1800">
                    <a:latin typeface="+mn-lt"/>
                    <a:cs typeface="+mn-cs"/>
                  </a:defRPr>
                </a:lvl4pPr>
                <a:lvl5pPr marL="1828800" defTabSz="914400" eaLnBrk="1" latinLnBrk="0" hangingPunct="1">
                  <a:defRPr sz="1800">
                    <a:latin typeface="+mn-lt"/>
                    <a:cs typeface="+mn-cs"/>
                  </a:defRPr>
                </a:lvl5pPr>
                <a:lvl6pPr>
                  <a:defRPr sz="1800">
                    <a:latin typeface="+mn-lt"/>
                    <a:cs typeface="+mn-cs"/>
                  </a:defRPr>
                </a:lvl6pPr>
                <a:lvl7pPr>
                  <a:defRPr sz="1800">
                    <a:latin typeface="+mn-lt"/>
                    <a:cs typeface="+mn-cs"/>
                  </a:defRPr>
                </a:lvl7pPr>
                <a:lvl8pPr>
                  <a:defRPr sz="1800">
                    <a:latin typeface="+mn-lt"/>
                    <a:cs typeface="+mn-cs"/>
                  </a:defRPr>
                </a:lvl8pPr>
                <a:lvl9pPr>
                  <a:defRPr sz="1800">
                    <a:latin typeface="+mn-lt"/>
                    <a:cs typeface="+mn-cs"/>
                  </a:defRPr>
                </a:lvl9pPr>
              </a:lstStyle>
              <a:p>
                <a:pPr algn="ctr"/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职位名称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ctr"/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 </a:t>
                </a:r>
                <a:r>
                  <a:rPr lang="zh-CN" altLang="en-US" sz="105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代用名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9884651" y="2926201"/>
              <a:ext cx="1899361" cy="1051491"/>
              <a:chOff x="530546" y="2312259"/>
              <a:chExt cx="1028048" cy="690021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530546" y="2622648"/>
                <a:ext cx="1028048" cy="3796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lIns="144000" rIns="144000" anchor="ctr" anchorCtr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请在此输入您的标题内容文字请在此输入您的文字内容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文本框 11"/>
              <p:cNvSpPr txBox="1"/>
              <p:nvPr/>
            </p:nvSpPr>
            <p:spPr>
              <a:xfrm>
                <a:off x="530546" y="2312259"/>
                <a:ext cx="1028048" cy="313644"/>
              </a:xfrm>
              <a:prstGeom prst="rect">
                <a:avLst/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wrap="square" lIns="72000" tIns="72000" rIns="72000" bIns="72000" rtlCol="0" anchor="ctr" anchorCtr="0">
                <a:noAutofit/>
              </a:bodyPr>
              <a:lstStyle>
                <a:defPPr>
                  <a:defRPr lang="fr-FR"/>
                </a:defPPr>
                <a:lvl1pPr marL="0" defTabSz="914400" eaLnBrk="1" latinLnBrk="0" hangingPunct="1">
                  <a:defRPr sz="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ea"/>
                  </a:defRPr>
                </a:lvl1pPr>
                <a:lvl2pPr marL="457200" defTabSz="914400" eaLnBrk="1" latinLnBrk="0" hangingPunct="1">
                  <a:defRPr sz="1800">
                    <a:latin typeface="+mn-lt"/>
                    <a:cs typeface="+mn-cs"/>
                  </a:defRPr>
                </a:lvl2pPr>
                <a:lvl3pPr marL="914400" defTabSz="914400" eaLnBrk="1" latinLnBrk="0" hangingPunct="1">
                  <a:defRPr sz="1800">
                    <a:latin typeface="+mn-lt"/>
                    <a:cs typeface="+mn-cs"/>
                  </a:defRPr>
                </a:lvl3pPr>
                <a:lvl4pPr marL="1371600" defTabSz="914400" eaLnBrk="1" latinLnBrk="0" hangingPunct="1">
                  <a:defRPr sz="1800">
                    <a:latin typeface="+mn-lt"/>
                    <a:cs typeface="+mn-cs"/>
                  </a:defRPr>
                </a:lvl4pPr>
                <a:lvl5pPr marL="1828800" defTabSz="914400" eaLnBrk="1" latinLnBrk="0" hangingPunct="1">
                  <a:defRPr sz="1800">
                    <a:latin typeface="+mn-lt"/>
                    <a:cs typeface="+mn-cs"/>
                  </a:defRPr>
                </a:lvl5pPr>
                <a:lvl6pPr>
                  <a:defRPr sz="1800">
                    <a:latin typeface="+mn-lt"/>
                    <a:cs typeface="+mn-cs"/>
                  </a:defRPr>
                </a:lvl6pPr>
                <a:lvl7pPr>
                  <a:defRPr sz="1800">
                    <a:latin typeface="+mn-lt"/>
                    <a:cs typeface="+mn-cs"/>
                  </a:defRPr>
                </a:lvl7pPr>
                <a:lvl8pPr>
                  <a:defRPr sz="1800">
                    <a:latin typeface="+mn-lt"/>
                    <a:cs typeface="+mn-cs"/>
                  </a:defRPr>
                </a:lvl8pPr>
                <a:lvl9pPr>
                  <a:defRPr sz="1800">
                    <a:latin typeface="+mn-lt"/>
                    <a:cs typeface="+mn-cs"/>
                  </a:defRPr>
                </a:lvl9pPr>
              </a:lstStyle>
              <a:p>
                <a:pPr algn="ctr"/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职位名称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ctr"/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 </a:t>
                </a:r>
                <a:r>
                  <a:rPr lang="zh-CN" altLang="en-US" sz="105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代用名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450974" y="4285101"/>
              <a:ext cx="1899361" cy="1051491"/>
              <a:chOff x="530546" y="2312259"/>
              <a:chExt cx="1028048" cy="690021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530546" y="2622648"/>
                <a:ext cx="1028048" cy="3796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lIns="144000" rIns="144000" anchor="ctr" anchorCtr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请在此输入您的标题内容文字请在此输入您的文字内容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文本框 11"/>
              <p:cNvSpPr txBox="1"/>
              <p:nvPr/>
            </p:nvSpPr>
            <p:spPr>
              <a:xfrm>
                <a:off x="530546" y="2312259"/>
                <a:ext cx="1028048" cy="313644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wrap="square" lIns="72000" tIns="72000" rIns="72000" bIns="72000" rtlCol="0" anchor="ctr" anchorCtr="0">
                <a:noAutofit/>
              </a:bodyPr>
              <a:lstStyle>
                <a:defPPr>
                  <a:defRPr lang="fr-FR"/>
                </a:defPPr>
                <a:lvl1pPr marL="0" defTabSz="914400" eaLnBrk="1" latinLnBrk="0" hangingPunct="1">
                  <a:defRPr sz="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ea"/>
                  </a:defRPr>
                </a:lvl1pPr>
                <a:lvl2pPr marL="457200" defTabSz="914400" eaLnBrk="1" latinLnBrk="0" hangingPunct="1">
                  <a:defRPr sz="1800">
                    <a:latin typeface="+mn-lt"/>
                    <a:cs typeface="+mn-cs"/>
                  </a:defRPr>
                </a:lvl2pPr>
                <a:lvl3pPr marL="914400" defTabSz="914400" eaLnBrk="1" latinLnBrk="0" hangingPunct="1">
                  <a:defRPr sz="1800">
                    <a:latin typeface="+mn-lt"/>
                    <a:cs typeface="+mn-cs"/>
                  </a:defRPr>
                </a:lvl3pPr>
                <a:lvl4pPr marL="1371600" defTabSz="914400" eaLnBrk="1" latinLnBrk="0" hangingPunct="1">
                  <a:defRPr sz="1800">
                    <a:latin typeface="+mn-lt"/>
                    <a:cs typeface="+mn-cs"/>
                  </a:defRPr>
                </a:lvl4pPr>
                <a:lvl5pPr marL="1828800" defTabSz="914400" eaLnBrk="1" latinLnBrk="0" hangingPunct="1">
                  <a:defRPr sz="1800">
                    <a:latin typeface="+mn-lt"/>
                    <a:cs typeface="+mn-cs"/>
                  </a:defRPr>
                </a:lvl5pPr>
                <a:lvl6pPr>
                  <a:defRPr sz="1800">
                    <a:latin typeface="+mn-lt"/>
                    <a:cs typeface="+mn-cs"/>
                  </a:defRPr>
                </a:lvl6pPr>
                <a:lvl7pPr>
                  <a:defRPr sz="1800">
                    <a:latin typeface="+mn-lt"/>
                    <a:cs typeface="+mn-cs"/>
                  </a:defRPr>
                </a:lvl7pPr>
                <a:lvl8pPr>
                  <a:defRPr sz="1800">
                    <a:latin typeface="+mn-lt"/>
                    <a:cs typeface="+mn-cs"/>
                  </a:defRPr>
                </a:lvl8pPr>
                <a:lvl9pPr>
                  <a:defRPr sz="1800">
                    <a:latin typeface="+mn-lt"/>
                    <a:cs typeface="+mn-cs"/>
                  </a:defRPr>
                </a:lvl9pPr>
              </a:lstStyle>
              <a:p>
                <a:pPr algn="ctr"/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职位名称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ctr"/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 </a:t>
                </a:r>
                <a:r>
                  <a:rPr lang="en-US" altLang="zh-CN" sz="105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Your Name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3559393" y="4285101"/>
              <a:ext cx="1899361" cy="1051491"/>
              <a:chOff x="530546" y="2312259"/>
              <a:chExt cx="1028048" cy="690021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530546" y="2622648"/>
                <a:ext cx="1028048" cy="37963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lIns="144000" rIns="144000" anchor="ctr" anchorCtr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请在此输入您的标题内容文字请在此输入您的文字内容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文本框 11"/>
              <p:cNvSpPr txBox="1"/>
              <p:nvPr/>
            </p:nvSpPr>
            <p:spPr>
              <a:xfrm>
                <a:off x="530546" y="2312259"/>
                <a:ext cx="1028048" cy="313644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wrap="square" lIns="72000" tIns="72000" rIns="72000" bIns="72000" rtlCol="0" anchor="ctr" anchorCtr="0">
                <a:noAutofit/>
              </a:bodyPr>
              <a:lstStyle>
                <a:defPPr>
                  <a:defRPr lang="fr-FR"/>
                </a:defPPr>
                <a:lvl1pPr marL="0" defTabSz="914400" eaLnBrk="1" latinLnBrk="0" hangingPunct="1">
                  <a:defRPr sz="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ea"/>
                  </a:defRPr>
                </a:lvl1pPr>
                <a:lvl2pPr marL="457200" defTabSz="914400" eaLnBrk="1" latinLnBrk="0" hangingPunct="1">
                  <a:defRPr sz="1800">
                    <a:latin typeface="+mn-lt"/>
                    <a:cs typeface="+mn-cs"/>
                  </a:defRPr>
                </a:lvl2pPr>
                <a:lvl3pPr marL="914400" defTabSz="914400" eaLnBrk="1" latinLnBrk="0" hangingPunct="1">
                  <a:defRPr sz="1800">
                    <a:latin typeface="+mn-lt"/>
                    <a:cs typeface="+mn-cs"/>
                  </a:defRPr>
                </a:lvl3pPr>
                <a:lvl4pPr marL="1371600" defTabSz="914400" eaLnBrk="1" latinLnBrk="0" hangingPunct="1">
                  <a:defRPr sz="1800">
                    <a:latin typeface="+mn-lt"/>
                    <a:cs typeface="+mn-cs"/>
                  </a:defRPr>
                </a:lvl4pPr>
                <a:lvl5pPr marL="1828800" defTabSz="914400" eaLnBrk="1" latinLnBrk="0" hangingPunct="1">
                  <a:defRPr sz="1800">
                    <a:latin typeface="+mn-lt"/>
                    <a:cs typeface="+mn-cs"/>
                  </a:defRPr>
                </a:lvl5pPr>
                <a:lvl6pPr>
                  <a:defRPr sz="1800">
                    <a:latin typeface="+mn-lt"/>
                    <a:cs typeface="+mn-cs"/>
                  </a:defRPr>
                </a:lvl6pPr>
                <a:lvl7pPr>
                  <a:defRPr sz="1800">
                    <a:latin typeface="+mn-lt"/>
                    <a:cs typeface="+mn-cs"/>
                  </a:defRPr>
                </a:lvl7pPr>
                <a:lvl8pPr>
                  <a:defRPr sz="1800">
                    <a:latin typeface="+mn-lt"/>
                    <a:cs typeface="+mn-cs"/>
                  </a:defRPr>
                </a:lvl8pPr>
                <a:lvl9pPr>
                  <a:defRPr sz="1800">
                    <a:latin typeface="+mn-lt"/>
                    <a:cs typeface="+mn-cs"/>
                  </a:defRPr>
                </a:lvl9pPr>
              </a:lstStyle>
              <a:p>
                <a:pPr algn="ctr"/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职位名称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ctr"/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 </a:t>
                </a:r>
                <a:r>
                  <a:rPr lang="zh-CN" altLang="en-US" sz="105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代用名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cxnSp>
          <p:nvCxnSpPr>
            <p:cNvPr id="17" name="直接连接符 16"/>
            <p:cNvCxnSpPr>
              <a:stCxn id="31" idx="2"/>
              <a:endCxn id="22" idx="0"/>
            </p:cNvCxnSpPr>
            <p:nvPr/>
          </p:nvCxnSpPr>
          <p:spPr>
            <a:xfrm>
              <a:off x="2400655" y="3977692"/>
              <a:ext cx="0" cy="3074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29" idx="2"/>
              <a:endCxn id="20" idx="0"/>
            </p:cNvCxnSpPr>
            <p:nvPr/>
          </p:nvCxnSpPr>
          <p:spPr>
            <a:xfrm>
              <a:off x="4509074" y="3977692"/>
              <a:ext cx="0" cy="3074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组织架构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5" name="图片占位符 34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6" name="图片占位符 35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7" name="图片占位符 36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8" name="图片占位符 37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9" name="图片占位符 38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40" name="图片占位符 39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41" name="图片占位符 40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42" name="图片占位符 41"/>
          <p:cNvSpPr>
            <a:spLocks noGrp="1"/>
          </p:cNvSpPr>
          <p:nvPr>
            <p:ph type="pic" sz="quarter" idx="19"/>
          </p:nvPr>
        </p:nvSpPr>
        <p:spPr/>
      </p:sp>
      <p:cxnSp>
        <p:nvCxnSpPr>
          <p:cNvPr id="13" name="连接符: 肘形 12"/>
          <p:cNvCxnSpPr/>
          <p:nvPr/>
        </p:nvCxnSpPr>
        <p:spPr>
          <a:xfrm rot="5400000">
            <a:off x="3018884" y="777565"/>
            <a:ext cx="804385" cy="4046186"/>
          </a:xfrm>
          <a:prstGeom prst="bentConnector3">
            <a:avLst>
              <a:gd name="adj1" fmla="val 50000"/>
            </a:avLst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331448" y="1432910"/>
            <a:ext cx="1436290" cy="677108"/>
          </a:xfrm>
          <a:prstGeom prst="rect">
            <a:avLst/>
          </a:prstGeom>
          <a:ln w="6350"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职位名称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代用名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94286" y="3357944"/>
            <a:ext cx="1025922" cy="492443"/>
          </a:xfrm>
          <a:prstGeom prst="rect">
            <a:avLst/>
          </a:prstGeom>
          <a:ln w="6350"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职位名称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代用名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91210" y="4470110"/>
            <a:ext cx="923330" cy="430887"/>
          </a:xfrm>
          <a:prstGeom prst="rect">
            <a:avLst/>
          </a:prstGeom>
          <a:ln w="6350"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职位名称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代用名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91210" y="5206688"/>
            <a:ext cx="923330" cy="430887"/>
          </a:xfrm>
          <a:prstGeom prst="rect">
            <a:avLst/>
          </a:prstGeom>
          <a:ln w="6350"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职位名称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代用名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18" name="连接符: 肘形 17"/>
          <p:cNvCxnSpPr/>
          <p:nvPr/>
        </p:nvCxnSpPr>
        <p:spPr>
          <a:xfrm rot="16200000" flipH="1">
            <a:off x="1231143" y="4226700"/>
            <a:ext cx="625690" cy="292011"/>
          </a:xfrm>
          <a:prstGeom prst="bentConnector2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/>
          <p:cNvCxnSpPr/>
          <p:nvPr/>
        </p:nvCxnSpPr>
        <p:spPr>
          <a:xfrm rot="16200000" flipH="1">
            <a:off x="862853" y="4594990"/>
            <a:ext cx="1362268" cy="292011"/>
          </a:xfrm>
          <a:prstGeom prst="bentConnector2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4794020" y="3357944"/>
            <a:ext cx="1025922" cy="492443"/>
          </a:xfrm>
          <a:prstGeom prst="rect">
            <a:avLst/>
          </a:prstGeom>
          <a:ln w="6350"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职位名称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代用名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179605" y="4470110"/>
            <a:ext cx="923330" cy="430887"/>
          </a:xfrm>
          <a:prstGeom prst="rect">
            <a:avLst/>
          </a:prstGeom>
          <a:ln w="6350"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职位名称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代用名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179605" y="5206688"/>
            <a:ext cx="923330" cy="430887"/>
          </a:xfrm>
          <a:prstGeom prst="rect">
            <a:avLst/>
          </a:prstGeom>
          <a:ln w="6350"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职位名称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代用名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3" name="连接符: 肘形 22"/>
          <p:cNvCxnSpPr/>
          <p:nvPr/>
        </p:nvCxnSpPr>
        <p:spPr>
          <a:xfrm rot="16200000" flipH="1">
            <a:off x="3925207" y="4232370"/>
            <a:ext cx="625690" cy="280672"/>
          </a:xfrm>
          <a:prstGeom prst="bentConnector2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/>
          <p:cNvCxnSpPr/>
          <p:nvPr/>
        </p:nvCxnSpPr>
        <p:spPr>
          <a:xfrm rot="16200000" flipH="1">
            <a:off x="3556918" y="4600659"/>
            <a:ext cx="1362268" cy="280672"/>
          </a:xfrm>
          <a:prstGeom prst="bentConnector2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7493754" y="3357944"/>
            <a:ext cx="1025922" cy="492443"/>
          </a:xfrm>
          <a:prstGeom prst="rect">
            <a:avLst/>
          </a:prstGeom>
          <a:ln w="6350"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职位名称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代用名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907328" y="4470110"/>
            <a:ext cx="923330" cy="430887"/>
          </a:xfrm>
          <a:prstGeom prst="rect">
            <a:avLst/>
          </a:prstGeom>
          <a:ln w="6350"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职位名称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代用名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7" name="连接符: 肘形 26"/>
          <p:cNvCxnSpPr/>
          <p:nvPr/>
        </p:nvCxnSpPr>
        <p:spPr>
          <a:xfrm rot="16200000" flipH="1">
            <a:off x="6638935" y="4218375"/>
            <a:ext cx="625690" cy="308661"/>
          </a:xfrm>
          <a:prstGeom prst="bentConnector2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0193487" y="3357944"/>
            <a:ext cx="1025922" cy="492443"/>
          </a:xfrm>
          <a:prstGeom prst="rect">
            <a:avLst/>
          </a:prstGeom>
          <a:ln w="6350"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职位名称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代用名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9" name="连接符: 肘形 28"/>
          <p:cNvCxnSpPr/>
          <p:nvPr/>
        </p:nvCxnSpPr>
        <p:spPr>
          <a:xfrm rot="5400000">
            <a:off x="4368750" y="2127431"/>
            <a:ext cx="804385" cy="1346452"/>
          </a:xfrm>
          <a:prstGeom prst="bentConnector3">
            <a:avLst>
              <a:gd name="adj1" fmla="val 50000"/>
            </a:avLst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/>
          <p:cNvCxnSpPr/>
          <p:nvPr/>
        </p:nvCxnSpPr>
        <p:spPr>
          <a:xfrm rot="16200000" flipH="1">
            <a:off x="5718617" y="2124016"/>
            <a:ext cx="804385" cy="1353282"/>
          </a:xfrm>
          <a:prstGeom prst="bentConnector3">
            <a:avLst>
              <a:gd name="adj1" fmla="val 50000"/>
            </a:avLst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肘形 30"/>
          <p:cNvCxnSpPr/>
          <p:nvPr/>
        </p:nvCxnSpPr>
        <p:spPr>
          <a:xfrm rot="16200000" flipH="1">
            <a:off x="7068483" y="774149"/>
            <a:ext cx="804385" cy="4053015"/>
          </a:xfrm>
          <a:prstGeom prst="bentConnector3">
            <a:avLst>
              <a:gd name="adj1" fmla="val 50000"/>
            </a:avLst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31"/>
          <p:cNvSpPr/>
          <p:nvPr/>
        </p:nvSpPr>
        <p:spPr>
          <a:xfrm>
            <a:off x="937861" y="1625556"/>
            <a:ext cx="2060025" cy="20600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Oval 31"/>
          <p:cNvSpPr/>
          <p:nvPr/>
        </p:nvSpPr>
        <p:spPr>
          <a:xfrm>
            <a:off x="3650320" y="1625556"/>
            <a:ext cx="2060025" cy="20600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Oval 31"/>
          <p:cNvSpPr/>
          <p:nvPr/>
        </p:nvSpPr>
        <p:spPr>
          <a:xfrm>
            <a:off x="6362779" y="1625556"/>
            <a:ext cx="2060025" cy="20600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Oval 31"/>
          <p:cNvSpPr/>
          <p:nvPr/>
        </p:nvSpPr>
        <p:spPr>
          <a:xfrm>
            <a:off x="9075237" y="1625556"/>
            <a:ext cx="2060025" cy="20600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图片占位符 39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1" name="图片占位符 40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2" name="图片占位符 4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43" name="图片占位符 4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组织架构</a:t>
            </a:r>
            <a:endParaRPr lang="zh-CN" altLang="en-US" dirty="0"/>
          </a:p>
        </p:txBody>
      </p:sp>
      <p:sp>
        <p:nvSpPr>
          <p:cNvPr id="28" name="Oval 46"/>
          <p:cNvSpPr/>
          <p:nvPr/>
        </p:nvSpPr>
        <p:spPr>
          <a:xfrm>
            <a:off x="2311656" y="1621769"/>
            <a:ext cx="658401" cy="65839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CEO</a:t>
            </a:r>
            <a:endParaRPr 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文字方塊 4"/>
          <p:cNvSpPr txBox="1"/>
          <p:nvPr/>
        </p:nvSpPr>
        <p:spPr>
          <a:xfrm>
            <a:off x="937861" y="3970975"/>
            <a:ext cx="1705916" cy="698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代用名 </a:t>
            </a:r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 Name</a:t>
            </a:r>
            <a:endParaRPr lang="en-US" altLang="zh-CN" sz="20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总监</a:t>
            </a:r>
            <a:r>
              <a:rPr lang="zh-CN" altLang="en-US" sz="1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  Director</a:t>
            </a:r>
            <a:endParaRPr lang="zh-TW" altLang="en-US" sz="14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TextBox 7"/>
          <p:cNvSpPr txBox="1"/>
          <p:nvPr/>
        </p:nvSpPr>
        <p:spPr>
          <a:xfrm>
            <a:off x="937861" y="4820238"/>
            <a:ext cx="2122737" cy="1104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标题数字等都可以通过点击和重新输入进行更改，顶部“开始”面板中修改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Oval 46"/>
          <p:cNvSpPr/>
          <p:nvPr/>
        </p:nvSpPr>
        <p:spPr>
          <a:xfrm>
            <a:off x="5024115" y="1621769"/>
            <a:ext cx="658401" cy="65839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</a:t>
            </a:r>
            <a:endParaRPr 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文字方塊 4"/>
          <p:cNvSpPr txBox="1"/>
          <p:nvPr/>
        </p:nvSpPr>
        <p:spPr>
          <a:xfrm>
            <a:off x="3650320" y="3970975"/>
            <a:ext cx="1705916" cy="698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代用名 </a:t>
            </a:r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 Name</a:t>
            </a:r>
            <a:endParaRPr lang="en-US" altLang="zh-CN" sz="20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总监</a:t>
            </a:r>
            <a:r>
              <a:rPr lang="zh-CN" altLang="en-US" sz="1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  Director</a:t>
            </a:r>
            <a:endParaRPr lang="zh-TW" altLang="en-US" sz="14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TextBox 7"/>
          <p:cNvSpPr txBox="1"/>
          <p:nvPr/>
        </p:nvSpPr>
        <p:spPr>
          <a:xfrm>
            <a:off x="3650320" y="4820239"/>
            <a:ext cx="2122737" cy="1104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标题数字等都可以通过点击和重新输入进行更改，顶部“开始”面板中修改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Oval 46"/>
          <p:cNvSpPr/>
          <p:nvPr/>
        </p:nvSpPr>
        <p:spPr>
          <a:xfrm>
            <a:off x="7736574" y="1621769"/>
            <a:ext cx="658401" cy="65839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IT</a:t>
            </a:r>
            <a:endParaRPr 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文字方塊 4"/>
          <p:cNvSpPr txBox="1"/>
          <p:nvPr/>
        </p:nvSpPr>
        <p:spPr>
          <a:xfrm>
            <a:off x="6362779" y="3970975"/>
            <a:ext cx="1705916" cy="698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代用名 </a:t>
            </a:r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 Name</a:t>
            </a:r>
            <a:endParaRPr lang="en-US" altLang="zh-CN" sz="20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总监</a:t>
            </a:r>
            <a:r>
              <a:rPr lang="zh-CN" altLang="en-US" sz="1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  Director</a:t>
            </a:r>
            <a:endParaRPr lang="zh-TW" altLang="en-US" sz="14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TextBox 7"/>
          <p:cNvSpPr txBox="1"/>
          <p:nvPr/>
        </p:nvSpPr>
        <p:spPr>
          <a:xfrm>
            <a:off x="6362779" y="4820239"/>
            <a:ext cx="2122737" cy="1104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标题数字等都可以通过点击和重新输入进行更改，顶部“开始”面板中修改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7" name="Oval 46"/>
          <p:cNvSpPr/>
          <p:nvPr/>
        </p:nvSpPr>
        <p:spPr>
          <a:xfrm>
            <a:off x="10449032" y="1621769"/>
            <a:ext cx="658401" cy="65839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GD</a:t>
            </a:r>
            <a:endParaRPr 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文字方塊 4"/>
          <p:cNvSpPr txBox="1"/>
          <p:nvPr/>
        </p:nvSpPr>
        <p:spPr>
          <a:xfrm>
            <a:off x="9075237" y="3970975"/>
            <a:ext cx="1705916" cy="698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代用名 </a:t>
            </a:r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 Name</a:t>
            </a:r>
            <a:endParaRPr lang="en-US" altLang="zh-CN" sz="20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总监</a:t>
            </a:r>
            <a:r>
              <a:rPr lang="zh-CN" altLang="en-US" sz="1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  Director</a:t>
            </a:r>
            <a:endParaRPr lang="zh-TW" altLang="en-US" sz="14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TextBox 7"/>
          <p:cNvSpPr txBox="1"/>
          <p:nvPr/>
        </p:nvSpPr>
        <p:spPr>
          <a:xfrm>
            <a:off x="9075237" y="4820239"/>
            <a:ext cx="2122737" cy="1104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标题数字等都可以通过点击和重新输入进行更改，顶部“开始”面板中修改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人物介绍</a:t>
            </a:r>
            <a:endParaRPr lang="zh-CN" altLang="en-US" dirty="0"/>
          </a:p>
        </p:txBody>
      </p:sp>
      <p:grpSp>
        <p:nvGrpSpPr>
          <p:cNvPr id="3" name="ïśḷîdè"/>
          <p:cNvGrpSpPr/>
          <p:nvPr/>
        </p:nvGrpSpPr>
        <p:grpSpPr>
          <a:xfrm>
            <a:off x="704655" y="1436772"/>
            <a:ext cx="3381871" cy="2085457"/>
            <a:chOff x="645029" y="1123950"/>
            <a:chExt cx="3407582" cy="2101312"/>
          </a:xfrm>
        </p:grpSpPr>
        <p:sp>
          <p:nvSpPr>
            <p:cNvPr id="4" name="î$ḷíḑe"/>
            <p:cNvSpPr/>
            <p:nvPr/>
          </p:nvSpPr>
          <p:spPr bwMode="auto">
            <a:xfrm>
              <a:off x="1051811" y="1123950"/>
              <a:ext cx="3000800" cy="1678211"/>
            </a:xfrm>
            <a:prstGeom prst="roundRect">
              <a:avLst>
                <a:gd name="adj" fmla="val 144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5" name="iṧ1íḍe"/>
            <p:cNvSpPr/>
            <p:nvPr/>
          </p:nvSpPr>
          <p:spPr bwMode="auto">
            <a:xfrm>
              <a:off x="691681" y="2306465"/>
              <a:ext cx="866532" cy="871858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6" name="îṧḻiḍê"/>
            <p:cNvSpPr/>
            <p:nvPr/>
          </p:nvSpPr>
          <p:spPr bwMode="auto">
            <a:xfrm>
              <a:off x="645029" y="2259526"/>
              <a:ext cx="959836" cy="965736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" name="î$ḻïḍé"/>
            <p:cNvSpPr/>
            <p:nvPr/>
          </p:nvSpPr>
          <p:spPr bwMode="auto">
            <a:xfrm>
              <a:off x="741176" y="2356264"/>
              <a:ext cx="767541" cy="772260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blipFill>
              <a:blip r:embed="rId1"/>
              <a:srcRect/>
              <a:stretch>
                <a:fillRect l="-1" t="-748" r="-1" b="-724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8" name="ïṧḷiḋe"/>
            <p:cNvSpPr/>
            <p:nvPr/>
          </p:nvSpPr>
          <p:spPr bwMode="auto">
            <a:xfrm>
              <a:off x="1421671" y="1311225"/>
              <a:ext cx="208116" cy="178302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îṥḷíḓé"/>
            <p:cNvSpPr/>
            <p:nvPr/>
          </p:nvSpPr>
          <p:spPr>
            <a:xfrm>
              <a:off x="1648785" y="1308855"/>
              <a:ext cx="1962499" cy="76340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algn="just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标题数字等都可以通过点击和重新输入进行更改，点击此处添加标题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ïŝ1ïďé"/>
            <p:cNvSpPr/>
            <p:nvPr/>
          </p:nvSpPr>
          <p:spPr bwMode="auto">
            <a:xfrm flipH="1" flipV="1">
              <a:off x="3676979" y="1780493"/>
              <a:ext cx="143788" cy="123189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</p:sp>
        <p:cxnSp>
          <p:nvCxnSpPr>
            <p:cNvPr id="11" name="íṣlïdè"/>
            <p:cNvCxnSpPr/>
            <p:nvPr/>
          </p:nvCxnSpPr>
          <p:spPr>
            <a:xfrm>
              <a:off x="1714425" y="2202262"/>
              <a:ext cx="61034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îsľidè"/>
            <p:cNvSpPr/>
            <p:nvPr/>
          </p:nvSpPr>
          <p:spPr bwMode="auto">
            <a:xfrm>
              <a:off x="1629787" y="2231282"/>
              <a:ext cx="1413281" cy="379554"/>
            </a:xfrm>
            <a:prstGeom prst="rect">
              <a:avLst/>
            </a:prstGeom>
            <a:noFill/>
            <a:ln w="28575" algn="ctr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defTabSz="914400"/>
              <a:r>
                <a:rPr lang="zh-CN" altLang="en-US" sz="1600" b="1" kern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代用名</a:t>
              </a:r>
              <a:endParaRPr lang="zh-CN" altLang="en-US" sz="1600" b="1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ïśḷîdè"/>
          <p:cNvGrpSpPr/>
          <p:nvPr/>
        </p:nvGrpSpPr>
        <p:grpSpPr>
          <a:xfrm>
            <a:off x="4409541" y="1436772"/>
            <a:ext cx="3381871" cy="2085457"/>
            <a:chOff x="645029" y="1123950"/>
            <a:chExt cx="3407582" cy="2101312"/>
          </a:xfrm>
        </p:grpSpPr>
        <p:sp>
          <p:nvSpPr>
            <p:cNvPr id="14" name="î$ḷíḑe"/>
            <p:cNvSpPr/>
            <p:nvPr/>
          </p:nvSpPr>
          <p:spPr bwMode="auto">
            <a:xfrm>
              <a:off x="1051811" y="1123950"/>
              <a:ext cx="3000800" cy="1678211"/>
            </a:xfrm>
            <a:prstGeom prst="roundRect">
              <a:avLst>
                <a:gd name="adj" fmla="val 144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iṧ1íḍe"/>
            <p:cNvSpPr/>
            <p:nvPr/>
          </p:nvSpPr>
          <p:spPr bwMode="auto">
            <a:xfrm>
              <a:off x="691681" y="2306465"/>
              <a:ext cx="866532" cy="871858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6" name="îṧḻiḍê"/>
            <p:cNvSpPr/>
            <p:nvPr/>
          </p:nvSpPr>
          <p:spPr bwMode="auto">
            <a:xfrm>
              <a:off x="645029" y="2259526"/>
              <a:ext cx="959836" cy="965736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7" name="î$ḻïḍé"/>
            <p:cNvSpPr/>
            <p:nvPr/>
          </p:nvSpPr>
          <p:spPr bwMode="auto">
            <a:xfrm>
              <a:off x="741176" y="2356264"/>
              <a:ext cx="767541" cy="772260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blipFill>
              <a:blip r:embed="rId1"/>
              <a:srcRect/>
              <a:stretch>
                <a:fillRect l="-1" t="-748" r="-1" b="-724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18" name="ïṧḷiḋe"/>
            <p:cNvSpPr/>
            <p:nvPr/>
          </p:nvSpPr>
          <p:spPr bwMode="auto">
            <a:xfrm>
              <a:off x="1421671" y="1311225"/>
              <a:ext cx="208116" cy="178302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îṥḷíḓé"/>
            <p:cNvSpPr/>
            <p:nvPr/>
          </p:nvSpPr>
          <p:spPr>
            <a:xfrm>
              <a:off x="1648785" y="1308855"/>
              <a:ext cx="1962499" cy="76340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algn="just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标题数字等都可以通过点击和重新输入进行更改，点击此处添加标题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ïŝ1ïďé"/>
            <p:cNvSpPr/>
            <p:nvPr/>
          </p:nvSpPr>
          <p:spPr bwMode="auto">
            <a:xfrm flipH="1" flipV="1">
              <a:off x="3676979" y="1780493"/>
              <a:ext cx="143788" cy="123189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</p:sp>
        <p:cxnSp>
          <p:nvCxnSpPr>
            <p:cNvPr id="21" name="íṣlïdè"/>
            <p:cNvCxnSpPr/>
            <p:nvPr/>
          </p:nvCxnSpPr>
          <p:spPr>
            <a:xfrm>
              <a:off x="1714425" y="2202262"/>
              <a:ext cx="61034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îsľidè"/>
            <p:cNvSpPr/>
            <p:nvPr/>
          </p:nvSpPr>
          <p:spPr bwMode="auto">
            <a:xfrm>
              <a:off x="1629787" y="2231282"/>
              <a:ext cx="1413281" cy="379554"/>
            </a:xfrm>
            <a:prstGeom prst="rect">
              <a:avLst/>
            </a:prstGeom>
            <a:noFill/>
            <a:ln w="28575" algn="ctr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defTabSz="914400"/>
              <a:r>
                <a:rPr lang="zh-CN" altLang="en-US" sz="1600" b="1" kern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代用名</a:t>
              </a:r>
              <a:endParaRPr lang="zh-CN" altLang="en-US" sz="1600" b="1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ïśḷîdè"/>
          <p:cNvGrpSpPr/>
          <p:nvPr/>
        </p:nvGrpSpPr>
        <p:grpSpPr>
          <a:xfrm>
            <a:off x="8114427" y="1436772"/>
            <a:ext cx="3381871" cy="2085457"/>
            <a:chOff x="645029" y="1123950"/>
            <a:chExt cx="3407582" cy="2101312"/>
          </a:xfrm>
        </p:grpSpPr>
        <p:sp>
          <p:nvSpPr>
            <p:cNvPr id="24" name="î$ḷíḑe"/>
            <p:cNvSpPr/>
            <p:nvPr/>
          </p:nvSpPr>
          <p:spPr bwMode="auto">
            <a:xfrm>
              <a:off x="1051811" y="1123950"/>
              <a:ext cx="3000800" cy="1678211"/>
            </a:xfrm>
            <a:prstGeom prst="roundRect">
              <a:avLst>
                <a:gd name="adj" fmla="val 144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iṧ1íḍe"/>
            <p:cNvSpPr/>
            <p:nvPr/>
          </p:nvSpPr>
          <p:spPr bwMode="auto">
            <a:xfrm>
              <a:off x="691681" y="2306465"/>
              <a:ext cx="866532" cy="871858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6" name="îṧḻiḍê"/>
            <p:cNvSpPr/>
            <p:nvPr/>
          </p:nvSpPr>
          <p:spPr bwMode="auto">
            <a:xfrm>
              <a:off x="645029" y="2259526"/>
              <a:ext cx="959836" cy="965736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7" name="î$ḻïḍé"/>
            <p:cNvSpPr/>
            <p:nvPr/>
          </p:nvSpPr>
          <p:spPr bwMode="auto">
            <a:xfrm>
              <a:off x="741176" y="2356264"/>
              <a:ext cx="767541" cy="772260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blipFill>
              <a:blip r:embed="rId1"/>
              <a:srcRect/>
              <a:stretch>
                <a:fillRect l="-1" t="-748" r="-1" b="-724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28" name="ïṧḷiḋe"/>
            <p:cNvSpPr/>
            <p:nvPr/>
          </p:nvSpPr>
          <p:spPr bwMode="auto">
            <a:xfrm>
              <a:off x="1421671" y="1311225"/>
              <a:ext cx="208116" cy="178302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9" name="îṥḷíḓé"/>
            <p:cNvSpPr/>
            <p:nvPr/>
          </p:nvSpPr>
          <p:spPr>
            <a:xfrm>
              <a:off x="1648785" y="1308855"/>
              <a:ext cx="1962499" cy="76340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algn="just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标题数字等都可以通过点击和重新输入进行更改，点击此处添加标题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0" name="ïŝ1ïďé"/>
            <p:cNvSpPr/>
            <p:nvPr/>
          </p:nvSpPr>
          <p:spPr bwMode="auto">
            <a:xfrm flipH="1" flipV="1">
              <a:off x="3676979" y="1780493"/>
              <a:ext cx="143788" cy="123189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</p:sp>
        <p:cxnSp>
          <p:nvCxnSpPr>
            <p:cNvPr id="31" name="íṣlïdè"/>
            <p:cNvCxnSpPr/>
            <p:nvPr/>
          </p:nvCxnSpPr>
          <p:spPr>
            <a:xfrm>
              <a:off x="1714425" y="2202262"/>
              <a:ext cx="61034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îsľidè"/>
            <p:cNvSpPr/>
            <p:nvPr/>
          </p:nvSpPr>
          <p:spPr bwMode="auto">
            <a:xfrm>
              <a:off x="1629787" y="2231282"/>
              <a:ext cx="1413281" cy="379554"/>
            </a:xfrm>
            <a:prstGeom prst="rect">
              <a:avLst/>
            </a:prstGeom>
            <a:noFill/>
            <a:ln w="28575" algn="ctr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defTabSz="914400"/>
              <a:r>
                <a:rPr lang="zh-CN" altLang="en-US" sz="1600" b="1" kern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代用名</a:t>
              </a:r>
              <a:endParaRPr lang="zh-CN" altLang="en-US" sz="1600" b="1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ïśḷîdè"/>
          <p:cNvGrpSpPr/>
          <p:nvPr/>
        </p:nvGrpSpPr>
        <p:grpSpPr>
          <a:xfrm>
            <a:off x="704655" y="3748172"/>
            <a:ext cx="3381871" cy="2085457"/>
            <a:chOff x="645029" y="1123950"/>
            <a:chExt cx="3407582" cy="2101312"/>
          </a:xfrm>
        </p:grpSpPr>
        <p:sp>
          <p:nvSpPr>
            <p:cNvPr id="34" name="î$ḷíḑe"/>
            <p:cNvSpPr/>
            <p:nvPr/>
          </p:nvSpPr>
          <p:spPr bwMode="auto">
            <a:xfrm>
              <a:off x="1051811" y="1123950"/>
              <a:ext cx="3000800" cy="1678211"/>
            </a:xfrm>
            <a:prstGeom prst="roundRect">
              <a:avLst>
                <a:gd name="adj" fmla="val 144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iṧ1íḍe"/>
            <p:cNvSpPr/>
            <p:nvPr/>
          </p:nvSpPr>
          <p:spPr bwMode="auto">
            <a:xfrm>
              <a:off x="691681" y="2306465"/>
              <a:ext cx="866532" cy="871858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6" name="îṧḻiḍê"/>
            <p:cNvSpPr/>
            <p:nvPr/>
          </p:nvSpPr>
          <p:spPr bwMode="auto">
            <a:xfrm>
              <a:off x="645029" y="2259526"/>
              <a:ext cx="959836" cy="965736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7" name="î$ḻïḍé"/>
            <p:cNvSpPr/>
            <p:nvPr/>
          </p:nvSpPr>
          <p:spPr bwMode="auto">
            <a:xfrm>
              <a:off x="741176" y="2356264"/>
              <a:ext cx="767541" cy="772260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blipFill>
              <a:blip r:embed="rId1"/>
              <a:srcRect/>
              <a:stretch>
                <a:fillRect l="-1" t="-748" r="-1" b="-724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38" name="ïṧḷiḋe"/>
            <p:cNvSpPr/>
            <p:nvPr/>
          </p:nvSpPr>
          <p:spPr bwMode="auto">
            <a:xfrm>
              <a:off x="1421671" y="1311225"/>
              <a:ext cx="208116" cy="178302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9" name="îṥḷíḓé"/>
            <p:cNvSpPr/>
            <p:nvPr/>
          </p:nvSpPr>
          <p:spPr>
            <a:xfrm>
              <a:off x="1648785" y="1308855"/>
              <a:ext cx="1962499" cy="76340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algn="just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标题数字等都可以通过点击和重新输入进行更改，点击此处添加标题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0" name="ïŝ1ïďé"/>
            <p:cNvSpPr/>
            <p:nvPr/>
          </p:nvSpPr>
          <p:spPr bwMode="auto">
            <a:xfrm flipH="1" flipV="1">
              <a:off x="3676979" y="1780493"/>
              <a:ext cx="143788" cy="123189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</p:sp>
        <p:cxnSp>
          <p:nvCxnSpPr>
            <p:cNvPr id="41" name="íṣlïdè"/>
            <p:cNvCxnSpPr/>
            <p:nvPr/>
          </p:nvCxnSpPr>
          <p:spPr>
            <a:xfrm>
              <a:off x="1714425" y="2202262"/>
              <a:ext cx="61034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îsľidè"/>
            <p:cNvSpPr/>
            <p:nvPr/>
          </p:nvSpPr>
          <p:spPr bwMode="auto">
            <a:xfrm>
              <a:off x="1629787" y="2231282"/>
              <a:ext cx="1413281" cy="379554"/>
            </a:xfrm>
            <a:prstGeom prst="rect">
              <a:avLst/>
            </a:prstGeom>
            <a:noFill/>
            <a:ln w="28575" algn="ctr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defTabSz="914400"/>
              <a:r>
                <a:rPr lang="zh-CN" altLang="en-US" sz="1600" b="1" kern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代用名</a:t>
              </a:r>
              <a:endParaRPr lang="zh-CN" altLang="en-US" sz="1600" b="1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ïśḷîdè"/>
          <p:cNvGrpSpPr/>
          <p:nvPr/>
        </p:nvGrpSpPr>
        <p:grpSpPr>
          <a:xfrm>
            <a:off x="4409541" y="3748172"/>
            <a:ext cx="3381871" cy="2085457"/>
            <a:chOff x="645029" y="1123950"/>
            <a:chExt cx="3407582" cy="2101312"/>
          </a:xfrm>
        </p:grpSpPr>
        <p:sp>
          <p:nvSpPr>
            <p:cNvPr id="44" name="î$ḷíḑe"/>
            <p:cNvSpPr/>
            <p:nvPr/>
          </p:nvSpPr>
          <p:spPr bwMode="auto">
            <a:xfrm>
              <a:off x="1051811" y="1123950"/>
              <a:ext cx="3000800" cy="1678211"/>
            </a:xfrm>
            <a:prstGeom prst="roundRect">
              <a:avLst>
                <a:gd name="adj" fmla="val 144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iṧ1íḍe"/>
            <p:cNvSpPr/>
            <p:nvPr/>
          </p:nvSpPr>
          <p:spPr bwMode="auto">
            <a:xfrm>
              <a:off x="691681" y="2306465"/>
              <a:ext cx="866532" cy="871858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6" name="îṧḻiḍê"/>
            <p:cNvSpPr/>
            <p:nvPr/>
          </p:nvSpPr>
          <p:spPr bwMode="auto">
            <a:xfrm>
              <a:off x="645029" y="2259526"/>
              <a:ext cx="959836" cy="965736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7" name="î$ḻïḍé"/>
            <p:cNvSpPr/>
            <p:nvPr/>
          </p:nvSpPr>
          <p:spPr bwMode="auto">
            <a:xfrm>
              <a:off x="741176" y="2356264"/>
              <a:ext cx="767541" cy="772260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blipFill>
              <a:blip r:embed="rId1"/>
              <a:srcRect/>
              <a:stretch>
                <a:fillRect l="-1" t="-748" r="-1" b="-724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48" name="ïṧḷiḋe"/>
            <p:cNvSpPr/>
            <p:nvPr/>
          </p:nvSpPr>
          <p:spPr bwMode="auto">
            <a:xfrm>
              <a:off x="1421671" y="1311225"/>
              <a:ext cx="208116" cy="178302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9" name="îṥḷíḓé"/>
            <p:cNvSpPr/>
            <p:nvPr/>
          </p:nvSpPr>
          <p:spPr>
            <a:xfrm>
              <a:off x="1648785" y="1308855"/>
              <a:ext cx="1962499" cy="76340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algn="just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标题数字等都可以通过点击和重新输入进行更改，点击此处添加标题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ïŝ1ïďé"/>
            <p:cNvSpPr/>
            <p:nvPr/>
          </p:nvSpPr>
          <p:spPr bwMode="auto">
            <a:xfrm flipH="1" flipV="1">
              <a:off x="3676979" y="1780493"/>
              <a:ext cx="143788" cy="123189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</p:sp>
        <p:cxnSp>
          <p:nvCxnSpPr>
            <p:cNvPr id="51" name="íṣlïdè"/>
            <p:cNvCxnSpPr/>
            <p:nvPr/>
          </p:nvCxnSpPr>
          <p:spPr>
            <a:xfrm>
              <a:off x="1714425" y="2202262"/>
              <a:ext cx="61034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îsľidè"/>
            <p:cNvSpPr/>
            <p:nvPr/>
          </p:nvSpPr>
          <p:spPr bwMode="auto">
            <a:xfrm>
              <a:off x="1629787" y="2231282"/>
              <a:ext cx="1413281" cy="379554"/>
            </a:xfrm>
            <a:prstGeom prst="rect">
              <a:avLst/>
            </a:prstGeom>
            <a:noFill/>
            <a:ln w="28575" algn="ctr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defTabSz="914400"/>
              <a:r>
                <a:rPr lang="zh-CN" altLang="en-US" sz="1600" b="1" kern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代用名</a:t>
              </a:r>
              <a:endParaRPr lang="zh-CN" altLang="en-US" sz="1600" b="1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ïśḷîdè"/>
          <p:cNvGrpSpPr/>
          <p:nvPr/>
        </p:nvGrpSpPr>
        <p:grpSpPr>
          <a:xfrm>
            <a:off x="8114427" y="3748172"/>
            <a:ext cx="3381871" cy="2085457"/>
            <a:chOff x="645029" y="1123950"/>
            <a:chExt cx="3407582" cy="2101312"/>
          </a:xfrm>
        </p:grpSpPr>
        <p:sp>
          <p:nvSpPr>
            <p:cNvPr id="54" name="î$ḷíḑe"/>
            <p:cNvSpPr/>
            <p:nvPr/>
          </p:nvSpPr>
          <p:spPr bwMode="auto">
            <a:xfrm>
              <a:off x="1051811" y="1123950"/>
              <a:ext cx="3000800" cy="1678211"/>
            </a:xfrm>
            <a:prstGeom prst="roundRect">
              <a:avLst>
                <a:gd name="adj" fmla="val 144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iṧ1íḍe"/>
            <p:cNvSpPr/>
            <p:nvPr/>
          </p:nvSpPr>
          <p:spPr bwMode="auto">
            <a:xfrm>
              <a:off x="691681" y="2306465"/>
              <a:ext cx="866532" cy="871858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" name="îṧḻiḍê"/>
            <p:cNvSpPr/>
            <p:nvPr/>
          </p:nvSpPr>
          <p:spPr bwMode="auto">
            <a:xfrm>
              <a:off x="645029" y="2259526"/>
              <a:ext cx="959836" cy="965736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7" name="î$ḻïḍé"/>
            <p:cNvSpPr/>
            <p:nvPr/>
          </p:nvSpPr>
          <p:spPr bwMode="auto">
            <a:xfrm>
              <a:off x="741176" y="2356264"/>
              <a:ext cx="767541" cy="772260"/>
            </a:xfrm>
            <a:custGeom>
              <a:avLst/>
              <a:gdLst>
                <a:gd name="T0" fmla="*/ 774661 w 19679"/>
                <a:gd name="T1" fmla="*/ 855551 h 19679"/>
                <a:gd name="T2" fmla="*/ 774661 w 19679"/>
                <a:gd name="T3" fmla="*/ 855551 h 19679"/>
                <a:gd name="T4" fmla="*/ 774661 w 19679"/>
                <a:gd name="T5" fmla="*/ 855551 h 19679"/>
                <a:gd name="T6" fmla="*/ 774661 w 19679"/>
                <a:gd name="T7" fmla="*/ 855551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blipFill>
              <a:blip r:embed="rId1"/>
              <a:srcRect/>
              <a:stretch>
                <a:fillRect l="-1" t="-748" r="-1" b="-724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58" name="ïṧḷiḋe"/>
            <p:cNvSpPr/>
            <p:nvPr/>
          </p:nvSpPr>
          <p:spPr bwMode="auto">
            <a:xfrm>
              <a:off x="1421671" y="1311225"/>
              <a:ext cx="208116" cy="178302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9" name="îṥḷíḓé"/>
            <p:cNvSpPr/>
            <p:nvPr/>
          </p:nvSpPr>
          <p:spPr>
            <a:xfrm>
              <a:off x="1648785" y="1308855"/>
              <a:ext cx="1962499" cy="76340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algn="just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标题数字等都可以通过点击和重新输入进行更改，点击此处添加标题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0" name="ïŝ1ïďé"/>
            <p:cNvSpPr/>
            <p:nvPr/>
          </p:nvSpPr>
          <p:spPr bwMode="auto">
            <a:xfrm flipH="1" flipV="1">
              <a:off x="3676979" y="1780493"/>
              <a:ext cx="143788" cy="123189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</p:sp>
        <p:cxnSp>
          <p:nvCxnSpPr>
            <p:cNvPr id="61" name="íṣlïdè"/>
            <p:cNvCxnSpPr/>
            <p:nvPr/>
          </p:nvCxnSpPr>
          <p:spPr>
            <a:xfrm>
              <a:off x="1714425" y="2202262"/>
              <a:ext cx="61034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îsľidè"/>
            <p:cNvSpPr/>
            <p:nvPr/>
          </p:nvSpPr>
          <p:spPr bwMode="auto">
            <a:xfrm>
              <a:off x="1629787" y="2231282"/>
              <a:ext cx="1413281" cy="379554"/>
            </a:xfrm>
            <a:prstGeom prst="rect">
              <a:avLst/>
            </a:prstGeom>
            <a:noFill/>
            <a:ln w="28575" algn="ctr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defTabSz="914400"/>
              <a:r>
                <a:rPr lang="zh-CN" altLang="en-US" sz="1600" b="1" kern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代用名</a:t>
              </a:r>
              <a:endParaRPr lang="zh-CN" altLang="en-US" sz="1600" b="1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3507469" y="1250466"/>
            <a:ext cx="8205106" cy="13111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108000" rIns="288000" bIns="108000" rtlCol="0" anchor="ctr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标题数字等都可以通过点击和重新输入进行更改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顶部“开始”面板中可以对字体、字号、颜色、行距等进行修改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标题数字等都可以通过点击和重新输入进行更改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顶部“开始”面板中可以对字体、字号、颜色、行距等进行修改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箭头: 五边形 3"/>
          <p:cNvSpPr/>
          <p:nvPr/>
        </p:nvSpPr>
        <p:spPr>
          <a:xfrm>
            <a:off x="479425" y="5536418"/>
            <a:ext cx="2919211" cy="470871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6000" tIns="108000" rIns="288000" bIns="108000" rtlCol="0" anchor="ctr">
            <a:noAutofit/>
          </a:bodyPr>
          <a:lstStyle/>
          <a:p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金融项目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箭头: 五边形 6"/>
          <p:cNvSpPr/>
          <p:nvPr/>
        </p:nvSpPr>
        <p:spPr>
          <a:xfrm>
            <a:off x="479425" y="1250466"/>
            <a:ext cx="2919211" cy="13111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6000" tIns="108000" rIns="288000" bIns="108000" rtlCol="0" anchor="ctr">
            <a:noAutofit/>
          </a:bodyPr>
          <a:lstStyle/>
          <a:p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人员与培训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箭头: 五边形 9"/>
          <p:cNvSpPr/>
          <p:nvPr/>
        </p:nvSpPr>
        <p:spPr>
          <a:xfrm>
            <a:off x="479425" y="2667810"/>
            <a:ext cx="2919211" cy="750217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6000" tIns="108000" rIns="288000" bIns="108000" rtlCol="0" anchor="ctr">
            <a:noAutofit/>
          </a:bodyPr>
          <a:lstStyle/>
          <a:p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销售管理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箭头: 五边形 14"/>
          <p:cNvSpPr/>
          <p:nvPr/>
        </p:nvSpPr>
        <p:spPr>
          <a:xfrm>
            <a:off x="479425" y="3524272"/>
            <a:ext cx="2919211" cy="751678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6000" tIns="108000" rIns="288000" bIns="108000" rtlCol="0" anchor="ctr">
            <a:noAutofit/>
          </a:bodyPr>
          <a:lstStyle/>
          <a:p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销售流程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箭头: 五边形 17"/>
          <p:cNvSpPr/>
          <p:nvPr/>
        </p:nvSpPr>
        <p:spPr>
          <a:xfrm>
            <a:off x="479425" y="4382191"/>
            <a:ext cx="2919211" cy="470872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6000" tIns="108000" rIns="288000" bIns="108000" rtlCol="0" anchor="ctr">
            <a:noAutofit/>
          </a:bodyPr>
          <a:lstStyle/>
          <a:p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市场营销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箭头: 五边形 20"/>
          <p:cNvSpPr/>
          <p:nvPr/>
        </p:nvSpPr>
        <p:spPr>
          <a:xfrm>
            <a:off x="479425" y="4963339"/>
            <a:ext cx="2919211" cy="466838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6000" tIns="108000" rIns="288000" bIns="108000" rtlCol="0" anchor="ctr">
            <a:noAutofit/>
          </a:bodyPr>
          <a:lstStyle/>
          <a:p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客户管理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3507469" y="2667810"/>
            <a:ext cx="8205106" cy="7509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108000" rIns="288000" bIns="108000" rtlCol="0" anchor="ctr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标题数字等都可以通过点击和重新输入进行更改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顶部“开始”面板中可以对字体、字号、颜色、行距等进行修改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ectangle 5"/>
          <p:cNvSpPr/>
          <p:nvPr/>
        </p:nvSpPr>
        <p:spPr>
          <a:xfrm>
            <a:off x="3507469" y="3525001"/>
            <a:ext cx="8205106" cy="7509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108000" rIns="288000" bIns="108000" rtlCol="0" anchor="ctr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标题数字等都可以通过点击和重新输入进行更改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顶部“开始”面板中可以对字体、字号、颜色、行距等进行修改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ectangle 5"/>
          <p:cNvSpPr/>
          <p:nvPr/>
        </p:nvSpPr>
        <p:spPr>
          <a:xfrm>
            <a:off x="3507469" y="4382192"/>
            <a:ext cx="8205106" cy="4708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108000" rIns="288000" bIns="10800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标题数字等都可以通过点击和重新输入进行更改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5"/>
          <p:cNvSpPr/>
          <p:nvPr/>
        </p:nvSpPr>
        <p:spPr>
          <a:xfrm>
            <a:off x="3507469" y="4959306"/>
            <a:ext cx="8205106" cy="4708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108000" rIns="288000" bIns="10800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标题数字等都可以通过点击和重新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5"/>
          <p:cNvSpPr/>
          <p:nvPr/>
        </p:nvSpPr>
        <p:spPr>
          <a:xfrm>
            <a:off x="3507469" y="5536419"/>
            <a:ext cx="8205106" cy="4708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108000" rIns="288000" bIns="10800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标题数字等都可以通过点击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标题 35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请输入您的标题</a:t>
            </a:r>
            <a:endParaRPr lang="zh-CN" altLang="en-US" dirty="0"/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3264" y="5604998"/>
            <a:ext cx="287942" cy="335571"/>
          </a:xfrm>
          <a:prstGeom prst="rect">
            <a:avLst/>
          </a:prstGeom>
        </p:spPr>
      </p:pic>
      <p:pic>
        <p:nvPicPr>
          <p:cNvPr id="8" name="图形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014" y="1795757"/>
            <a:ext cx="366442" cy="278346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911778" y="2915557"/>
            <a:ext cx="350914" cy="254722"/>
            <a:chOff x="998085" y="2109224"/>
            <a:chExt cx="564173" cy="409522"/>
          </a:xfrm>
        </p:grpSpPr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8085" y="2109224"/>
              <a:ext cx="361952" cy="405132"/>
            </a:xfrm>
            <a:prstGeom prst="rect">
              <a:avLst/>
            </a:prstGeom>
          </p:spPr>
        </p:pic>
        <p:sp>
          <p:nvSpPr>
            <p:cNvPr id="13" name="Freeform 71"/>
            <p:cNvSpPr>
              <a:spLocks noChangeAspect="1" noChangeArrowheads="1"/>
            </p:cNvSpPr>
            <p:nvPr/>
          </p:nvSpPr>
          <p:spPr bwMode="auto">
            <a:xfrm>
              <a:off x="1296632" y="2255044"/>
              <a:ext cx="265626" cy="263702"/>
            </a:xfrm>
            <a:custGeom>
              <a:avLst/>
              <a:gdLst>
                <a:gd name="T0" fmla="*/ 188131 w 609"/>
                <a:gd name="T1" fmla="*/ 130421 h 602"/>
                <a:gd name="T2" fmla="*/ 188131 w 609"/>
                <a:gd name="T3" fmla="*/ 130421 h 602"/>
                <a:gd name="T4" fmla="*/ 180577 w 609"/>
                <a:gd name="T5" fmla="*/ 148123 h 602"/>
                <a:gd name="T6" fmla="*/ 188131 w 609"/>
                <a:gd name="T7" fmla="*/ 181360 h 602"/>
                <a:gd name="T8" fmla="*/ 183095 w 609"/>
                <a:gd name="T9" fmla="*/ 188947 h 602"/>
                <a:gd name="T10" fmla="*/ 150002 w 609"/>
                <a:gd name="T11" fmla="*/ 178831 h 602"/>
                <a:gd name="T12" fmla="*/ 129857 w 609"/>
                <a:gd name="T13" fmla="*/ 188947 h 602"/>
                <a:gd name="T14" fmla="*/ 132375 w 609"/>
                <a:gd name="T15" fmla="*/ 188947 h 602"/>
                <a:gd name="T16" fmla="*/ 111872 w 609"/>
                <a:gd name="T17" fmla="*/ 217127 h 602"/>
                <a:gd name="T18" fmla="*/ 106836 w 609"/>
                <a:gd name="T19" fmla="*/ 217127 h 602"/>
                <a:gd name="T20" fmla="*/ 86332 w 609"/>
                <a:gd name="T21" fmla="*/ 186418 h 602"/>
                <a:gd name="T22" fmla="*/ 68706 w 609"/>
                <a:gd name="T23" fmla="*/ 178831 h 602"/>
                <a:gd name="T24" fmla="*/ 68706 w 609"/>
                <a:gd name="T25" fmla="*/ 181360 h 602"/>
                <a:gd name="T26" fmla="*/ 35612 w 609"/>
                <a:gd name="T27" fmla="*/ 186418 h 602"/>
                <a:gd name="T28" fmla="*/ 30576 w 609"/>
                <a:gd name="T29" fmla="*/ 183889 h 602"/>
                <a:gd name="T30" fmla="*/ 38130 w 609"/>
                <a:gd name="T31" fmla="*/ 148123 h 602"/>
                <a:gd name="T32" fmla="*/ 30576 w 609"/>
                <a:gd name="T33" fmla="*/ 130421 h 602"/>
                <a:gd name="T34" fmla="*/ 0 w 609"/>
                <a:gd name="T35" fmla="*/ 109828 h 602"/>
                <a:gd name="T36" fmla="*/ 0 w 609"/>
                <a:gd name="T37" fmla="*/ 104770 h 602"/>
                <a:gd name="T38" fmla="*/ 30576 w 609"/>
                <a:gd name="T39" fmla="*/ 86706 h 602"/>
                <a:gd name="T40" fmla="*/ 38130 w 609"/>
                <a:gd name="T41" fmla="*/ 66475 h 602"/>
                <a:gd name="T42" fmla="*/ 30576 w 609"/>
                <a:gd name="T43" fmla="*/ 33237 h 602"/>
                <a:gd name="T44" fmla="*/ 35612 w 609"/>
                <a:gd name="T45" fmla="*/ 28180 h 602"/>
                <a:gd name="T46" fmla="*/ 68706 w 609"/>
                <a:gd name="T47" fmla="*/ 35766 h 602"/>
                <a:gd name="T48" fmla="*/ 86332 w 609"/>
                <a:gd name="T49" fmla="*/ 28180 h 602"/>
                <a:gd name="T50" fmla="*/ 106836 w 609"/>
                <a:gd name="T51" fmla="*/ 0 h 602"/>
                <a:gd name="T52" fmla="*/ 111872 w 609"/>
                <a:gd name="T53" fmla="*/ 0 h 602"/>
                <a:gd name="T54" fmla="*/ 132375 w 609"/>
                <a:gd name="T55" fmla="*/ 28180 h 602"/>
                <a:gd name="T56" fmla="*/ 150002 w 609"/>
                <a:gd name="T57" fmla="*/ 35766 h 602"/>
                <a:gd name="T58" fmla="*/ 183095 w 609"/>
                <a:gd name="T59" fmla="*/ 28180 h 602"/>
                <a:gd name="T60" fmla="*/ 188131 w 609"/>
                <a:gd name="T61" fmla="*/ 33237 h 602"/>
                <a:gd name="T62" fmla="*/ 180577 w 609"/>
                <a:gd name="T63" fmla="*/ 66475 h 602"/>
                <a:gd name="T64" fmla="*/ 188131 w 609"/>
                <a:gd name="T65" fmla="*/ 86706 h 602"/>
                <a:gd name="T66" fmla="*/ 218707 w 609"/>
                <a:gd name="T67" fmla="*/ 104770 h 602"/>
                <a:gd name="T68" fmla="*/ 218707 w 609"/>
                <a:gd name="T69" fmla="*/ 109828 h 602"/>
                <a:gd name="T70" fmla="*/ 188131 w 609"/>
                <a:gd name="T71" fmla="*/ 130421 h 602"/>
                <a:gd name="T72" fmla="*/ 109354 w 609"/>
                <a:gd name="T73" fmla="*/ 45882 h 602"/>
                <a:gd name="T74" fmla="*/ 109354 w 609"/>
                <a:gd name="T75" fmla="*/ 45882 h 602"/>
                <a:gd name="T76" fmla="*/ 48202 w 609"/>
                <a:gd name="T77" fmla="*/ 107299 h 602"/>
                <a:gd name="T78" fmla="*/ 109354 w 609"/>
                <a:gd name="T79" fmla="*/ 168716 h 602"/>
                <a:gd name="T80" fmla="*/ 170505 w 609"/>
                <a:gd name="T81" fmla="*/ 107299 h 602"/>
                <a:gd name="T82" fmla="*/ 109354 w 609"/>
                <a:gd name="T83" fmla="*/ 45882 h 602"/>
                <a:gd name="T84" fmla="*/ 109354 w 609"/>
                <a:gd name="T85" fmla="*/ 148123 h 602"/>
                <a:gd name="T86" fmla="*/ 109354 w 609"/>
                <a:gd name="T87" fmla="*/ 148123 h 602"/>
                <a:gd name="T88" fmla="*/ 68706 w 609"/>
                <a:gd name="T89" fmla="*/ 107299 h 602"/>
                <a:gd name="T90" fmla="*/ 109354 w 609"/>
                <a:gd name="T91" fmla="*/ 66475 h 602"/>
                <a:gd name="T92" fmla="*/ 150002 w 609"/>
                <a:gd name="T93" fmla="*/ 107299 h 602"/>
                <a:gd name="T94" fmla="*/ 109354 w 609"/>
                <a:gd name="T95" fmla="*/ 148123 h 602"/>
                <a:gd name="T96" fmla="*/ 109354 w 609"/>
                <a:gd name="T97" fmla="*/ 86706 h 602"/>
                <a:gd name="T98" fmla="*/ 109354 w 609"/>
                <a:gd name="T99" fmla="*/ 86706 h 602"/>
                <a:gd name="T100" fmla="*/ 88850 w 609"/>
                <a:gd name="T101" fmla="*/ 107299 h 602"/>
                <a:gd name="T102" fmla="*/ 109354 w 609"/>
                <a:gd name="T103" fmla="*/ 127530 h 602"/>
                <a:gd name="T104" fmla="*/ 129857 w 609"/>
                <a:gd name="T105" fmla="*/ 107299 h 602"/>
                <a:gd name="T106" fmla="*/ 109354 w 609"/>
                <a:gd name="T107" fmla="*/ 86706 h 60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609" h="602">
                  <a:moveTo>
                    <a:pt x="523" y="361"/>
                  </a:moveTo>
                  <a:lnTo>
                    <a:pt x="523" y="361"/>
                  </a:lnTo>
                  <a:cubicBezTo>
                    <a:pt x="523" y="382"/>
                    <a:pt x="516" y="396"/>
                    <a:pt x="502" y="410"/>
                  </a:cubicBezTo>
                  <a:cubicBezTo>
                    <a:pt x="502" y="417"/>
                    <a:pt x="551" y="474"/>
                    <a:pt x="523" y="502"/>
                  </a:cubicBezTo>
                  <a:cubicBezTo>
                    <a:pt x="509" y="523"/>
                    <a:pt x="509" y="523"/>
                    <a:pt x="509" y="523"/>
                  </a:cubicBezTo>
                  <a:cubicBezTo>
                    <a:pt x="488" y="544"/>
                    <a:pt x="431" y="509"/>
                    <a:pt x="417" y="495"/>
                  </a:cubicBezTo>
                  <a:cubicBezTo>
                    <a:pt x="403" y="509"/>
                    <a:pt x="382" y="516"/>
                    <a:pt x="361" y="523"/>
                  </a:cubicBezTo>
                  <a:cubicBezTo>
                    <a:pt x="368" y="523"/>
                    <a:pt x="368" y="523"/>
                    <a:pt x="368" y="523"/>
                  </a:cubicBezTo>
                  <a:cubicBezTo>
                    <a:pt x="368" y="523"/>
                    <a:pt x="354" y="601"/>
                    <a:pt x="311" y="601"/>
                  </a:cubicBezTo>
                  <a:cubicBezTo>
                    <a:pt x="297" y="601"/>
                    <a:pt x="297" y="601"/>
                    <a:pt x="297" y="601"/>
                  </a:cubicBezTo>
                  <a:cubicBezTo>
                    <a:pt x="262" y="601"/>
                    <a:pt x="247" y="530"/>
                    <a:pt x="240" y="516"/>
                  </a:cubicBezTo>
                  <a:cubicBezTo>
                    <a:pt x="226" y="516"/>
                    <a:pt x="205" y="509"/>
                    <a:pt x="191" y="495"/>
                  </a:cubicBezTo>
                  <a:cubicBezTo>
                    <a:pt x="191" y="502"/>
                    <a:pt x="191" y="502"/>
                    <a:pt x="191" y="502"/>
                  </a:cubicBezTo>
                  <a:cubicBezTo>
                    <a:pt x="191" y="502"/>
                    <a:pt x="127" y="551"/>
                    <a:pt x="99" y="516"/>
                  </a:cubicBezTo>
                  <a:cubicBezTo>
                    <a:pt x="85" y="509"/>
                    <a:pt x="85" y="509"/>
                    <a:pt x="85" y="509"/>
                  </a:cubicBezTo>
                  <a:cubicBezTo>
                    <a:pt x="64" y="481"/>
                    <a:pt x="99" y="424"/>
                    <a:pt x="106" y="410"/>
                  </a:cubicBezTo>
                  <a:cubicBezTo>
                    <a:pt x="99" y="396"/>
                    <a:pt x="92" y="382"/>
                    <a:pt x="85" y="361"/>
                  </a:cubicBezTo>
                  <a:cubicBezTo>
                    <a:pt x="71" y="361"/>
                    <a:pt x="0" y="339"/>
                    <a:pt x="0" y="304"/>
                  </a:cubicBezTo>
                  <a:cubicBezTo>
                    <a:pt x="0" y="290"/>
                    <a:pt x="0" y="290"/>
                    <a:pt x="0" y="290"/>
                  </a:cubicBezTo>
                  <a:cubicBezTo>
                    <a:pt x="0" y="255"/>
                    <a:pt x="71" y="240"/>
                    <a:pt x="85" y="240"/>
                  </a:cubicBezTo>
                  <a:cubicBezTo>
                    <a:pt x="92" y="219"/>
                    <a:pt x="99" y="205"/>
                    <a:pt x="106" y="184"/>
                  </a:cubicBezTo>
                  <a:cubicBezTo>
                    <a:pt x="99" y="177"/>
                    <a:pt x="57" y="113"/>
                    <a:pt x="85" y="92"/>
                  </a:cubicBezTo>
                  <a:cubicBezTo>
                    <a:pt x="99" y="78"/>
                    <a:pt x="99" y="78"/>
                    <a:pt x="99" y="78"/>
                  </a:cubicBezTo>
                  <a:cubicBezTo>
                    <a:pt x="120" y="50"/>
                    <a:pt x="177" y="92"/>
                    <a:pt x="191" y="99"/>
                  </a:cubicBezTo>
                  <a:cubicBezTo>
                    <a:pt x="205" y="92"/>
                    <a:pt x="226" y="85"/>
                    <a:pt x="240" y="78"/>
                  </a:cubicBezTo>
                  <a:cubicBezTo>
                    <a:pt x="247" y="64"/>
                    <a:pt x="269" y="0"/>
                    <a:pt x="297" y="0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346" y="0"/>
                    <a:pt x="361" y="57"/>
                    <a:pt x="368" y="78"/>
                  </a:cubicBezTo>
                  <a:cubicBezTo>
                    <a:pt x="382" y="85"/>
                    <a:pt x="403" y="92"/>
                    <a:pt x="417" y="99"/>
                  </a:cubicBezTo>
                  <a:cubicBezTo>
                    <a:pt x="431" y="92"/>
                    <a:pt x="488" y="57"/>
                    <a:pt x="509" y="78"/>
                  </a:cubicBezTo>
                  <a:cubicBezTo>
                    <a:pt x="523" y="92"/>
                    <a:pt x="523" y="92"/>
                    <a:pt x="523" y="92"/>
                  </a:cubicBezTo>
                  <a:cubicBezTo>
                    <a:pt x="551" y="120"/>
                    <a:pt x="516" y="170"/>
                    <a:pt x="502" y="184"/>
                  </a:cubicBezTo>
                  <a:cubicBezTo>
                    <a:pt x="516" y="205"/>
                    <a:pt x="523" y="219"/>
                    <a:pt x="523" y="240"/>
                  </a:cubicBezTo>
                  <a:cubicBezTo>
                    <a:pt x="530" y="240"/>
                    <a:pt x="608" y="248"/>
                    <a:pt x="608" y="290"/>
                  </a:cubicBezTo>
                  <a:cubicBezTo>
                    <a:pt x="608" y="304"/>
                    <a:pt x="608" y="304"/>
                    <a:pt x="608" y="304"/>
                  </a:cubicBezTo>
                  <a:cubicBezTo>
                    <a:pt x="608" y="339"/>
                    <a:pt x="544" y="353"/>
                    <a:pt x="523" y="361"/>
                  </a:cubicBezTo>
                  <a:close/>
                  <a:moveTo>
                    <a:pt x="304" y="127"/>
                  </a:moveTo>
                  <a:lnTo>
                    <a:pt x="304" y="127"/>
                  </a:lnTo>
                  <a:cubicBezTo>
                    <a:pt x="212" y="127"/>
                    <a:pt x="134" y="205"/>
                    <a:pt x="134" y="297"/>
                  </a:cubicBezTo>
                  <a:cubicBezTo>
                    <a:pt x="134" y="396"/>
                    <a:pt x="212" y="467"/>
                    <a:pt x="304" y="467"/>
                  </a:cubicBezTo>
                  <a:cubicBezTo>
                    <a:pt x="396" y="467"/>
                    <a:pt x="474" y="396"/>
                    <a:pt x="474" y="297"/>
                  </a:cubicBezTo>
                  <a:cubicBezTo>
                    <a:pt x="474" y="205"/>
                    <a:pt x="396" y="127"/>
                    <a:pt x="304" y="127"/>
                  </a:cubicBezTo>
                  <a:close/>
                  <a:moveTo>
                    <a:pt x="304" y="410"/>
                  </a:moveTo>
                  <a:lnTo>
                    <a:pt x="304" y="410"/>
                  </a:lnTo>
                  <a:cubicBezTo>
                    <a:pt x="240" y="410"/>
                    <a:pt x="191" y="361"/>
                    <a:pt x="191" y="297"/>
                  </a:cubicBezTo>
                  <a:cubicBezTo>
                    <a:pt x="191" y="233"/>
                    <a:pt x="240" y="184"/>
                    <a:pt x="304" y="184"/>
                  </a:cubicBezTo>
                  <a:cubicBezTo>
                    <a:pt x="368" y="184"/>
                    <a:pt x="417" y="233"/>
                    <a:pt x="417" y="297"/>
                  </a:cubicBezTo>
                  <a:cubicBezTo>
                    <a:pt x="417" y="361"/>
                    <a:pt x="368" y="410"/>
                    <a:pt x="304" y="410"/>
                  </a:cubicBezTo>
                  <a:close/>
                  <a:moveTo>
                    <a:pt x="304" y="240"/>
                  </a:moveTo>
                  <a:lnTo>
                    <a:pt x="304" y="240"/>
                  </a:lnTo>
                  <a:cubicBezTo>
                    <a:pt x="276" y="240"/>
                    <a:pt x="247" y="269"/>
                    <a:pt x="247" y="297"/>
                  </a:cubicBezTo>
                  <a:cubicBezTo>
                    <a:pt x="247" y="332"/>
                    <a:pt x="276" y="353"/>
                    <a:pt x="304" y="353"/>
                  </a:cubicBezTo>
                  <a:cubicBezTo>
                    <a:pt x="332" y="353"/>
                    <a:pt x="361" y="332"/>
                    <a:pt x="361" y="297"/>
                  </a:cubicBezTo>
                  <a:cubicBezTo>
                    <a:pt x="361" y="269"/>
                    <a:pt x="332" y="240"/>
                    <a:pt x="304" y="2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6" name="图形 1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752" y="3746628"/>
            <a:ext cx="306966" cy="306966"/>
          </a:xfrm>
          <a:prstGeom prst="rect">
            <a:avLst/>
          </a:prstGeom>
        </p:spPr>
      </p:pic>
      <p:sp>
        <p:nvSpPr>
          <p:cNvPr id="19" name="Freeform 27"/>
          <p:cNvSpPr>
            <a:spLocks noChangeAspect="1" noChangeArrowheads="1"/>
          </p:cNvSpPr>
          <p:nvPr/>
        </p:nvSpPr>
        <p:spPr bwMode="auto">
          <a:xfrm>
            <a:off x="941089" y="4475455"/>
            <a:ext cx="292292" cy="247488"/>
          </a:xfrm>
          <a:custGeom>
            <a:avLst/>
            <a:gdLst>
              <a:gd name="T0" fmla="*/ 209171 w 602"/>
              <a:gd name="T1" fmla="*/ 183789 h 510"/>
              <a:gd name="T2" fmla="*/ 209171 w 602"/>
              <a:gd name="T3" fmla="*/ 183789 h 510"/>
              <a:gd name="T4" fmla="*/ 7587 w 602"/>
              <a:gd name="T5" fmla="*/ 183789 h 510"/>
              <a:gd name="T6" fmla="*/ 0 w 602"/>
              <a:gd name="T7" fmla="*/ 176206 h 510"/>
              <a:gd name="T8" fmla="*/ 0 w 602"/>
              <a:gd name="T9" fmla="*/ 173679 h 510"/>
              <a:gd name="T10" fmla="*/ 7587 w 602"/>
              <a:gd name="T11" fmla="*/ 163207 h 510"/>
              <a:gd name="T12" fmla="*/ 209171 w 602"/>
              <a:gd name="T13" fmla="*/ 163207 h 510"/>
              <a:gd name="T14" fmla="*/ 217119 w 602"/>
              <a:gd name="T15" fmla="*/ 173679 h 510"/>
              <a:gd name="T16" fmla="*/ 217119 w 602"/>
              <a:gd name="T17" fmla="*/ 176206 h 510"/>
              <a:gd name="T18" fmla="*/ 209171 w 602"/>
              <a:gd name="T19" fmla="*/ 183789 h 510"/>
              <a:gd name="T20" fmla="*/ 175935 w 602"/>
              <a:gd name="T21" fmla="*/ 153097 h 510"/>
              <a:gd name="T22" fmla="*/ 175935 w 602"/>
              <a:gd name="T23" fmla="*/ 153097 h 510"/>
              <a:gd name="T24" fmla="*/ 155704 w 602"/>
              <a:gd name="T25" fmla="*/ 153097 h 510"/>
              <a:gd name="T26" fmla="*/ 145589 w 602"/>
              <a:gd name="T27" fmla="*/ 142987 h 510"/>
              <a:gd name="T28" fmla="*/ 145589 w 602"/>
              <a:gd name="T29" fmla="*/ 10110 h 510"/>
              <a:gd name="T30" fmla="*/ 155704 w 602"/>
              <a:gd name="T31" fmla="*/ 0 h 510"/>
              <a:gd name="T32" fmla="*/ 175935 w 602"/>
              <a:gd name="T33" fmla="*/ 0 h 510"/>
              <a:gd name="T34" fmla="*/ 186411 w 602"/>
              <a:gd name="T35" fmla="*/ 10110 h 510"/>
              <a:gd name="T36" fmla="*/ 186411 w 602"/>
              <a:gd name="T37" fmla="*/ 142987 h 510"/>
              <a:gd name="T38" fmla="*/ 175935 w 602"/>
              <a:gd name="T39" fmla="*/ 153097 h 510"/>
              <a:gd name="T40" fmla="*/ 119939 w 602"/>
              <a:gd name="T41" fmla="*/ 153097 h 510"/>
              <a:gd name="T42" fmla="*/ 119939 w 602"/>
              <a:gd name="T43" fmla="*/ 153097 h 510"/>
              <a:gd name="T44" fmla="*/ 99708 w 602"/>
              <a:gd name="T45" fmla="*/ 153097 h 510"/>
              <a:gd name="T46" fmla="*/ 89232 w 602"/>
              <a:gd name="T47" fmla="*/ 142987 h 510"/>
              <a:gd name="T48" fmla="*/ 89232 w 602"/>
              <a:gd name="T49" fmla="*/ 58856 h 510"/>
              <a:gd name="T50" fmla="*/ 99708 w 602"/>
              <a:gd name="T51" fmla="*/ 48385 h 510"/>
              <a:gd name="T52" fmla="*/ 119939 w 602"/>
              <a:gd name="T53" fmla="*/ 48385 h 510"/>
              <a:gd name="T54" fmla="*/ 130054 w 602"/>
              <a:gd name="T55" fmla="*/ 58856 h 510"/>
              <a:gd name="T56" fmla="*/ 130054 w 602"/>
              <a:gd name="T57" fmla="*/ 142987 h 510"/>
              <a:gd name="T58" fmla="*/ 119939 w 602"/>
              <a:gd name="T59" fmla="*/ 153097 h 510"/>
              <a:gd name="T60" fmla="*/ 61053 w 602"/>
              <a:gd name="T61" fmla="*/ 153097 h 510"/>
              <a:gd name="T62" fmla="*/ 61053 w 602"/>
              <a:gd name="T63" fmla="*/ 153097 h 510"/>
              <a:gd name="T64" fmla="*/ 40823 w 602"/>
              <a:gd name="T65" fmla="*/ 153097 h 510"/>
              <a:gd name="T66" fmla="*/ 30707 w 602"/>
              <a:gd name="T67" fmla="*/ 142987 h 510"/>
              <a:gd name="T68" fmla="*/ 30707 w 602"/>
              <a:gd name="T69" fmla="*/ 107240 h 510"/>
              <a:gd name="T70" fmla="*/ 40823 w 602"/>
              <a:gd name="T71" fmla="*/ 97130 h 510"/>
              <a:gd name="T72" fmla="*/ 61053 w 602"/>
              <a:gd name="T73" fmla="*/ 97130 h 510"/>
              <a:gd name="T74" fmla="*/ 71530 w 602"/>
              <a:gd name="T75" fmla="*/ 107240 h 510"/>
              <a:gd name="T76" fmla="*/ 71530 w 602"/>
              <a:gd name="T77" fmla="*/ 142987 h 510"/>
              <a:gd name="T78" fmla="*/ 61053 w 602"/>
              <a:gd name="T79" fmla="*/ 153097 h 510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602" h="510">
                <a:moveTo>
                  <a:pt x="579" y="509"/>
                </a:moveTo>
                <a:lnTo>
                  <a:pt x="579" y="509"/>
                </a:lnTo>
                <a:cubicBezTo>
                  <a:pt x="21" y="509"/>
                  <a:pt x="21" y="509"/>
                  <a:pt x="21" y="509"/>
                </a:cubicBezTo>
                <a:cubicBezTo>
                  <a:pt x="7" y="509"/>
                  <a:pt x="0" y="502"/>
                  <a:pt x="0" y="488"/>
                </a:cubicBezTo>
                <a:cubicBezTo>
                  <a:pt x="0" y="481"/>
                  <a:pt x="0" y="481"/>
                  <a:pt x="0" y="481"/>
                </a:cubicBezTo>
                <a:cubicBezTo>
                  <a:pt x="0" y="467"/>
                  <a:pt x="7" y="452"/>
                  <a:pt x="21" y="452"/>
                </a:cubicBezTo>
                <a:cubicBezTo>
                  <a:pt x="579" y="452"/>
                  <a:pt x="579" y="452"/>
                  <a:pt x="579" y="452"/>
                </a:cubicBezTo>
                <a:cubicBezTo>
                  <a:pt x="594" y="452"/>
                  <a:pt x="601" y="467"/>
                  <a:pt x="601" y="481"/>
                </a:cubicBezTo>
                <a:cubicBezTo>
                  <a:pt x="601" y="488"/>
                  <a:pt x="601" y="488"/>
                  <a:pt x="601" y="488"/>
                </a:cubicBezTo>
                <a:cubicBezTo>
                  <a:pt x="601" y="502"/>
                  <a:pt x="594" y="509"/>
                  <a:pt x="579" y="509"/>
                </a:cubicBezTo>
                <a:close/>
                <a:moveTo>
                  <a:pt x="487" y="424"/>
                </a:moveTo>
                <a:lnTo>
                  <a:pt x="487" y="424"/>
                </a:lnTo>
                <a:cubicBezTo>
                  <a:pt x="431" y="424"/>
                  <a:pt x="431" y="424"/>
                  <a:pt x="431" y="424"/>
                </a:cubicBezTo>
                <a:cubicBezTo>
                  <a:pt x="417" y="424"/>
                  <a:pt x="403" y="417"/>
                  <a:pt x="403" y="396"/>
                </a:cubicBezTo>
                <a:cubicBezTo>
                  <a:pt x="403" y="28"/>
                  <a:pt x="403" y="28"/>
                  <a:pt x="403" y="28"/>
                </a:cubicBezTo>
                <a:cubicBezTo>
                  <a:pt x="403" y="14"/>
                  <a:pt x="417" y="0"/>
                  <a:pt x="431" y="0"/>
                </a:cubicBezTo>
                <a:cubicBezTo>
                  <a:pt x="487" y="0"/>
                  <a:pt x="487" y="0"/>
                  <a:pt x="487" y="0"/>
                </a:cubicBezTo>
                <a:cubicBezTo>
                  <a:pt x="509" y="0"/>
                  <a:pt x="516" y="14"/>
                  <a:pt x="516" y="28"/>
                </a:cubicBezTo>
                <a:cubicBezTo>
                  <a:pt x="516" y="396"/>
                  <a:pt x="516" y="396"/>
                  <a:pt x="516" y="396"/>
                </a:cubicBezTo>
                <a:cubicBezTo>
                  <a:pt x="516" y="417"/>
                  <a:pt x="509" y="424"/>
                  <a:pt x="487" y="424"/>
                </a:cubicBezTo>
                <a:close/>
                <a:moveTo>
                  <a:pt x="332" y="424"/>
                </a:moveTo>
                <a:lnTo>
                  <a:pt x="332" y="424"/>
                </a:lnTo>
                <a:cubicBezTo>
                  <a:pt x="276" y="424"/>
                  <a:pt x="276" y="424"/>
                  <a:pt x="276" y="424"/>
                </a:cubicBezTo>
                <a:cubicBezTo>
                  <a:pt x="254" y="424"/>
                  <a:pt x="247" y="417"/>
                  <a:pt x="247" y="396"/>
                </a:cubicBezTo>
                <a:cubicBezTo>
                  <a:pt x="247" y="163"/>
                  <a:pt x="247" y="163"/>
                  <a:pt x="247" y="163"/>
                </a:cubicBezTo>
                <a:cubicBezTo>
                  <a:pt x="247" y="149"/>
                  <a:pt x="254" y="134"/>
                  <a:pt x="276" y="134"/>
                </a:cubicBezTo>
                <a:cubicBezTo>
                  <a:pt x="332" y="134"/>
                  <a:pt x="332" y="134"/>
                  <a:pt x="332" y="134"/>
                </a:cubicBezTo>
                <a:cubicBezTo>
                  <a:pt x="346" y="134"/>
                  <a:pt x="360" y="149"/>
                  <a:pt x="360" y="163"/>
                </a:cubicBezTo>
                <a:cubicBezTo>
                  <a:pt x="360" y="396"/>
                  <a:pt x="360" y="396"/>
                  <a:pt x="360" y="396"/>
                </a:cubicBezTo>
                <a:cubicBezTo>
                  <a:pt x="360" y="417"/>
                  <a:pt x="346" y="424"/>
                  <a:pt x="332" y="424"/>
                </a:cubicBezTo>
                <a:close/>
                <a:moveTo>
                  <a:pt x="169" y="424"/>
                </a:moveTo>
                <a:lnTo>
                  <a:pt x="169" y="424"/>
                </a:lnTo>
                <a:cubicBezTo>
                  <a:pt x="113" y="424"/>
                  <a:pt x="113" y="424"/>
                  <a:pt x="113" y="424"/>
                </a:cubicBezTo>
                <a:cubicBezTo>
                  <a:pt x="99" y="424"/>
                  <a:pt x="85" y="417"/>
                  <a:pt x="85" y="396"/>
                </a:cubicBezTo>
                <a:cubicBezTo>
                  <a:pt x="85" y="297"/>
                  <a:pt x="85" y="297"/>
                  <a:pt x="85" y="297"/>
                </a:cubicBezTo>
                <a:cubicBezTo>
                  <a:pt x="85" y="276"/>
                  <a:pt x="99" y="269"/>
                  <a:pt x="113" y="269"/>
                </a:cubicBezTo>
                <a:cubicBezTo>
                  <a:pt x="169" y="269"/>
                  <a:pt x="169" y="269"/>
                  <a:pt x="169" y="269"/>
                </a:cubicBezTo>
                <a:cubicBezTo>
                  <a:pt x="184" y="269"/>
                  <a:pt x="198" y="276"/>
                  <a:pt x="198" y="297"/>
                </a:cubicBezTo>
                <a:cubicBezTo>
                  <a:pt x="198" y="396"/>
                  <a:pt x="198" y="396"/>
                  <a:pt x="198" y="396"/>
                </a:cubicBezTo>
                <a:cubicBezTo>
                  <a:pt x="198" y="417"/>
                  <a:pt x="184" y="424"/>
                  <a:pt x="169" y="4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>
            <a:no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图形 25"/>
          <p:cNvGrpSpPr/>
          <p:nvPr/>
        </p:nvGrpSpPr>
        <p:grpSpPr>
          <a:xfrm>
            <a:off x="885487" y="5063875"/>
            <a:ext cx="403497" cy="261732"/>
            <a:chOff x="9677878" y="2393231"/>
            <a:chExt cx="469545" cy="304575"/>
          </a:xfrm>
          <a:solidFill>
            <a:schemeClr val="bg1"/>
          </a:solidFill>
        </p:grpSpPr>
        <p:sp>
          <p:nvSpPr>
            <p:cNvPr id="23" name="任意多边形: 形状 22"/>
            <p:cNvSpPr/>
            <p:nvPr/>
          </p:nvSpPr>
          <p:spPr>
            <a:xfrm>
              <a:off x="9907172" y="2549678"/>
              <a:ext cx="2029" cy="2029"/>
            </a:xfrm>
            <a:custGeom>
              <a:avLst/>
              <a:gdLst>
                <a:gd name="connsiteX0" fmla="*/ 0 w 2029"/>
                <a:gd name="connsiteY0" fmla="*/ 0 h 2029"/>
                <a:gd name="connsiteX1" fmla="*/ 0 w 2029"/>
                <a:gd name="connsiteY1" fmla="*/ 0 h 2029"/>
                <a:gd name="connsiteX2" fmla="*/ 0 w 2029"/>
                <a:gd name="connsiteY2" fmla="*/ 0 h 2029"/>
                <a:gd name="connsiteX3" fmla="*/ 0 w 2029"/>
                <a:gd name="connsiteY3" fmla="*/ 0 h 2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" h="2029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027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9844065" y="2393231"/>
              <a:ext cx="127229" cy="156447"/>
            </a:xfrm>
            <a:custGeom>
              <a:avLst/>
              <a:gdLst>
                <a:gd name="connsiteX0" fmla="*/ 49917 w 127229"/>
                <a:gd name="connsiteY0" fmla="*/ 155027 h 156447"/>
                <a:gd name="connsiteX1" fmla="*/ 49308 w 127229"/>
                <a:gd name="connsiteY1" fmla="*/ 155027 h 156447"/>
                <a:gd name="connsiteX2" fmla="*/ 63107 w 127229"/>
                <a:gd name="connsiteY2" fmla="*/ 156448 h 156447"/>
                <a:gd name="connsiteX3" fmla="*/ 77514 w 127229"/>
                <a:gd name="connsiteY3" fmla="*/ 154824 h 156447"/>
                <a:gd name="connsiteX4" fmla="*/ 127228 w 127229"/>
                <a:gd name="connsiteY4" fmla="*/ 93950 h 156447"/>
                <a:gd name="connsiteX5" fmla="*/ 127228 w 127229"/>
                <a:gd name="connsiteY5" fmla="*/ 91515 h 156447"/>
                <a:gd name="connsiteX6" fmla="*/ 127228 w 127229"/>
                <a:gd name="connsiteY6" fmla="*/ 62092 h 156447"/>
                <a:gd name="connsiteX7" fmla="*/ 66962 w 127229"/>
                <a:gd name="connsiteY7" fmla="*/ 0 h 156447"/>
                <a:gd name="connsiteX8" fmla="*/ 58845 w 127229"/>
                <a:gd name="connsiteY8" fmla="*/ 0 h 156447"/>
                <a:gd name="connsiteX9" fmla="*/ 1623 w 127229"/>
                <a:gd name="connsiteY9" fmla="*/ 62092 h 156447"/>
                <a:gd name="connsiteX10" fmla="*/ 1623 w 127229"/>
                <a:gd name="connsiteY10" fmla="*/ 91515 h 156447"/>
                <a:gd name="connsiteX11" fmla="*/ 0 w 127229"/>
                <a:gd name="connsiteY11" fmla="*/ 94153 h 156447"/>
                <a:gd name="connsiteX12" fmla="*/ 49917 w 127229"/>
                <a:gd name="connsiteY12" fmla="*/ 155027 h 156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229" h="156447">
                  <a:moveTo>
                    <a:pt x="49917" y="155027"/>
                  </a:moveTo>
                  <a:lnTo>
                    <a:pt x="49308" y="155027"/>
                  </a:lnTo>
                  <a:cubicBezTo>
                    <a:pt x="54178" y="156042"/>
                    <a:pt x="58034" y="156448"/>
                    <a:pt x="63107" y="156448"/>
                  </a:cubicBezTo>
                  <a:cubicBezTo>
                    <a:pt x="68180" y="156448"/>
                    <a:pt x="72847" y="156042"/>
                    <a:pt x="77514" y="154824"/>
                  </a:cubicBezTo>
                  <a:cubicBezTo>
                    <a:pt x="105516" y="148331"/>
                    <a:pt x="126213" y="123778"/>
                    <a:pt x="127228" y="93950"/>
                  </a:cubicBezTo>
                  <a:cubicBezTo>
                    <a:pt x="127228" y="93950"/>
                    <a:pt x="127228" y="92326"/>
                    <a:pt x="127228" y="91515"/>
                  </a:cubicBezTo>
                  <a:lnTo>
                    <a:pt x="127228" y="62092"/>
                  </a:lnTo>
                  <a:cubicBezTo>
                    <a:pt x="127431" y="28408"/>
                    <a:pt x="100646" y="0"/>
                    <a:pt x="66962" y="0"/>
                  </a:cubicBezTo>
                  <a:lnTo>
                    <a:pt x="58845" y="0"/>
                  </a:lnTo>
                  <a:cubicBezTo>
                    <a:pt x="25162" y="0"/>
                    <a:pt x="1623" y="28408"/>
                    <a:pt x="1623" y="62092"/>
                  </a:cubicBezTo>
                  <a:lnTo>
                    <a:pt x="1623" y="91515"/>
                  </a:lnTo>
                  <a:cubicBezTo>
                    <a:pt x="1623" y="92326"/>
                    <a:pt x="0" y="94153"/>
                    <a:pt x="0" y="94153"/>
                  </a:cubicBezTo>
                  <a:cubicBezTo>
                    <a:pt x="1218" y="123981"/>
                    <a:pt x="21915" y="148534"/>
                    <a:pt x="49917" y="155027"/>
                  </a:cubicBezTo>
                  <a:close/>
                </a:path>
              </a:pathLst>
            </a:custGeom>
            <a:grpFill/>
            <a:ln w="2027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9712779" y="2478455"/>
              <a:ext cx="58033" cy="71223"/>
            </a:xfrm>
            <a:custGeom>
              <a:avLst/>
              <a:gdLst>
                <a:gd name="connsiteX0" fmla="*/ 22929 w 58033"/>
                <a:gd name="connsiteY0" fmla="*/ 70412 h 71223"/>
                <a:gd name="connsiteX1" fmla="*/ 22524 w 58033"/>
                <a:gd name="connsiteY1" fmla="*/ 70412 h 71223"/>
                <a:gd name="connsiteX2" fmla="*/ 28814 w 58033"/>
                <a:gd name="connsiteY2" fmla="*/ 71223 h 71223"/>
                <a:gd name="connsiteX3" fmla="*/ 35510 w 58033"/>
                <a:gd name="connsiteY3" fmla="*/ 70412 h 71223"/>
                <a:gd name="connsiteX4" fmla="*/ 58034 w 58033"/>
                <a:gd name="connsiteY4" fmla="*/ 42409 h 71223"/>
                <a:gd name="connsiteX5" fmla="*/ 57628 w 58033"/>
                <a:gd name="connsiteY5" fmla="*/ 41192 h 71223"/>
                <a:gd name="connsiteX6" fmla="*/ 57628 w 58033"/>
                <a:gd name="connsiteY6" fmla="*/ 27596 h 71223"/>
                <a:gd name="connsiteX7" fmla="*/ 30640 w 58033"/>
                <a:gd name="connsiteY7" fmla="*/ 0 h 71223"/>
                <a:gd name="connsiteX8" fmla="*/ 26785 w 58033"/>
                <a:gd name="connsiteY8" fmla="*/ 0 h 71223"/>
                <a:gd name="connsiteX9" fmla="*/ 812 w 58033"/>
                <a:gd name="connsiteY9" fmla="*/ 27596 h 71223"/>
                <a:gd name="connsiteX10" fmla="*/ 812 w 58033"/>
                <a:gd name="connsiteY10" fmla="*/ 41192 h 71223"/>
                <a:gd name="connsiteX11" fmla="*/ 0 w 58033"/>
                <a:gd name="connsiteY11" fmla="*/ 42409 h 71223"/>
                <a:gd name="connsiteX12" fmla="*/ 22929 w 58033"/>
                <a:gd name="connsiteY12" fmla="*/ 70412 h 7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033" h="71223">
                  <a:moveTo>
                    <a:pt x="22929" y="70412"/>
                  </a:moveTo>
                  <a:lnTo>
                    <a:pt x="22524" y="70412"/>
                  </a:lnTo>
                  <a:cubicBezTo>
                    <a:pt x="24756" y="70817"/>
                    <a:pt x="26582" y="71020"/>
                    <a:pt x="28814" y="71223"/>
                  </a:cubicBezTo>
                  <a:cubicBezTo>
                    <a:pt x="31046" y="71223"/>
                    <a:pt x="33278" y="71020"/>
                    <a:pt x="35510" y="70412"/>
                  </a:cubicBezTo>
                  <a:cubicBezTo>
                    <a:pt x="48497" y="67368"/>
                    <a:pt x="57425" y="56005"/>
                    <a:pt x="58034" y="42409"/>
                  </a:cubicBezTo>
                  <a:cubicBezTo>
                    <a:pt x="58034" y="42409"/>
                    <a:pt x="57628" y="41598"/>
                    <a:pt x="57628" y="41192"/>
                  </a:cubicBezTo>
                  <a:lnTo>
                    <a:pt x="57628" y="27596"/>
                  </a:lnTo>
                  <a:cubicBezTo>
                    <a:pt x="57628" y="11972"/>
                    <a:pt x="46062" y="0"/>
                    <a:pt x="30640" y="0"/>
                  </a:cubicBezTo>
                  <a:lnTo>
                    <a:pt x="26785" y="0"/>
                  </a:lnTo>
                  <a:cubicBezTo>
                    <a:pt x="11160" y="0"/>
                    <a:pt x="812" y="12175"/>
                    <a:pt x="812" y="27596"/>
                  </a:cubicBezTo>
                  <a:lnTo>
                    <a:pt x="812" y="41192"/>
                  </a:lnTo>
                  <a:cubicBezTo>
                    <a:pt x="812" y="41598"/>
                    <a:pt x="0" y="42409"/>
                    <a:pt x="0" y="42409"/>
                  </a:cubicBezTo>
                  <a:cubicBezTo>
                    <a:pt x="609" y="56208"/>
                    <a:pt x="10146" y="67571"/>
                    <a:pt x="22929" y="70412"/>
                  </a:cubicBezTo>
                  <a:close/>
                </a:path>
              </a:pathLst>
            </a:custGeom>
            <a:grpFill/>
            <a:ln w="2027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9741796" y="2549678"/>
              <a:ext cx="2029" cy="2029"/>
            </a:xfrm>
            <a:custGeom>
              <a:avLst/>
              <a:gdLst>
                <a:gd name="connsiteX0" fmla="*/ 0 w 2029"/>
                <a:gd name="connsiteY0" fmla="*/ 0 h 2029"/>
                <a:gd name="connsiteX1" fmla="*/ 0 w 2029"/>
                <a:gd name="connsiteY1" fmla="*/ 0 h 2029"/>
                <a:gd name="connsiteX2" fmla="*/ 0 w 2029"/>
                <a:gd name="connsiteY2" fmla="*/ 0 h 2029"/>
                <a:gd name="connsiteX3" fmla="*/ 0 w 2029"/>
                <a:gd name="connsiteY3" fmla="*/ 0 h 2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" h="2029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027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0026892" y="2433611"/>
              <a:ext cx="75281" cy="94590"/>
            </a:xfrm>
            <a:custGeom>
              <a:avLst/>
              <a:gdLst>
                <a:gd name="connsiteX0" fmla="*/ 29829 w 75281"/>
                <a:gd name="connsiteY0" fmla="*/ 94559 h 94590"/>
                <a:gd name="connsiteX1" fmla="*/ 29423 w 75281"/>
                <a:gd name="connsiteY1" fmla="*/ 94153 h 94590"/>
                <a:gd name="connsiteX2" fmla="*/ 37539 w 75281"/>
                <a:gd name="connsiteY2" fmla="*/ 94559 h 94590"/>
                <a:gd name="connsiteX3" fmla="*/ 46265 w 75281"/>
                <a:gd name="connsiteY3" fmla="*/ 93950 h 94590"/>
                <a:gd name="connsiteX4" fmla="*/ 75282 w 75281"/>
                <a:gd name="connsiteY4" fmla="*/ 57628 h 94590"/>
                <a:gd name="connsiteX5" fmla="*/ 74470 w 75281"/>
                <a:gd name="connsiteY5" fmla="*/ 56410 h 94590"/>
                <a:gd name="connsiteX6" fmla="*/ 74470 w 75281"/>
                <a:gd name="connsiteY6" fmla="*/ 38757 h 94590"/>
                <a:gd name="connsiteX7" fmla="*/ 39771 w 75281"/>
                <a:gd name="connsiteY7" fmla="*/ 0 h 94590"/>
                <a:gd name="connsiteX8" fmla="*/ 34901 w 75281"/>
                <a:gd name="connsiteY8" fmla="*/ 0 h 94590"/>
                <a:gd name="connsiteX9" fmla="*/ 1420 w 75281"/>
                <a:gd name="connsiteY9" fmla="*/ 38757 h 94590"/>
                <a:gd name="connsiteX10" fmla="*/ 1420 w 75281"/>
                <a:gd name="connsiteY10" fmla="*/ 56410 h 94590"/>
                <a:gd name="connsiteX11" fmla="*/ 0 w 75281"/>
                <a:gd name="connsiteY11" fmla="*/ 58034 h 94590"/>
                <a:gd name="connsiteX12" fmla="*/ 29829 w 75281"/>
                <a:gd name="connsiteY12" fmla="*/ 94559 h 94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5281" h="94590">
                  <a:moveTo>
                    <a:pt x="29829" y="94559"/>
                  </a:moveTo>
                  <a:lnTo>
                    <a:pt x="29423" y="94153"/>
                  </a:lnTo>
                  <a:cubicBezTo>
                    <a:pt x="32264" y="94761"/>
                    <a:pt x="34496" y="94559"/>
                    <a:pt x="37539" y="94559"/>
                  </a:cubicBezTo>
                  <a:cubicBezTo>
                    <a:pt x="40583" y="94559"/>
                    <a:pt x="43424" y="94761"/>
                    <a:pt x="46265" y="93950"/>
                  </a:cubicBezTo>
                  <a:cubicBezTo>
                    <a:pt x="63107" y="90094"/>
                    <a:pt x="74673" y="75484"/>
                    <a:pt x="75282" y="57628"/>
                  </a:cubicBezTo>
                  <a:cubicBezTo>
                    <a:pt x="75282" y="57628"/>
                    <a:pt x="74470" y="56816"/>
                    <a:pt x="74470" y="56410"/>
                  </a:cubicBezTo>
                  <a:lnTo>
                    <a:pt x="74470" y="38757"/>
                  </a:lnTo>
                  <a:cubicBezTo>
                    <a:pt x="74470" y="18465"/>
                    <a:pt x="60063" y="0"/>
                    <a:pt x="39771" y="0"/>
                  </a:cubicBezTo>
                  <a:lnTo>
                    <a:pt x="34901" y="0"/>
                  </a:lnTo>
                  <a:cubicBezTo>
                    <a:pt x="14610" y="0"/>
                    <a:pt x="1420" y="18465"/>
                    <a:pt x="1420" y="38757"/>
                  </a:cubicBezTo>
                  <a:lnTo>
                    <a:pt x="1420" y="56410"/>
                  </a:lnTo>
                  <a:cubicBezTo>
                    <a:pt x="1420" y="57019"/>
                    <a:pt x="0" y="58034"/>
                    <a:pt x="0" y="58034"/>
                  </a:cubicBezTo>
                  <a:cubicBezTo>
                    <a:pt x="812" y="75890"/>
                    <a:pt x="13190" y="90703"/>
                    <a:pt x="29829" y="94559"/>
                  </a:cubicBezTo>
                  <a:close/>
                </a:path>
              </a:pathLst>
            </a:custGeom>
            <a:grpFill/>
            <a:ln w="2027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9768581" y="2568955"/>
              <a:ext cx="277182" cy="128851"/>
            </a:xfrm>
            <a:custGeom>
              <a:avLst/>
              <a:gdLst>
                <a:gd name="connsiteX0" fmla="*/ 15422 w 277182"/>
                <a:gd name="connsiteY0" fmla="*/ 34901 h 128851"/>
                <a:gd name="connsiteX1" fmla="*/ 7914 w 277182"/>
                <a:gd name="connsiteY1" fmla="*/ 46265 h 128851"/>
                <a:gd name="connsiteX2" fmla="*/ 0 w 277182"/>
                <a:gd name="connsiteY2" fmla="*/ 84413 h 128851"/>
                <a:gd name="connsiteX3" fmla="*/ 138591 w 277182"/>
                <a:gd name="connsiteY3" fmla="*/ 128851 h 128851"/>
                <a:gd name="connsiteX4" fmla="*/ 277182 w 277182"/>
                <a:gd name="connsiteY4" fmla="*/ 84413 h 128851"/>
                <a:gd name="connsiteX5" fmla="*/ 270080 w 277182"/>
                <a:gd name="connsiteY5" fmla="*/ 48091 h 128851"/>
                <a:gd name="connsiteX6" fmla="*/ 261761 w 277182"/>
                <a:gd name="connsiteY6" fmla="*/ 35104 h 128851"/>
                <a:gd name="connsiteX7" fmla="*/ 214482 w 277182"/>
                <a:gd name="connsiteY7" fmla="*/ 8320 h 128851"/>
                <a:gd name="connsiteX8" fmla="*/ 156042 w 277182"/>
                <a:gd name="connsiteY8" fmla="*/ 406 h 128851"/>
                <a:gd name="connsiteX9" fmla="*/ 138591 w 277182"/>
                <a:gd name="connsiteY9" fmla="*/ 0 h 128851"/>
                <a:gd name="connsiteX10" fmla="*/ 121141 w 277182"/>
                <a:gd name="connsiteY10" fmla="*/ 406 h 128851"/>
                <a:gd name="connsiteX11" fmla="*/ 36119 w 277182"/>
                <a:gd name="connsiteY11" fmla="*/ 18668 h 128851"/>
                <a:gd name="connsiteX12" fmla="*/ 15422 w 277182"/>
                <a:gd name="connsiteY12" fmla="*/ 34901 h 12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7182" h="128851">
                  <a:moveTo>
                    <a:pt x="15422" y="34901"/>
                  </a:moveTo>
                  <a:cubicBezTo>
                    <a:pt x="12378" y="38554"/>
                    <a:pt x="9943" y="42206"/>
                    <a:pt x="7914" y="46265"/>
                  </a:cubicBezTo>
                  <a:cubicBezTo>
                    <a:pt x="2029" y="57628"/>
                    <a:pt x="0" y="70615"/>
                    <a:pt x="0" y="84413"/>
                  </a:cubicBezTo>
                  <a:cubicBezTo>
                    <a:pt x="0" y="84413"/>
                    <a:pt x="0" y="128851"/>
                    <a:pt x="138591" y="128851"/>
                  </a:cubicBezTo>
                  <a:cubicBezTo>
                    <a:pt x="277182" y="128851"/>
                    <a:pt x="277182" y="84413"/>
                    <a:pt x="277182" y="84413"/>
                  </a:cubicBezTo>
                  <a:cubicBezTo>
                    <a:pt x="277182" y="71426"/>
                    <a:pt x="275356" y="59048"/>
                    <a:pt x="270080" y="48091"/>
                  </a:cubicBezTo>
                  <a:cubicBezTo>
                    <a:pt x="267848" y="43424"/>
                    <a:pt x="265210" y="39163"/>
                    <a:pt x="261761" y="35104"/>
                  </a:cubicBezTo>
                  <a:cubicBezTo>
                    <a:pt x="252021" y="23741"/>
                    <a:pt x="237005" y="14407"/>
                    <a:pt x="214482" y="8320"/>
                  </a:cubicBezTo>
                  <a:cubicBezTo>
                    <a:pt x="198857" y="4058"/>
                    <a:pt x="179783" y="1420"/>
                    <a:pt x="156042" y="406"/>
                  </a:cubicBezTo>
                  <a:cubicBezTo>
                    <a:pt x="150563" y="203"/>
                    <a:pt x="144679" y="0"/>
                    <a:pt x="138591" y="0"/>
                  </a:cubicBezTo>
                  <a:cubicBezTo>
                    <a:pt x="132504" y="0"/>
                    <a:pt x="126822" y="203"/>
                    <a:pt x="121141" y="406"/>
                  </a:cubicBezTo>
                  <a:cubicBezTo>
                    <a:pt x="81775" y="1826"/>
                    <a:pt x="54584" y="8522"/>
                    <a:pt x="36119" y="18668"/>
                  </a:cubicBezTo>
                  <a:cubicBezTo>
                    <a:pt x="27394" y="23132"/>
                    <a:pt x="20494" y="28611"/>
                    <a:pt x="15422" y="34901"/>
                  </a:cubicBezTo>
                  <a:close/>
                </a:path>
              </a:pathLst>
            </a:custGeom>
            <a:grpFill/>
            <a:ln w="2027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9677878" y="2558201"/>
              <a:ext cx="122357" cy="59657"/>
            </a:xfrm>
            <a:custGeom>
              <a:avLst/>
              <a:gdLst>
                <a:gd name="connsiteX0" fmla="*/ 63918 w 122357"/>
                <a:gd name="connsiteY0" fmla="*/ 59657 h 59657"/>
                <a:gd name="connsiteX1" fmla="*/ 81775 w 122357"/>
                <a:gd name="connsiteY1" fmla="*/ 59048 h 59657"/>
                <a:gd name="connsiteX2" fmla="*/ 87051 w 122357"/>
                <a:gd name="connsiteY2" fmla="*/ 52555 h 59657"/>
                <a:gd name="connsiteX3" fmla="*/ 122358 w 122357"/>
                <a:gd name="connsiteY3" fmla="*/ 18465 h 59657"/>
                <a:gd name="connsiteX4" fmla="*/ 120735 w 122357"/>
                <a:gd name="connsiteY4" fmla="*/ 16233 h 59657"/>
                <a:gd name="connsiteX5" fmla="*/ 72035 w 122357"/>
                <a:gd name="connsiteY5" fmla="*/ 203 h 59657"/>
                <a:gd name="connsiteX6" fmla="*/ 63918 w 122357"/>
                <a:gd name="connsiteY6" fmla="*/ 0 h 59657"/>
                <a:gd name="connsiteX7" fmla="*/ 55802 w 122357"/>
                <a:gd name="connsiteY7" fmla="*/ 203 h 59657"/>
                <a:gd name="connsiteX8" fmla="*/ 7102 w 122357"/>
                <a:gd name="connsiteY8" fmla="*/ 16233 h 59657"/>
                <a:gd name="connsiteX9" fmla="*/ 0 w 122357"/>
                <a:gd name="connsiteY9" fmla="*/ 38960 h 59657"/>
                <a:gd name="connsiteX10" fmla="*/ 63918 w 122357"/>
                <a:gd name="connsiteY10" fmla="*/ 59657 h 5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2357" h="59657">
                  <a:moveTo>
                    <a:pt x="63918" y="59657"/>
                  </a:moveTo>
                  <a:cubicBezTo>
                    <a:pt x="70615" y="59657"/>
                    <a:pt x="76499" y="59454"/>
                    <a:pt x="81775" y="59048"/>
                  </a:cubicBezTo>
                  <a:cubicBezTo>
                    <a:pt x="83398" y="56816"/>
                    <a:pt x="85224" y="54787"/>
                    <a:pt x="87051" y="52555"/>
                  </a:cubicBezTo>
                  <a:cubicBezTo>
                    <a:pt x="97196" y="40583"/>
                    <a:pt x="108966" y="29220"/>
                    <a:pt x="122358" y="18465"/>
                  </a:cubicBezTo>
                  <a:cubicBezTo>
                    <a:pt x="121749" y="17654"/>
                    <a:pt x="121343" y="17045"/>
                    <a:pt x="120735" y="16233"/>
                  </a:cubicBezTo>
                  <a:cubicBezTo>
                    <a:pt x="113227" y="7305"/>
                    <a:pt x="98617" y="1217"/>
                    <a:pt x="72035" y="203"/>
                  </a:cubicBezTo>
                  <a:cubicBezTo>
                    <a:pt x="69397" y="203"/>
                    <a:pt x="66759" y="0"/>
                    <a:pt x="63918" y="0"/>
                  </a:cubicBezTo>
                  <a:cubicBezTo>
                    <a:pt x="61078" y="0"/>
                    <a:pt x="58440" y="0"/>
                    <a:pt x="55802" y="203"/>
                  </a:cubicBezTo>
                  <a:cubicBezTo>
                    <a:pt x="29220" y="1217"/>
                    <a:pt x="14610" y="7305"/>
                    <a:pt x="7102" y="16233"/>
                  </a:cubicBezTo>
                  <a:cubicBezTo>
                    <a:pt x="1623" y="22727"/>
                    <a:pt x="0" y="30437"/>
                    <a:pt x="0" y="38960"/>
                  </a:cubicBezTo>
                  <a:cubicBezTo>
                    <a:pt x="0" y="39163"/>
                    <a:pt x="0" y="59657"/>
                    <a:pt x="63918" y="59657"/>
                  </a:cubicBezTo>
                  <a:close/>
                </a:path>
              </a:pathLst>
            </a:custGeom>
            <a:grpFill/>
            <a:ln w="2027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9990367" y="2540344"/>
              <a:ext cx="157056" cy="77513"/>
            </a:xfrm>
            <a:custGeom>
              <a:avLst/>
              <a:gdLst>
                <a:gd name="connsiteX0" fmla="*/ 73252 w 157056"/>
                <a:gd name="connsiteY0" fmla="*/ 74876 h 77513"/>
                <a:gd name="connsiteX1" fmla="*/ 75485 w 157056"/>
                <a:gd name="connsiteY1" fmla="*/ 77514 h 77513"/>
                <a:gd name="connsiteX2" fmla="*/ 157057 w 157056"/>
                <a:gd name="connsiteY2" fmla="*/ 50729 h 77513"/>
                <a:gd name="connsiteX3" fmla="*/ 147722 w 157056"/>
                <a:gd name="connsiteY3" fmla="*/ 21103 h 77513"/>
                <a:gd name="connsiteX4" fmla="*/ 84413 w 157056"/>
                <a:gd name="connsiteY4" fmla="*/ 203 h 77513"/>
                <a:gd name="connsiteX5" fmla="*/ 74064 w 157056"/>
                <a:gd name="connsiteY5" fmla="*/ 0 h 77513"/>
                <a:gd name="connsiteX6" fmla="*/ 63715 w 157056"/>
                <a:gd name="connsiteY6" fmla="*/ 203 h 77513"/>
                <a:gd name="connsiteX7" fmla="*/ 406 w 157056"/>
                <a:gd name="connsiteY7" fmla="*/ 21103 h 77513"/>
                <a:gd name="connsiteX8" fmla="*/ 0 w 157056"/>
                <a:gd name="connsiteY8" fmla="*/ 21712 h 77513"/>
                <a:gd name="connsiteX9" fmla="*/ 73252 w 157056"/>
                <a:gd name="connsiteY9" fmla="*/ 74876 h 7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056" h="77513">
                  <a:moveTo>
                    <a:pt x="73252" y="74876"/>
                  </a:moveTo>
                  <a:cubicBezTo>
                    <a:pt x="74064" y="75687"/>
                    <a:pt x="74673" y="76702"/>
                    <a:pt x="75485" y="77514"/>
                  </a:cubicBezTo>
                  <a:cubicBezTo>
                    <a:pt x="157057" y="77108"/>
                    <a:pt x="157057" y="50729"/>
                    <a:pt x="157057" y="50729"/>
                  </a:cubicBezTo>
                  <a:cubicBezTo>
                    <a:pt x="157057" y="39568"/>
                    <a:pt x="154824" y="29423"/>
                    <a:pt x="147722" y="21103"/>
                  </a:cubicBezTo>
                  <a:cubicBezTo>
                    <a:pt x="137982" y="9537"/>
                    <a:pt x="119111" y="1623"/>
                    <a:pt x="84413" y="203"/>
                  </a:cubicBezTo>
                  <a:cubicBezTo>
                    <a:pt x="81166" y="0"/>
                    <a:pt x="77514" y="0"/>
                    <a:pt x="74064" y="0"/>
                  </a:cubicBezTo>
                  <a:cubicBezTo>
                    <a:pt x="70615" y="0"/>
                    <a:pt x="66962" y="0"/>
                    <a:pt x="63715" y="203"/>
                  </a:cubicBezTo>
                  <a:cubicBezTo>
                    <a:pt x="29017" y="1420"/>
                    <a:pt x="10146" y="9334"/>
                    <a:pt x="406" y="21103"/>
                  </a:cubicBezTo>
                  <a:cubicBezTo>
                    <a:pt x="203" y="21306"/>
                    <a:pt x="0" y="21509"/>
                    <a:pt x="0" y="21712"/>
                  </a:cubicBezTo>
                  <a:cubicBezTo>
                    <a:pt x="31858" y="36322"/>
                    <a:pt x="55802" y="54178"/>
                    <a:pt x="73252" y="74876"/>
                  </a:cubicBezTo>
                  <a:close/>
                </a:path>
              </a:pathLst>
            </a:custGeom>
            <a:grpFill/>
            <a:ln w="2027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销售数据对比</a:t>
            </a:r>
            <a:endParaRPr lang="zh-CN" altLang="en-US" dirty="0"/>
          </a:p>
        </p:txBody>
      </p:sp>
      <p:graphicFrame>
        <p:nvGraphicFramePr>
          <p:cNvPr id="3" name="图表 2"/>
          <p:cNvGraphicFramePr/>
          <p:nvPr/>
        </p:nvGraphicFramePr>
        <p:xfrm>
          <a:off x="434058" y="1267252"/>
          <a:ext cx="11278518" cy="5010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销售数据对比</a:t>
            </a:r>
            <a:endParaRPr lang="zh-CN" altLang="en-US" dirty="0"/>
          </a:p>
        </p:txBody>
      </p:sp>
      <p:graphicFrame>
        <p:nvGraphicFramePr>
          <p:cNvPr id="4" name="Chart 63"/>
          <p:cNvGraphicFramePr/>
          <p:nvPr/>
        </p:nvGraphicFramePr>
        <p:xfrm>
          <a:off x="0" y="948844"/>
          <a:ext cx="12191999" cy="5493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排行榜条形图表</a:t>
            </a:r>
            <a:endParaRPr lang="zh-CN" altLang="en-US" dirty="0"/>
          </a:p>
        </p:txBody>
      </p:sp>
      <p:graphicFrame>
        <p:nvGraphicFramePr>
          <p:cNvPr id="3" name="图表 2"/>
          <p:cNvGraphicFramePr/>
          <p:nvPr/>
        </p:nvGraphicFramePr>
        <p:xfrm>
          <a:off x="479425" y="986970"/>
          <a:ext cx="11233150" cy="5036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数据分析面积</a:t>
            </a:r>
            <a:r>
              <a:rPr lang="en-US" altLang="zh-CN" dirty="0"/>
              <a:t>/</a:t>
            </a:r>
            <a:r>
              <a:rPr lang="zh-CN" altLang="en-US" dirty="0"/>
              <a:t>折线图</a:t>
            </a:r>
            <a:endParaRPr lang="zh-CN" altLang="en-US" dirty="0"/>
          </a:p>
        </p:txBody>
      </p:sp>
      <p:graphicFrame>
        <p:nvGraphicFramePr>
          <p:cNvPr id="3" name="Chart 15"/>
          <p:cNvGraphicFramePr/>
          <p:nvPr/>
        </p:nvGraphicFramePr>
        <p:xfrm>
          <a:off x="152400" y="958850"/>
          <a:ext cx="11887200" cy="5209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折线图数据分析工具</a:t>
            </a:r>
            <a:endParaRPr lang="zh-CN" altLang="en-US" dirty="0"/>
          </a:p>
        </p:txBody>
      </p:sp>
      <p:graphicFrame>
        <p:nvGraphicFramePr>
          <p:cNvPr id="3" name="Chart 15"/>
          <p:cNvGraphicFramePr/>
          <p:nvPr/>
        </p:nvGraphicFramePr>
        <p:xfrm>
          <a:off x="0" y="972457"/>
          <a:ext cx="12192000" cy="5094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不同维度数据分析</a:t>
            </a:r>
            <a:endParaRPr lang="zh-CN" altLang="en-US" dirty="0"/>
          </a:p>
        </p:txBody>
      </p:sp>
      <p:graphicFrame>
        <p:nvGraphicFramePr>
          <p:cNvPr id="3" name="Chart 15"/>
          <p:cNvGraphicFramePr/>
          <p:nvPr/>
        </p:nvGraphicFramePr>
        <p:xfrm>
          <a:off x="0" y="1175657"/>
          <a:ext cx="12192000" cy="49493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数据对比图</a:t>
            </a:r>
            <a:endParaRPr lang="zh-CN" altLang="en-US" dirty="0"/>
          </a:p>
        </p:txBody>
      </p:sp>
      <p:graphicFrame>
        <p:nvGraphicFramePr>
          <p:cNvPr id="3" name="图表 2"/>
          <p:cNvGraphicFramePr/>
          <p:nvPr/>
        </p:nvGraphicFramePr>
        <p:xfrm>
          <a:off x="918027" y="1509485"/>
          <a:ext cx="4707166" cy="4594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6299380" y="1509485"/>
          <a:ext cx="4974593" cy="4594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8935" y="3763117"/>
            <a:ext cx="885981" cy="77859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6096000" y="1509485"/>
            <a:ext cx="0" cy="4230007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季度数据对比</a:t>
            </a:r>
            <a:endParaRPr lang="zh-CN" altLang="en-US" dirty="0"/>
          </a:p>
        </p:txBody>
      </p:sp>
      <p:graphicFrame>
        <p:nvGraphicFramePr>
          <p:cNvPr id="3" name="图表 2"/>
          <p:cNvGraphicFramePr/>
          <p:nvPr/>
        </p:nvGraphicFramePr>
        <p:xfrm>
          <a:off x="316881" y="1340141"/>
          <a:ext cx="6618514" cy="523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Rectangle 20"/>
          <p:cNvSpPr/>
          <p:nvPr/>
        </p:nvSpPr>
        <p:spPr>
          <a:xfrm flipH="1">
            <a:off x="6935397" y="1627413"/>
            <a:ext cx="4658632" cy="453183"/>
          </a:xfrm>
          <a:prstGeom prst="rect">
            <a:avLst/>
          </a:prstGeom>
          <a:noFill/>
        </p:spPr>
        <p:txBody>
          <a:bodyPr wrap="square" lIns="0" tIns="72000" rIns="0" bIns="7200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在这里输入标题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5" name="Rectangle 33"/>
          <p:cNvSpPr/>
          <p:nvPr/>
        </p:nvSpPr>
        <p:spPr>
          <a:xfrm>
            <a:off x="6935396" y="2081750"/>
            <a:ext cx="4658633" cy="1758477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标题数字等都可以通过点击和重新输入进行更改，顶部“开始”面板中可以对字体、字号、颜色、行距等进行修改标题数字等都可以通过点击和重新输入进行更改。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6" name="Rectangle 20"/>
          <p:cNvSpPr/>
          <p:nvPr/>
        </p:nvSpPr>
        <p:spPr>
          <a:xfrm flipH="1">
            <a:off x="6935397" y="4253300"/>
            <a:ext cx="4658632" cy="453183"/>
          </a:xfrm>
          <a:prstGeom prst="rect">
            <a:avLst/>
          </a:prstGeom>
          <a:noFill/>
        </p:spPr>
        <p:txBody>
          <a:bodyPr wrap="square" lIns="0" tIns="72000" rIns="0" bIns="7200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在这里输入标题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7" name="Rectangle 33"/>
          <p:cNvSpPr/>
          <p:nvPr/>
        </p:nvSpPr>
        <p:spPr>
          <a:xfrm>
            <a:off x="6935396" y="4707637"/>
            <a:ext cx="4658633" cy="927480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标题数字等都可以通过点击和重新输入进行更改，顶部“开始”面板中可以对字体进行更改。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4"/>
          <p:cNvGraphicFramePr>
            <a:graphicFrameLocks noGrp="1"/>
          </p:cNvGraphicFramePr>
          <p:nvPr/>
        </p:nvGraphicFramePr>
        <p:xfrm>
          <a:off x="479425" y="3551327"/>
          <a:ext cx="11233149" cy="217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563"/>
                <a:gridCol w="1095547"/>
                <a:gridCol w="6132067"/>
                <a:gridCol w="1538790"/>
                <a:gridCol w="163018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endParaRPr 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行动方案</a:t>
                      </a:r>
                      <a:endParaRPr 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负责人</a:t>
                      </a:r>
                      <a:endParaRPr 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时间节点</a:t>
                      </a:r>
                      <a:endParaRPr 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服务标准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标题数字等都可以通过点击和重新输入进行更改</a:t>
                      </a:r>
                      <a:endParaRPr lang="zh-CN" alt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内训师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即日实施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标题数字等都可以通过点击和重新输入进行更改</a:t>
                      </a:r>
                      <a:endParaRPr lang="zh-CN" alt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内训师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销售技能</a:t>
                      </a:r>
                      <a:endParaRPr 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标题数字等都可以通过点击和重新输入进行更改</a:t>
                      </a:r>
                      <a:endParaRPr lang="zh-CN" alt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内训师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cPr marL="91488" marR="91488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标题数字等都可以通过点击和重新输入进行更改</a:t>
                      </a:r>
                      <a:endParaRPr lang="zh-CN" alt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内训师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至少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 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79425" y="1465071"/>
          <a:ext cx="11233150" cy="17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215"/>
                <a:gridCol w="1100753"/>
                <a:gridCol w="6126885"/>
                <a:gridCol w="1541048"/>
                <a:gridCol w="1625249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endParaRPr 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行动方案</a:t>
                      </a:r>
                      <a:endParaRPr 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负责人</a:t>
                      </a:r>
                      <a:endParaRPr 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时间节点</a:t>
                      </a:r>
                      <a:endParaRPr 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保有客户激活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标题数字等都可以通过点击和重新输入进行更改，顶部“开始”面板中可以对字体、字号、颜色、行距等进行修改</a:t>
                      </a:r>
                      <a:endParaRPr lang="zh-CN" alt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张三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日前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cPr marL="91488" marR="914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标题数字等都可以通过点击和重新输入进行更改，顶部“开始”面板中可以对字体、字号、颜色、行距等进行修改</a:t>
                      </a:r>
                      <a:endParaRPr lang="zh-CN" alt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李四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日前</a:t>
                      </a:r>
                      <a:endParaRPr 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000" marR="108000" marT="108000" marB="108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数据表格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6" name="图片占位符 15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数据对比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522861" y="1713851"/>
            <a:ext cx="2224424" cy="2223012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Freeform 2126"/>
          <p:cNvSpPr>
            <a:spLocks noChangeArrowheads="1"/>
          </p:cNvSpPr>
          <p:nvPr/>
        </p:nvSpPr>
        <p:spPr bwMode="auto">
          <a:xfrm>
            <a:off x="3851076" y="1993933"/>
            <a:ext cx="1602232" cy="1595644"/>
          </a:xfrm>
          <a:custGeom>
            <a:avLst/>
            <a:gdLst>
              <a:gd name="T0" fmla="*/ 2117 w 2118"/>
              <a:gd name="T1" fmla="*/ 1048 h 2108"/>
              <a:gd name="T2" fmla="*/ 2117 w 2118"/>
              <a:gd name="T3" fmla="*/ 1048 h 2108"/>
              <a:gd name="T4" fmla="*/ 2117 w 2118"/>
              <a:gd name="T5" fmla="*/ 1048 h 2108"/>
              <a:gd name="T6" fmla="*/ 2117 w 2118"/>
              <a:gd name="T7" fmla="*/ 1048 h 2108"/>
              <a:gd name="T8" fmla="*/ 1059 w 2118"/>
              <a:gd name="T9" fmla="*/ 0 h 2108"/>
              <a:gd name="T10" fmla="*/ 1059 w 2118"/>
              <a:gd name="T11" fmla="*/ 0 h 2108"/>
              <a:gd name="T12" fmla="*/ 0 w 2118"/>
              <a:gd name="T13" fmla="*/ 1048 h 2108"/>
              <a:gd name="T14" fmla="*/ 1059 w 2118"/>
              <a:gd name="T15" fmla="*/ 2107 h 2108"/>
              <a:gd name="T16" fmla="*/ 2117 w 2118"/>
              <a:gd name="T17" fmla="*/ 1048 h 2108"/>
              <a:gd name="T18" fmla="*/ 2077 w 2118"/>
              <a:gd name="T19" fmla="*/ 1048 h 2108"/>
              <a:gd name="T20" fmla="*/ 2046 w 2118"/>
              <a:gd name="T21" fmla="*/ 1048 h 2108"/>
              <a:gd name="T22" fmla="*/ 1765 w 2118"/>
              <a:gd name="T23" fmla="*/ 1754 h 2108"/>
              <a:gd name="T24" fmla="*/ 1059 w 2118"/>
              <a:gd name="T25" fmla="*/ 2047 h 2108"/>
              <a:gd name="T26" fmla="*/ 353 w 2118"/>
              <a:gd name="T27" fmla="*/ 1754 h 2108"/>
              <a:gd name="T28" fmla="*/ 71 w 2118"/>
              <a:gd name="T29" fmla="*/ 1048 h 2108"/>
              <a:gd name="T30" fmla="*/ 353 w 2118"/>
              <a:gd name="T31" fmla="*/ 353 h 2108"/>
              <a:gd name="T32" fmla="*/ 1059 w 2118"/>
              <a:gd name="T33" fmla="*/ 61 h 2108"/>
              <a:gd name="T34" fmla="*/ 1765 w 2118"/>
              <a:gd name="T35" fmla="*/ 353 h 2108"/>
              <a:gd name="T36" fmla="*/ 2046 w 2118"/>
              <a:gd name="T37" fmla="*/ 1048 h 2108"/>
              <a:gd name="T38" fmla="*/ 2077 w 2118"/>
              <a:gd name="T39" fmla="*/ 1048 h 2108"/>
              <a:gd name="T40" fmla="*/ 2117 w 2118"/>
              <a:gd name="T41" fmla="*/ 1048 h 2108"/>
              <a:gd name="T42" fmla="*/ 2117 w 2118"/>
              <a:gd name="T43" fmla="*/ 1048 h 2108"/>
              <a:gd name="T44" fmla="*/ 1059 w 2118"/>
              <a:gd name="T45" fmla="*/ 0 h 2108"/>
              <a:gd name="T46" fmla="*/ 2117 w 2118"/>
              <a:gd name="T47" fmla="*/ 1048 h 2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18" h="2108">
                <a:moveTo>
                  <a:pt x="2117" y="1048"/>
                </a:moveTo>
                <a:lnTo>
                  <a:pt x="2117" y="1048"/>
                </a:lnTo>
                <a:lnTo>
                  <a:pt x="2117" y="1048"/>
                </a:lnTo>
                <a:lnTo>
                  <a:pt x="2117" y="1048"/>
                </a:lnTo>
                <a:lnTo>
                  <a:pt x="1059" y="0"/>
                </a:lnTo>
                <a:lnTo>
                  <a:pt x="1059" y="0"/>
                </a:lnTo>
                <a:cubicBezTo>
                  <a:pt x="473" y="0"/>
                  <a:pt x="0" y="474"/>
                  <a:pt x="0" y="1048"/>
                </a:cubicBezTo>
                <a:cubicBezTo>
                  <a:pt x="0" y="1633"/>
                  <a:pt x="473" y="2107"/>
                  <a:pt x="1059" y="2107"/>
                </a:cubicBezTo>
                <a:cubicBezTo>
                  <a:pt x="1644" y="2107"/>
                  <a:pt x="2117" y="1633"/>
                  <a:pt x="2117" y="1048"/>
                </a:cubicBezTo>
                <a:cubicBezTo>
                  <a:pt x="2077" y="1048"/>
                  <a:pt x="2077" y="1048"/>
                  <a:pt x="2077" y="1048"/>
                </a:cubicBezTo>
                <a:cubicBezTo>
                  <a:pt x="2046" y="1048"/>
                  <a:pt x="2046" y="1048"/>
                  <a:pt x="2046" y="1048"/>
                </a:cubicBezTo>
                <a:cubicBezTo>
                  <a:pt x="2046" y="1330"/>
                  <a:pt x="1936" y="1573"/>
                  <a:pt x="1765" y="1754"/>
                </a:cubicBezTo>
                <a:cubicBezTo>
                  <a:pt x="1583" y="1935"/>
                  <a:pt x="1331" y="2047"/>
                  <a:pt x="1059" y="2047"/>
                </a:cubicBezTo>
                <a:cubicBezTo>
                  <a:pt x="786" y="2047"/>
                  <a:pt x="534" y="1935"/>
                  <a:pt x="353" y="1754"/>
                </a:cubicBezTo>
                <a:cubicBezTo>
                  <a:pt x="181" y="1573"/>
                  <a:pt x="71" y="1330"/>
                  <a:pt x="71" y="1048"/>
                </a:cubicBezTo>
                <a:cubicBezTo>
                  <a:pt x="71" y="776"/>
                  <a:pt x="181" y="534"/>
                  <a:pt x="353" y="353"/>
                </a:cubicBezTo>
                <a:cubicBezTo>
                  <a:pt x="534" y="170"/>
                  <a:pt x="786" y="61"/>
                  <a:pt x="1059" y="61"/>
                </a:cubicBezTo>
                <a:cubicBezTo>
                  <a:pt x="1331" y="61"/>
                  <a:pt x="1583" y="170"/>
                  <a:pt x="1765" y="353"/>
                </a:cubicBezTo>
                <a:cubicBezTo>
                  <a:pt x="1936" y="534"/>
                  <a:pt x="2046" y="776"/>
                  <a:pt x="2046" y="1048"/>
                </a:cubicBezTo>
                <a:cubicBezTo>
                  <a:pt x="2077" y="1048"/>
                  <a:pt x="2077" y="1048"/>
                  <a:pt x="2077" y="1048"/>
                </a:cubicBezTo>
                <a:cubicBezTo>
                  <a:pt x="2117" y="1048"/>
                  <a:pt x="2117" y="1048"/>
                  <a:pt x="2117" y="1048"/>
                </a:cubicBezTo>
                <a:lnTo>
                  <a:pt x="2117" y="1048"/>
                </a:lnTo>
                <a:cubicBezTo>
                  <a:pt x="2117" y="474"/>
                  <a:pt x="1644" y="0"/>
                  <a:pt x="1059" y="0"/>
                </a:cubicBezTo>
                <a:lnTo>
                  <a:pt x="2117" y="1048"/>
                </a:lnTo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600">
              <a:cs typeface="+mn-ea"/>
              <a:sym typeface="+mn-lt"/>
            </a:endParaRPr>
          </a:p>
        </p:txBody>
      </p:sp>
      <p:graphicFrame>
        <p:nvGraphicFramePr>
          <p:cNvPr id="7" name="Chart 112"/>
          <p:cNvGraphicFramePr/>
          <p:nvPr/>
        </p:nvGraphicFramePr>
        <p:xfrm>
          <a:off x="3578116" y="1864984"/>
          <a:ext cx="2169168" cy="1853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Box 2128"/>
          <p:cNvSpPr txBox="1">
            <a:spLocks noChangeArrowheads="1"/>
          </p:cNvSpPr>
          <p:nvPr/>
        </p:nvSpPr>
        <p:spPr bwMode="auto">
          <a:xfrm>
            <a:off x="4205040" y="2431852"/>
            <a:ext cx="915318" cy="67919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lvl="0" algn="ctr"/>
            <a:r>
              <a:rPr lang="en-US" altLang="zh-CN" sz="4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60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%</a:t>
            </a:r>
            <a:endParaRPr lang="en-US" altLang="zh-CN" sz="2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018249" y="1713851"/>
            <a:ext cx="2224424" cy="2223012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Freeform 2126"/>
          <p:cNvSpPr>
            <a:spLocks noChangeArrowheads="1"/>
          </p:cNvSpPr>
          <p:nvPr/>
        </p:nvSpPr>
        <p:spPr bwMode="auto">
          <a:xfrm>
            <a:off x="9333119" y="1993933"/>
            <a:ext cx="1602232" cy="1595644"/>
          </a:xfrm>
          <a:custGeom>
            <a:avLst/>
            <a:gdLst>
              <a:gd name="T0" fmla="*/ 2117 w 2118"/>
              <a:gd name="T1" fmla="*/ 1048 h 2108"/>
              <a:gd name="T2" fmla="*/ 2117 w 2118"/>
              <a:gd name="T3" fmla="*/ 1048 h 2108"/>
              <a:gd name="T4" fmla="*/ 2117 w 2118"/>
              <a:gd name="T5" fmla="*/ 1048 h 2108"/>
              <a:gd name="T6" fmla="*/ 2117 w 2118"/>
              <a:gd name="T7" fmla="*/ 1048 h 2108"/>
              <a:gd name="T8" fmla="*/ 1059 w 2118"/>
              <a:gd name="T9" fmla="*/ 0 h 2108"/>
              <a:gd name="T10" fmla="*/ 1059 w 2118"/>
              <a:gd name="T11" fmla="*/ 0 h 2108"/>
              <a:gd name="T12" fmla="*/ 0 w 2118"/>
              <a:gd name="T13" fmla="*/ 1048 h 2108"/>
              <a:gd name="T14" fmla="*/ 1059 w 2118"/>
              <a:gd name="T15" fmla="*/ 2107 h 2108"/>
              <a:gd name="T16" fmla="*/ 2117 w 2118"/>
              <a:gd name="T17" fmla="*/ 1048 h 2108"/>
              <a:gd name="T18" fmla="*/ 2077 w 2118"/>
              <a:gd name="T19" fmla="*/ 1048 h 2108"/>
              <a:gd name="T20" fmla="*/ 2046 w 2118"/>
              <a:gd name="T21" fmla="*/ 1048 h 2108"/>
              <a:gd name="T22" fmla="*/ 1765 w 2118"/>
              <a:gd name="T23" fmla="*/ 1754 h 2108"/>
              <a:gd name="T24" fmla="*/ 1059 w 2118"/>
              <a:gd name="T25" fmla="*/ 2047 h 2108"/>
              <a:gd name="T26" fmla="*/ 353 w 2118"/>
              <a:gd name="T27" fmla="*/ 1754 h 2108"/>
              <a:gd name="T28" fmla="*/ 71 w 2118"/>
              <a:gd name="T29" fmla="*/ 1048 h 2108"/>
              <a:gd name="T30" fmla="*/ 353 w 2118"/>
              <a:gd name="T31" fmla="*/ 353 h 2108"/>
              <a:gd name="T32" fmla="*/ 1059 w 2118"/>
              <a:gd name="T33" fmla="*/ 61 h 2108"/>
              <a:gd name="T34" fmla="*/ 1765 w 2118"/>
              <a:gd name="T35" fmla="*/ 353 h 2108"/>
              <a:gd name="T36" fmla="*/ 2046 w 2118"/>
              <a:gd name="T37" fmla="*/ 1048 h 2108"/>
              <a:gd name="T38" fmla="*/ 2077 w 2118"/>
              <a:gd name="T39" fmla="*/ 1048 h 2108"/>
              <a:gd name="T40" fmla="*/ 2117 w 2118"/>
              <a:gd name="T41" fmla="*/ 1048 h 2108"/>
              <a:gd name="T42" fmla="*/ 2117 w 2118"/>
              <a:gd name="T43" fmla="*/ 1048 h 2108"/>
              <a:gd name="T44" fmla="*/ 1059 w 2118"/>
              <a:gd name="T45" fmla="*/ 0 h 2108"/>
              <a:gd name="T46" fmla="*/ 2117 w 2118"/>
              <a:gd name="T47" fmla="*/ 1048 h 2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18" h="2108">
                <a:moveTo>
                  <a:pt x="2117" y="1048"/>
                </a:moveTo>
                <a:lnTo>
                  <a:pt x="2117" y="1048"/>
                </a:lnTo>
                <a:lnTo>
                  <a:pt x="2117" y="1048"/>
                </a:lnTo>
                <a:lnTo>
                  <a:pt x="2117" y="1048"/>
                </a:lnTo>
                <a:lnTo>
                  <a:pt x="1059" y="0"/>
                </a:lnTo>
                <a:lnTo>
                  <a:pt x="1059" y="0"/>
                </a:lnTo>
                <a:cubicBezTo>
                  <a:pt x="473" y="0"/>
                  <a:pt x="0" y="474"/>
                  <a:pt x="0" y="1048"/>
                </a:cubicBezTo>
                <a:cubicBezTo>
                  <a:pt x="0" y="1633"/>
                  <a:pt x="473" y="2107"/>
                  <a:pt x="1059" y="2107"/>
                </a:cubicBezTo>
                <a:cubicBezTo>
                  <a:pt x="1644" y="2107"/>
                  <a:pt x="2117" y="1633"/>
                  <a:pt x="2117" y="1048"/>
                </a:cubicBezTo>
                <a:cubicBezTo>
                  <a:pt x="2077" y="1048"/>
                  <a:pt x="2077" y="1048"/>
                  <a:pt x="2077" y="1048"/>
                </a:cubicBezTo>
                <a:cubicBezTo>
                  <a:pt x="2046" y="1048"/>
                  <a:pt x="2046" y="1048"/>
                  <a:pt x="2046" y="1048"/>
                </a:cubicBezTo>
                <a:cubicBezTo>
                  <a:pt x="2046" y="1330"/>
                  <a:pt x="1936" y="1573"/>
                  <a:pt x="1765" y="1754"/>
                </a:cubicBezTo>
                <a:cubicBezTo>
                  <a:pt x="1583" y="1935"/>
                  <a:pt x="1331" y="2047"/>
                  <a:pt x="1059" y="2047"/>
                </a:cubicBezTo>
                <a:cubicBezTo>
                  <a:pt x="786" y="2047"/>
                  <a:pt x="534" y="1935"/>
                  <a:pt x="353" y="1754"/>
                </a:cubicBezTo>
                <a:cubicBezTo>
                  <a:pt x="181" y="1573"/>
                  <a:pt x="71" y="1330"/>
                  <a:pt x="71" y="1048"/>
                </a:cubicBezTo>
                <a:cubicBezTo>
                  <a:pt x="71" y="776"/>
                  <a:pt x="181" y="534"/>
                  <a:pt x="353" y="353"/>
                </a:cubicBezTo>
                <a:cubicBezTo>
                  <a:pt x="534" y="170"/>
                  <a:pt x="786" y="61"/>
                  <a:pt x="1059" y="61"/>
                </a:cubicBezTo>
                <a:cubicBezTo>
                  <a:pt x="1331" y="61"/>
                  <a:pt x="1583" y="170"/>
                  <a:pt x="1765" y="353"/>
                </a:cubicBezTo>
                <a:cubicBezTo>
                  <a:pt x="1936" y="534"/>
                  <a:pt x="2046" y="776"/>
                  <a:pt x="2046" y="1048"/>
                </a:cubicBezTo>
                <a:cubicBezTo>
                  <a:pt x="2077" y="1048"/>
                  <a:pt x="2077" y="1048"/>
                  <a:pt x="2077" y="1048"/>
                </a:cubicBezTo>
                <a:cubicBezTo>
                  <a:pt x="2117" y="1048"/>
                  <a:pt x="2117" y="1048"/>
                  <a:pt x="2117" y="1048"/>
                </a:cubicBezTo>
                <a:lnTo>
                  <a:pt x="2117" y="1048"/>
                </a:lnTo>
                <a:cubicBezTo>
                  <a:pt x="2117" y="474"/>
                  <a:pt x="1644" y="0"/>
                  <a:pt x="1059" y="0"/>
                </a:cubicBezTo>
                <a:lnTo>
                  <a:pt x="2117" y="1048"/>
                </a:lnTo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600">
              <a:cs typeface="+mn-ea"/>
              <a:sym typeface="+mn-lt"/>
            </a:endParaRPr>
          </a:p>
        </p:txBody>
      </p:sp>
      <p:graphicFrame>
        <p:nvGraphicFramePr>
          <p:cNvPr id="11" name="Chart 112"/>
          <p:cNvGraphicFramePr/>
          <p:nvPr/>
        </p:nvGraphicFramePr>
        <p:xfrm>
          <a:off x="9060159" y="1864984"/>
          <a:ext cx="2169168" cy="1853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 Box 2128"/>
          <p:cNvSpPr txBox="1">
            <a:spLocks noChangeArrowheads="1"/>
          </p:cNvSpPr>
          <p:nvPr/>
        </p:nvSpPr>
        <p:spPr bwMode="auto">
          <a:xfrm>
            <a:off x="9687083" y="2431852"/>
            <a:ext cx="915318" cy="67919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lvl="0" algn="ctr"/>
            <a:r>
              <a:rPr lang="en-US" altLang="zh-CN" sz="4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80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%</a:t>
            </a:r>
            <a:endParaRPr lang="en-US" altLang="zh-CN" sz="2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932626" y="4374782"/>
            <a:ext cx="4814658" cy="125457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just" latinLnBrk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点击此处添加您的标题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just" latinLnBrk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标题数字等都可以通过点击和重新输入进行更改，顶部“开始”面板中可以对字体、字号、颜色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6418409" y="4374782"/>
            <a:ext cx="4814658" cy="125457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just" latinLnBrk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点击此处添加您的标题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just" latinLnBrk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标题数字等都可以通过点击和重新输入进行更改，顶部“开始”面板中可以对字体、字号、颜色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目录要点</a:t>
            </a:r>
            <a:endParaRPr lang="zh-CN" altLang="en-US" dirty="0"/>
          </a:p>
        </p:txBody>
      </p:sp>
      <p:cxnSp>
        <p:nvCxnSpPr>
          <p:cNvPr id="3" name="Straight Connector 18"/>
          <p:cNvCxnSpPr/>
          <p:nvPr/>
        </p:nvCxnSpPr>
        <p:spPr>
          <a:xfrm flipV="1">
            <a:off x="6096000" y="1423581"/>
            <a:ext cx="0" cy="454542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Off-page Connector 3"/>
          <p:cNvSpPr/>
          <p:nvPr/>
        </p:nvSpPr>
        <p:spPr>
          <a:xfrm>
            <a:off x="706793" y="1741713"/>
            <a:ext cx="773741" cy="751589"/>
          </a:xfrm>
          <a:prstGeom prst="flowChartOffpageConnector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91440"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Flowchart: Off-page Connector 37"/>
          <p:cNvSpPr/>
          <p:nvPr/>
        </p:nvSpPr>
        <p:spPr>
          <a:xfrm>
            <a:off x="706793" y="3329326"/>
            <a:ext cx="773741" cy="751589"/>
          </a:xfrm>
          <a:prstGeom prst="flowChartOffpageConnector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91440"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Flowchart: Off-page Connector 47"/>
          <p:cNvSpPr/>
          <p:nvPr/>
        </p:nvSpPr>
        <p:spPr>
          <a:xfrm>
            <a:off x="706793" y="4916938"/>
            <a:ext cx="773741" cy="751589"/>
          </a:xfrm>
          <a:prstGeom prst="flowChartOffpageConnector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91440"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25573" y="1622454"/>
            <a:ext cx="4073144" cy="8722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点击此处添加标题</a:t>
            </a:r>
            <a:endParaRPr lang="en-US" altLang="zh-CN" sz="2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25573" y="3173760"/>
            <a:ext cx="4073144" cy="8722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点击此处添加标题</a:t>
            </a:r>
            <a:endParaRPr lang="en-US" altLang="zh-CN" sz="2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1625573" y="4797679"/>
            <a:ext cx="4073144" cy="8722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点击此处添加标题</a:t>
            </a:r>
            <a:endParaRPr lang="en-US" altLang="zh-CN" sz="2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Flowchart: Off-page Connector 3"/>
          <p:cNvSpPr/>
          <p:nvPr/>
        </p:nvSpPr>
        <p:spPr>
          <a:xfrm>
            <a:off x="6989153" y="1741713"/>
            <a:ext cx="773741" cy="751589"/>
          </a:xfrm>
          <a:prstGeom prst="flowChartOffpageConnector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91440"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Flowchart: Off-page Connector 37"/>
          <p:cNvSpPr/>
          <p:nvPr/>
        </p:nvSpPr>
        <p:spPr>
          <a:xfrm>
            <a:off x="6989153" y="3329326"/>
            <a:ext cx="773741" cy="751589"/>
          </a:xfrm>
          <a:prstGeom prst="flowChartOffpageConnector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91440"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Flowchart: Off-page Connector 47"/>
          <p:cNvSpPr/>
          <p:nvPr/>
        </p:nvSpPr>
        <p:spPr>
          <a:xfrm>
            <a:off x="6989153" y="4916938"/>
            <a:ext cx="773741" cy="751589"/>
          </a:xfrm>
          <a:prstGeom prst="flowChartOffpageConnector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91440"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cs typeface="+mn-ea"/>
                <a:sym typeface="+mn-lt"/>
              </a:rPr>
              <a:t>06</a:t>
            </a:r>
            <a:endParaRPr 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7907933" y="1622454"/>
            <a:ext cx="4073144" cy="8722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点击此处添加标题</a:t>
            </a:r>
            <a:endParaRPr lang="en-US" altLang="zh-CN" sz="2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7907933" y="3173760"/>
            <a:ext cx="4073144" cy="8722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点击此处添加标题</a:t>
            </a:r>
            <a:endParaRPr lang="en-US" altLang="zh-CN" sz="2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7907933" y="4797679"/>
            <a:ext cx="4073144" cy="8722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点击此处添加标题</a:t>
            </a:r>
            <a:endParaRPr lang="en-US" altLang="zh-CN" sz="2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风险分析</a:t>
            </a:r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909709" y="1413162"/>
            <a:ext cx="10372583" cy="4350608"/>
            <a:chOff x="1384404" y="1340592"/>
            <a:chExt cx="10372583" cy="4350608"/>
          </a:xfrm>
        </p:grpSpPr>
        <p:sp>
          <p:nvSpPr>
            <p:cNvPr id="3" name="TextBox 31"/>
            <p:cNvSpPr txBox="1">
              <a:spLocks noChangeArrowheads="1"/>
            </p:cNvSpPr>
            <p:nvPr/>
          </p:nvSpPr>
          <p:spPr bwMode="auto">
            <a:xfrm>
              <a:off x="8919351" y="2903087"/>
              <a:ext cx="2837636" cy="8527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latinLnBrk="1">
                <a:lnSpc>
                  <a:spcPct val="15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点击此处添加标题</a:t>
              </a:r>
              <a:endParaRPr lang="en-US" altLang="ko-KR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latinLnBrk="1">
                <a:lnSpc>
                  <a:spcPct val="150000"/>
                </a:lnSpc>
                <a:defRPr/>
              </a:pPr>
              <a:r>
                <a:rPr lang="zh-CN" altLang="en-US" sz="14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标题数字等都可以通过点击更改</a:t>
              </a:r>
              <a:endParaRPr lang="en-US" altLang="ko-KR" sz="146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" name="TextBox 31"/>
            <p:cNvSpPr txBox="1">
              <a:spLocks noChangeArrowheads="1"/>
            </p:cNvSpPr>
            <p:nvPr/>
          </p:nvSpPr>
          <p:spPr bwMode="auto">
            <a:xfrm>
              <a:off x="8358270" y="1340592"/>
              <a:ext cx="2837636" cy="8527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latinLnBrk="1">
                <a:lnSpc>
                  <a:spcPct val="15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点击此处添加标题</a:t>
              </a:r>
              <a:endParaRPr lang="en-US" altLang="ko-KR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latinLnBrk="1">
                <a:lnSpc>
                  <a:spcPct val="150000"/>
                </a:lnSpc>
                <a:defRPr/>
              </a:pPr>
              <a:r>
                <a:rPr lang="zh-CN" altLang="en-US" sz="14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标题数字等都可以通过点击更改</a:t>
              </a:r>
              <a:endParaRPr lang="en-US" altLang="ko-KR" sz="146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" name="TextBox 31"/>
            <p:cNvSpPr txBox="1">
              <a:spLocks noChangeArrowheads="1"/>
            </p:cNvSpPr>
            <p:nvPr/>
          </p:nvSpPr>
          <p:spPr bwMode="auto">
            <a:xfrm>
              <a:off x="8172731" y="4838402"/>
              <a:ext cx="2837636" cy="8527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latinLnBrk="1">
                <a:lnSpc>
                  <a:spcPct val="15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点击此处添加标题</a:t>
              </a:r>
              <a:endParaRPr lang="en-US" altLang="ko-KR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latinLnBrk="1">
                <a:lnSpc>
                  <a:spcPct val="150000"/>
                </a:lnSpc>
                <a:defRPr/>
              </a:pPr>
              <a:r>
                <a:rPr lang="zh-CN" altLang="en-US" sz="14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标题数字等都可以通过点击更改</a:t>
              </a:r>
              <a:endParaRPr lang="en-US" altLang="ko-KR" sz="146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" name="TextBox 31"/>
            <p:cNvSpPr txBox="1">
              <a:spLocks noChangeArrowheads="1"/>
            </p:cNvSpPr>
            <p:nvPr/>
          </p:nvSpPr>
          <p:spPr bwMode="auto">
            <a:xfrm>
              <a:off x="1384404" y="2903087"/>
              <a:ext cx="2810385" cy="8527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r" latinLnBrk="1">
                <a:lnSpc>
                  <a:spcPct val="15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点击此处添加标题</a:t>
              </a:r>
              <a:endParaRPr lang="en-US" altLang="ko-KR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r" latinLnBrk="1">
                <a:lnSpc>
                  <a:spcPct val="150000"/>
                </a:lnSpc>
                <a:defRPr/>
              </a:pPr>
              <a:r>
                <a:rPr lang="zh-CN" altLang="en-US" sz="14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标题数字等都可以通过点击更改</a:t>
              </a:r>
              <a:endParaRPr lang="en-US" altLang="ko-KR" sz="146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" name="TextBox 31"/>
            <p:cNvSpPr txBox="1">
              <a:spLocks noChangeArrowheads="1"/>
            </p:cNvSpPr>
            <p:nvPr/>
          </p:nvSpPr>
          <p:spPr bwMode="auto">
            <a:xfrm>
              <a:off x="2041462" y="1340592"/>
              <a:ext cx="2810385" cy="8527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r" latinLnBrk="1">
                <a:lnSpc>
                  <a:spcPct val="15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点击此处添加标题</a:t>
              </a:r>
              <a:endParaRPr lang="en-US" altLang="ko-KR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r" latinLnBrk="1">
                <a:lnSpc>
                  <a:spcPct val="150000"/>
                </a:lnSpc>
                <a:defRPr/>
              </a:pPr>
              <a:r>
                <a:rPr lang="zh-CN" altLang="en-US" sz="14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标题数字等都可以通过点击更改</a:t>
              </a:r>
              <a:endParaRPr lang="en-US" altLang="ko-KR" sz="146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" name="TextBox 31"/>
            <p:cNvSpPr txBox="1">
              <a:spLocks noChangeArrowheads="1"/>
            </p:cNvSpPr>
            <p:nvPr/>
          </p:nvSpPr>
          <p:spPr bwMode="auto">
            <a:xfrm>
              <a:off x="2164000" y="4838402"/>
              <a:ext cx="2810385" cy="8527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r" latinLnBrk="1">
                <a:lnSpc>
                  <a:spcPct val="15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点击此处添加标题</a:t>
              </a:r>
              <a:endParaRPr lang="en-US" altLang="ko-KR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r" latinLnBrk="1">
                <a:lnSpc>
                  <a:spcPct val="150000"/>
                </a:lnSpc>
                <a:defRPr/>
              </a:pPr>
              <a:r>
                <a:rPr lang="zh-CN" altLang="en-US" sz="14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标题数字等都可以通过点击更改</a:t>
              </a:r>
              <a:endParaRPr lang="en-US" altLang="ko-KR" sz="146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4589574" y="1676864"/>
              <a:ext cx="4030223" cy="3663331"/>
              <a:chOff x="2256834" y="3758702"/>
              <a:chExt cx="2068948" cy="1880601"/>
            </a:xfrm>
          </p:grpSpPr>
          <p:sp>
            <p:nvSpPr>
              <p:cNvPr id="10" name="任意多边形: 形状 9"/>
              <p:cNvSpPr/>
              <p:nvPr/>
            </p:nvSpPr>
            <p:spPr>
              <a:xfrm>
                <a:off x="2256834" y="4205874"/>
                <a:ext cx="857168" cy="1115347"/>
              </a:xfrm>
              <a:custGeom>
                <a:avLst/>
                <a:gdLst>
                  <a:gd name="connsiteX0" fmla="*/ 309293 w 307672"/>
                  <a:gd name="connsiteY0" fmla="*/ 0 h 400345"/>
                  <a:gd name="connsiteX1" fmla="*/ 142854 w 307672"/>
                  <a:gd name="connsiteY1" fmla="*/ 25207 h 400345"/>
                  <a:gd name="connsiteX2" fmla="*/ 34613 w 307672"/>
                  <a:gd name="connsiteY2" fmla="*/ 94155 h 400345"/>
                  <a:gd name="connsiteX3" fmla="*/ 5327 w 307672"/>
                  <a:gd name="connsiteY3" fmla="*/ 140862 h 400345"/>
                  <a:gd name="connsiteX4" fmla="*/ 13112 w 307672"/>
                  <a:gd name="connsiteY4" fmla="*/ 232793 h 400345"/>
                  <a:gd name="connsiteX5" fmla="*/ 109863 w 307672"/>
                  <a:gd name="connsiteY5" fmla="*/ 400716 h 400345"/>
                  <a:gd name="connsiteX6" fmla="*/ 112457 w 307672"/>
                  <a:gd name="connsiteY6" fmla="*/ 297294 h 400345"/>
                  <a:gd name="connsiteX7" fmla="*/ 218474 w 307672"/>
                  <a:gd name="connsiteY7" fmla="*/ 68578 h 400345"/>
                  <a:gd name="connsiteX8" fmla="*/ 309293 w 307672"/>
                  <a:gd name="connsiteY8" fmla="*/ 0 h 400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7672" h="400345">
                    <a:moveTo>
                      <a:pt x="309293" y="0"/>
                    </a:moveTo>
                    <a:cubicBezTo>
                      <a:pt x="263699" y="741"/>
                      <a:pt x="201423" y="6302"/>
                      <a:pt x="142854" y="25207"/>
                    </a:cubicBezTo>
                    <a:cubicBezTo>
                      <a:pt x="98000" y="39664"/>
                      <a:pt x="61673" y="63017"/>
                      <a:pt x="34613" y="94155"/>
                    </a:cubicBezTo>
                    <a:cubicBezTo>
                      <a:pt x="14225" y="117879"/>
                      <a:pt x="6440" y="138267"/>
                      <a:pt x="5327" y="140862"/>
                    </a:cubicBezTo>
                    <a:cubicBezTo>
                      <a:pt x="-3940" y="171259"/>
                      <a:pt x="-974" y="209069"/>
                      <a:pt x="13112" y="232793"/>
                    </a:cubicBezTo>
                    <a:lnTo>
                      <a:pt x="109863" y="400716"/>
                    </a:lnTo>
                    <a:cubicBezTo>
                      <a:pt x="104673" y="372544"/>
                      <a:pt x="103560" y="338069"/>
                      <a:pt x="112457" y="297294"/>
                    </a:cubicBezTo>
                    <a:cubicBezTo>
                      <a:pt x="137294" y="181638"/>
                      <a:pt x="210319" y="79698"/>
                      <a:pt x="218474" y="68578"/>
                    </a:cubicBezTo>
                    <a:cubicBezTo>
                      <a:pt x="241458" y="36328"/>
                      <a:pt x="273337" y="12603"/>
                      <a:pt x="309293" y="0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 w="37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2391474" y="3760769"/>
                <a:ext cx="1239277" cy="609310"/>
              </a:xfrm>
              <a:custGeom>
                <a:avLst/>
                <a:gdLst>
                  <a:gd name="connsiteX0" fmla="*/ 341406 w 444828"/>
                  <a:gd name="connsiteY0" fmla="*/ 62647 h 218707"/>
                  <a:gd name="connsiteX1" fmla="*/ 193130 w 444828"/>
                  <a:gd name="connsiteY1" fmla="*/ 0 h 218707"/>
                  <a:gd name="connsiteX2" fmla="*/ 172742 w 444828"/>
                  <a:gd name="connsiteY2" fmla="*/ 1483 h 218707"/>
                  <a:gd name="connsiteX3" fmla="*/ 96751 w 444828"/>
                  <a:gd name="connsiteY3" fmla="*/ 54121 h 218707"/>
                  <a:gd name="connsiteX4" fmla="*/ 0 w 444828"/>
                  <a:gd name="connsiteY4" fmla="*/ 222043 h 218707"/>
                  <a:gd name="connsiteX5" fmla="*/ 90819 w 444828"/>
                  <a:gd name="connsiteY5" fmla="*/ 172371 h 218707"/>
                  <a:gd name="connsiteX6" fmla="*/ 274311 w 444828"/>
                  <a:gd name="connsiteY6" fmla="*/ 146423 h 218707"/>
                  <a:gd name="connsiteX7" fmla="*/ 341406 w 444828"/>
                  <a:gd name="connsiteY7" fmla="*/ 149388 h 218707"/>
                  <a:gd name="connsiteX8" fmla="*/ 446682 w 444828"/>
                  <a:gd name="connsiteY8" fmla="*/ 193871 h 218707"/>
                  <a:gd name="connsiteX9" fmla="*/ 341406 w 444828"/>
                  <a:gd name="connsiteY9" fmla="*/ 62647 h 218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44828" h="218707">
                    <a:moveTo>
                      <a:pt x="341406" y="62647"/>
                    </a:moveTo>
                    <a:cubicBezTo>
                      <a:pt x="280983" y="8155"/>
                      <a:pt x="222414" y="0"/>
                      <a:pt x="193130" y="0"/>
                    </a:cubicBezTo>
                    <a:cubicBezTo>
                      <a:pt x="181638" y="0"/>
                      <a:pt x="174224" y="1112"/>
                      <a:pt x="172742" y="1483"/>
                    </a:cubicBezTo>
                    <a:cubicBezTo>
                      <a:pt x="141975" y="8526"/>
                      <a:pt x="110836" y="30397"/>
                      <a:pt x="96751" y="54121"/>
                    </a:cubicBezTo>
                    <a:lnTo>
                      <a:pt x="0" y="222043"/>
                    </a:lnTo>
                    <a:cubicBezTo>
                      <a:pt x="21500" y="203509"/>
                      <a:pt x="51155" y="185345"/>
                      <a:pt x="90819" y="172371"/>
                    </a:cubicBezTo>
                    <a:cubicBezTo>
                      <a:pt x="156802" y="150871"/>
                      <a:pt x="226862" y="146423"/>
                      <a:pt x="274311" y="146423"/>
                    </a:cubicBezTo>
                    <a:cubicBezTo>
                      <a:pt x="309155" y="146423"/>
                      <a:pt x="334362" y="148647"/>
                      <a:pt x="341406" y="149388"/>
                    </a:cubicBezTo>
                    <a:cubicBezTo>
                      <a:pt x="380699" y="153095"/>
                      <a:pt x="417398" y="169035"/>
                      <a:pt x="446682" y="193871"/>
                    </a:cubicBezTo>
                    <a:cubicBezTo>
                      <a:pt x="422216" y="153836"/>
                      <a:pt x="386630" y="103423"/>
                      <a:pt x="341406" y="6264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7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3118515" y="3758702"/>
                <a:ext cx="877823" cy="1032729"/>
              </a:xfrm>
              <a:custGeom>
                <a:avLst/>
                <a:gdLst>
                  <a:gd name="connsiteX0" fmla="*/ 309526 w 315086"/>
                  <a:gd name="connsiteY0" fmla="*/ 216112 h 370690"/>
                  <a:gd name="connsiteX1" fmla="*/ 303966 w 315086"/>
                  <a:gd name="connsiteY1" fmla="*/ 87854 h 370690"/>
                  <a:gd name="connsiteX2" fmla="*/ 278018 w 315086"/>
                  <a:gd name="connsiteY2" fmla="*/ 39293 h 370690"/>
                  <a:gd name="connsiteX3" fmla="*/ 194242 w 315086"/>
                  <a:gd name="connsiteY3" fmla="*/ 0 h 370690"/>
                  <a:gd name="connsiteX4" fmla="*/ 0 w 315086"/>
                  <a:gd name="connsiteY4" fmla="*/ 0 h 370690"/>
                  <a:gd name="connsiteX5" fmla="*/ 88595 w 315086"/>
                  <a:gd name="connsiteY5" fmla="*/ 53750 h 370690"/>
                  <a:gd name="connsiteX6" fmla="*/ 232052 w 315086"/>
                  <a:gd name="connsiteY6" fmla="*/ 256147 h 370690"/>
                  <a:gd name="connsiteX7" fmla="*/ 250958 w 315086"/>
                  <a:gd name="connsiteY7" fmla="*/ 338069 h 370690"/>
                  <a:gd name="connsiteX8" fmla="*/ 247992 w 315086"/>
                  <a:gd name="connsiteY8" fmla="*/ 372173 h 370690"/>
                  <a:gd name="connsiteX9" fmla="*/ 309526 w 315086"/>
                  <a:gd name="connsiteY9" fmla="*/ 216112 h 370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086" h="370690">
                    <a:moveTo>
                      <a:pt x="309526" y="216112"/>
                    </a:moveTo>
                    <a:cubicBezTo>
                      <a:pt x="319536" y="170147"/>
                      <a:pt x="317682" y="126776"/>
                      <a:pt x="303966" y="87854"/>
                    </a:cubicBezTo>
                    <a:cubicBezTo>
                      <a:pt x="293587" y="58198"/>
                      <a:pt x="279871" y="41517"/>
                      <a:pt x="278018" y="39293"/>
                    </a:cubicBezTo>
                    <a:cubicBezTo>
                      <a:pt x="256518" y="15940"/>
                      <a:pt x="222044" y="0"/>
                      <a:pt x="194242" y="0"/>
                    </a:cubicBezTo>
                    <a:lnTo>
                      <a:pt x="0" y="0"/>
                    </a:lnTo>
                    <a:cubicBezTo>
                      <a:pt x="27061" y="9267"/>
                      <a:pt x="57828" y="25948"/>
                      <a:pt x="88595" y="53750"/>
                    </a:cubicBezTo>
                    <a:cubicBezTo>
                      <a:pt x="169406" y="126776"/>
                      <a:pt x="218707" y="226862"/>
                      <a:pt x="232052" y="256147"/>
                    </a:cubicBezTo>
                    <a:cubicBezTo>
                      <a:pt x="244656" y="281725"/>
                      <a:pt x="250958" y="309526"/>
                      <a:pt x="250958" y="338069"/>
                    </a:cubicBezTo>
                    <a:cubicBezTo>
                      <a:pt x="250958" y="349561"/>
                      <a:pt x="249846" y="361052"/>
                      <a:pt x="247992" y="372173"/>
                    </a:cubicBezTo>
                    <a:cubicBezTo>
                      <a:pt x="271346" y="331026"/>
                      <a:pt x="296923" y="275423"/>
                      <a:pt x="309526" y="216112"/>
                    </a:cubicBez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 w="37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3468614" y="4079882"/>
                <a:ext cx="857168" cy="1115347"/>
              </a:xfrm>
              <a:custGeom>
                <a:avLst/>
                <a:gdLst>
                  <a:gd name="connsiteX0" fmla="*/ 0 w 307672"/>
                  <a:gd name="connsiteY0" fmla="*/ 400716 h 400345"/>
                  <a:gd name="connsiteX1" fmla="*/ 166440 w 307672"/>
                  <a:gd name="connsiteY1" fmla="*/ 375509 h 400345"/>
                  <a:gd name="connsiteX2" fmla="*/ 274681 w 307672"/>
                  <a:gd name="connsiteY2" fmla="*/ 306561 h 400345"/>
                  <a:gd name="connsiteX3" fmla="*/ 303595 w 307672"/>
                  <a:gd name="connsiteY3" fmla="*/ 259854 h 400345"/>
                  <a:gd name="connsiteX4" fmla="*/ 295811 w 307672"/>
                  <a:gd name="connsiteY4" fmla="*/ 167923 h 400345"/>
                  <a:gd name="connsiteX5" fmla="*/ 199060 w 307672"/>
                  <a:gd name="connsiteY5" fmla="*/ 0 h 400345"/>
                  <a:gd name="connsiteX6" fmla="*/ 196466 w 307672"/>
                  <a:gd name="connsiteY6" fmla="*/ 103423 h 400345"/>
                  <a:gd name="connsiteX7" fmla="*/ 90448 w 307672"/>
                  <a:gd name="connsiteY7" fmla="*/ 332138 h 400345"/>
                  <a:gd name="connsiteX8" fmla="*/ 0 w 307672"/>
                  <a:gd name="connsiteY8" fmla="*/ 400716 h 400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7672" h="400345">
                    <a:moveTo>
                      <a:pt x="0" y="400716"/>
                    </a:moveTo>
                    <a:cubicBezTo>
                      <a:pt x="45595" y="399975"/>
                      <a:pt x="107870" y="394414"/>
                      <a:pt x="166440" y="375509"/>
                    </a:cubicBezTo>
                    <a:cubicBezTo>
                      <a:pt x="211293" y="361052"/>
                      <a:pt x="247991" y="337699"/>
                      <a:pt x="274681" y="306561"/>
                    </a:cubicBezTo>
                    <a:cubicBezTo>
                      <a:pt x="295069" y="282837"/>
                      <a:pt x="302854" y="262819"/>
                      <a:pt x="303595" y="259854"/>
                    </a:cubicBezTo>
                    <a:cubicBezTo>
                      <a:pt x="312862" y="229457"/>
                      <a:pt x="309896" y="191647"/>
                      <a:pt x="295811" y="167923"/>
                    </a:cubicBezTo>
                    <a:lnTo>
                      <a:pt x="199060" y="0"/>
                    </a:lnTo>
                    <a:cubicBezTo>
                      <a:pt x="204250" y="28172"/>
                      <a:pt x="205362" y="62647"/>
                      <a:pt x="196466" y="103423"/>
                    </a:cubicBezTo>
                    <a:cubicBezTo>
                      <a:pt x="171630" y="218707"/>
                      <a:pt x="98603" y="321018"/>
                      <a:pt x="90448" y="332138"/>
                    </a:cubicBezTo>
                    <a:cubicBezTo>
                      <a:pt x="68207" y="364018"/>
                      <a:pt x="35957" y="387742"/>
                      <a:pt x="0" y="400716"/>
                    </a:cubicBez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 w="37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2588637" y="4606574"/>
                <a:ext cx="877823" cy="1032729"/>
              </a:xfrm>
              <a:custGeom>
                <a:avLst/>
                <a:gdLst>
                  <a:gd name="connsiteX0" fmla="*/ 6333 w 315086"/>
                  <a:gd name="connsiteY0" fmla="*/ 156061 h 370690"/>
                  <a:gd name="connsiteX1" fmla="*/ 11894 w 315086"/>
                  <a:gd name="connsiteY1" fmla="*/ 284319 h 370690"/>
                  <a:gd name="connsiteX2" fmla="*/ 37842 w 315086"/>
                  <a:gd name="connsiteY2" fmla="*/ 332880 h 370690"/>
                  <a:gd name="connsiteX3" fmla="*/ 121618 w 315086"/>
                  <a:gd name="connsiteY3" fmla="*/ 372173 h 370690"/>
                  <a:gd name="connsiteX4" fmla="*/ 315860 w 315086"/>
                  <a:gd name="connsiteY4" fmla="*/ 372173 h 370690"/>
                  <a:gd name="connsiteX5" fmla="*/ 227264 w 315086"/>
                  <a:gd name="connsiteY5" fmla="*/ 318423 h 370690"/>
                  <a:gd name="connsiteX6" fmla="*/ 83807 w 315086"/>
                  <a:gd name="connsiteY6" fmla="*/ 116026 h 370690"/>
                  <a:gd name="connsiteX7" fmla="*/ 64903 w 315086"/>
                  <a:gd name="connsiteY7" fmla="*/ 34103 h 370690"/>
                  <a:gd name="connsiteX8" fmla="*/ 67867 w 315086"/>
                  <a:gd name="connsiteY8" fmla="*/ 0 h 370690"/>
                  <a:gd name="connsiteX9" fmla="*/ 6333 w 315086"/>
                  <a:gd name="connsiteY9" fmla="*/ 156061 h 370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086" h="370690">
                    <a:moveTo>
                      <a:pt x="6333" y="156061"/>
                    </a:moveTo>
                    <a:cubicBezTo>
                      <a:pt x="-3675" y="202026"/>
                      <a:pt x="-1822" y="245397"/>
                      <a:pt x="11894" y="284319"/>
                    </a:cubicBezTo>
                    <a:cubicBezTo>
                      <a:pt x="22273" y="313975"/>
                      <a:pt x="35989" y="330656"/>
                      <a:pt x="37842" y="332880"/>
                    </a:cubicBezTo>
                    <a:cubicBezTo>
                      <a:pt x="59342" y="356233"/>
                      <a:pt x="93816" y="372173"/>
                      <a:pt x="121618" y="372173"/>
                    </a:cubicBezTo>
                    <a:lnTo>
                      <a:pt x="315860" y="372173"/>
                    </a:lnTo>
                    <a:cubicBezTo>
                      <a:pt x="288799" y="362906"/>
                      <a:pt x="258032" y="346225"/>
                      <a:pt x="227264" y="318423"/>
                    </a:cubicBezTo>
                    <a:cubicBezTo>
                      <a:pt x="144601" y="243543"/>
                      <a:pt x="93446" y="136785"/>
                      <a:pt x="83807" y="116026"/>
                    </a:cubicBezTo>
                    <a:cubicBezTo>
                      <a:pt x="71204" y="90448"/>
                      <a:pt x="64903" y="62647"/>
                      <a:pt x="64903" y="34103"/>
                    </a:cubicBezTo>
                    <a:cubicBezTo>
                      <a:pt x="64903" y="22612"/>
                      <a:pt x="66014" y="11121"/>
                      <a:pt x="67867" y="0"/>
                    </a:cubicBezTo>
                    <a:cubicBezTo>
                      <a:pt x="44885" y="40776"/>
                      <a:pt x="18937" y="96750"/>
                      <a:pt x="6333" y="156061"/>
                    </a:cubicBez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 w="37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2952248" y="5022764"/>
                <a:ext cx="1239277" cy="609310"/>
              </a:xfrm>
              <a:custGeom>
                <a:avLst/>
                <a:gdLst>
                  <a:gd name="connsiteX0" fmla="*/ 105276 w 444828"/>
                  <a:gd name="connsiteY0" fmla="*/ 72285 h 218707"/>
                  <a:gd name="connsiteX1" fmla="*/ 0 w 444828"/>
                  <a:gd name="connsiteY1" fmla="*/ 27802 h 218707"/>
                  <a:gd name="connsiteX2" fmla="*/ 104906 w 444828"/>
                  <a:gd name="connsiteY2" fmla="*/ 159397 h 218707"/>
                  <a:gd name="connsiteX3" fmla="*/ 253182 w 444828"/>
                  <a:gd name="connsiteY3" fmla="*/ 222043 h 218707"/>
                  <a:gd name="connsiteX4" fmla="*/ 273570 w 444828"/>
                  <a:gd name="connsiteY4" fmla="*/ 220561 h 218707"/>
                  <a:gd name="connsiteX5" fmla="*/ 349561 w 444828"/>
                  <a:gd name="connsiteY5" fmla="*/ 167923 h 218707"/>
                  <a:gd name="connsiteX6" fmla="*/ 446311 w 444828"/>
                  <a:gd name="connsiteY6" fmla="*/ 0 h 218707"/>
                  <a:gd name="connsiteX7" fmla="*/ 355492 w 444828"/>
                  <a:gd name="connsiteY7" fmla="*/ 49672 h 218707"/>
                  <a:gd name="connsiteX8" fmla="*/ 172000 w 444828"/>
                  <a:gd name="connsiteY8" fmla="*/ 75621 h 218707"/>
                  <a:gd name="connsiteX9" fmla="*/ 105276 w 444828"/>
                  <a:gd name="connsiteY9" fmla="*/ 72285 h 218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44828" h="218707">
                    <a:moveTo>
                      <a:pt x="105276" y="72285"/>
                    </a:moveTo>
                    <a:cubicBezTo>
                      <a:pt x="65983" y="68578"/>
                      <a:pt x="29284" y="52638"/>
                      <a:pt x="0" y="27802"/>
                    </a:cubicBezTo>
                    <a:cubicBezTo>
                      <a:pt x="24095" y="68207"/>
                      <a:pt x="59681" y="118621"/>
                      <a:pt x="104906" y="159397"/>
                    </a:cubicBezTo>
                    <a:cubicBezTo>
                      <a:pt x="165327" y="213888"/>
                      <a:pt x="223897" y="222043"/>
                      <a:pt x="253182" y="222043"/>
                    </a:cubicBezTo>
                    <a:cubicBezTo>
                      <a:pt x="264672" y="222043"/>
                      <a:pt x="272086" y="220931"/>
                      <a:pt x="273570" y="220561"/>
                    </a:cubicBezTo>
                    <a:cubicBezTo>
                      <a:pt x="304336" y="213518"/>
                      <a:pt x="335475" y="191647"/>
                      <a:pt x="349561" y="167923"/>
                    </a:cubicBezTo>
                    <a:lnTo>
                      <a:pt x="446311" y="0"/>
                    </a:lnTo>
                    <a:cubicBezTo>
                      <a:pt x="424810" y="18535"/>
                      <a:pt x="395155" y="36698"/>
                      <a:pt x="355492" y="49672"/>
                    </a:cubicBezTo>
                    <a:cubicBezTo>
                      <a:pt x="289509" y="71173"/>
                      <a:pt x="219448" y="75621"/>
                      <a:pt x="172000" y="75621"/>
                    </a:cubicBezTo>
                    <a:cubicBezTo>
                      <a:pt x="137526" y="75250"/>
                      <a:pt x="112319" y="73026"/>
                      <a:pt x="105276" y="72285"/>
                    </a:cubicBez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 w="370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3" name="ïSlíďe"/>
            <p:cNvSpPr/>
            <p:nvPr/>
          </p:nvSpPr>
          <p:spPr>
            <a:xfrm>
              <a:off x="5669880" y="1872004"/>
              <a:ext cx="435992" cy="516380"/>
            </a:xfrm>
            <a:custGeom>
              <a:avLst/>
              <a:gdLst>
                <a:gd name="T0" fmla="*/ 6573 w 9390"/>
                <a:gd name="T1" fmla="*/ 3437 h 11120"/>
                <a:gd name="T2" fmla="*/ 7967 w 9390"/>
                <a:gd name="T3" fmla="*/ 1730 h 11120"/>
                <a:gd name="T4" fmla="*/ 5311 w 9390"/>
                <a:gd name="T5" fmla="*/ 1140 h 11120"/>
                <a:gd name="T6" fmla="*/ 3129 w 9390"/>
                <a:gd name="T7" fmla="*/ 876 h 11120"/>
                <a:gd name="T8" fmla="*/ 2455 w 9390"/>
                <a:gd name="T9" fmla="*/ 3147 h 11120"/>
                <a:gd name="T10" fmla="*/ 7438 w 9390"/>
                <a:gd name="T11" fmla="*/ 4336 h 11120"/>
                <a:gd name="T12" fmla="*/ 2969 w 9390"/>
                <a:gd name="T13" fmla="*/ 4006 h 11120"/>
                <a:gd name="T14" fmla="*/ 0 w 9390"/>
                <a:gd name="T15" fmla="*/ 8570 h 11120"/>
                <a:gd name="T16" fmla="*/ 6860 w 9390"/>
                <a:gd name="T17" fmla="*/ 11120 h 11120"/>
                <a:gd name="T18" fmla="*/ 7438 w 9390"/>
                <a:gd name="T19" fmla="*/ 4336 h 11120"/>
                <a:gd name="T20" fmla="*/ 5549 w 9390"/>
                <a:gd name="T21" fmla="*/ 7248 h 11120"/>
                <a:gd name="T22" fmla="*/ 5919 w 9390"/>
                <a:gd name="T23" fmla="*/ 7515 h 11120"/>
                <a:gd name="T24" fmla="*/ 6098 w 9390"/>
                <a:gd name="T25" fmla="*/ 7695 h 11120"/>
                <a:gd name="T26" fmla="*/ 5384 w 9390"/>
                <a:gd name="T27" fmla="*/ 7874 h 11120"/>
                <a:gd name="T28" fmla="*/ 5195 w 9390"/>
                <a:gd name="T29" fmla="*/ 8151 h 11120"/>
                <a:gd name="T30" fmla="*/ 5919 w 9390"/>
                <a:gd name="T31" fmla="*/ 8331 h 11120"/>
                <a:gd name="T32" fmla="*/ 5919 w 9390"/>
                <a:gd name="T33" fmla="*/ 8690 h 11120"/>
                <a:gd name="T34" fmla="*/ 5195 w 9390"/>
                <a:gd name="T35" fmla="*/ 8870 h 11120"/>
                <a:gd name="T36" fmla="*/ 5015 w 9390"/>
                <a:gd name="T37" fmla="*/ 9507 h 11120"/>
                <a:gd name="T38" fmla="*/ 4510 w 9390"/>
                <a:gd name="T39" fmla="*/ 9327 h 11120"/>
                <a:gd name="T40" fmla="*/ 4330 w 9390"/>
                <a:gd name="T41" fmla="*/ 8690 h 11120"/>
                <a:gd name="T42" fmla="*/ 3612 w 9390"/>
                <a:gd name="T43" fmla="*/ 8510 h 11120"/>
                <a:gd name="T44" fmla="*/ 4329 w 9390"/>
                <a:gd name="T45" fmla="*/ 8331 h 11120"/>
                <a:gd name="T46" fmla="*/ 4511 w 9390"/>
                <a:gd name="T47" fmla="*/ 8063 h 11120"/>
                <a:gd name="T48" fmla="*/ 3792 w 9390"/>
                <a:gd name="T49" fmla="*/ 7873 h 11120"/>
                <a:gd name="T50" fmla="*/ 3612 w 9390"/>
                <a:gd name="T51" fmla="*/ 7694 h 11120"/>
                <a:gd name="T52" fmla="*/ 3999 w 9390"/>
                <a:gd name="T53" fmla="*/ 7514 h 11120"/>
                <a:gd name="T54" fmla="*/ 3406 w 9390"/>
                <a:gd name="T55" fmla="*/ 5887 h 11120"/>
                <a:gd name="T56" fmla="*/ 3920 w 9390"/>
                <a:gd name="T57" fmla="*/ 5620 h 11120"/>
                <a:gd name="T58" fmla="*/ 4691 w 9390"/>
                <a:gd name="T59" fmla="*/ 6937 h 11120"/>
                <a:gd name="T60" fmla="*/ 5623 w 9390"/>
                <a:gd name="T61" fmla="*/ 5719 h 11120"/>
                <a:gd name="T62" fmla="*/ 6140 w 9390"/>
                <a:gd name="T63" fmla="*/ 5620 h 11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90" h="11120">
                  <a:moveTo>
                    <a:pt x="3078" y="3437"/>
                  </a:moveTo>
                  <a:lnTo>
                    <a:pt x="6573" y="3437"/>
                  </a:lnTo>
                  <a:cubicBezTo>
                    <a:pt x="6809" y="3437"/>
                    <a:pt x="7036" y="3338"/>
                    <a:pt x="7187" y="3157"/>
                  </a:cubicBezTo>
                  <a:cubicBezTo>
                    <a:pt x="7548" y="2728"/>
                    <a:pt x="7890" y="2202"/>
                    <a:pt x="7967" y="1730"/>
                  </a:cubicBezTo>
                  <a:cubicBezTo>
                    <a:pt x="8121" y="786"/>
                    <a:pt x="7717" y="307"/>
                    <a:pt x="6544" y="307"/>
                  </a:cubicBezTo>
                  <a:cubicBezTo>
                    <a:pt x="5370" y="307"/>
                    <a:pt x="5767" y="1077"/>
                    <a:pt x="5311" y="1140"/>
                  </a:cubicBezTo>
                  <a:cubicBezTo>
                    <a:pt x="4971" y="1187"/>
                    <a:pt x="4983" y="739"/>
                    <a:pt x="4449" y="308"/>
                  </a:cubicBezTo>
                  <a:cubicBezTo>
                    <a:pt x="4066" y="0"/>
                    <a:pt x="3636" y="871"/>
                    <a:pt x="3129" y="876"/>
                  </a:cubicBezTo>
                  <a:cubicBezTo>
                    <a:pt x="2538" y="884"/>
                    <a:pt x="1707" y="720"/>
                    <a:pt x="1707" y="1730"/>
                  </a:cubicBezTo>
                  <a:cubicBezTo>
                    <a:pt x="1707" y="2138"/>
                    <a:pt x="2065" y="2690"/>
                    <a:pt x="2455" y="3147"/>
                  </a:cubicBezTo>
                  <a:cubicBezTo>
                    <a:pt x="2612" y="3330"/>
                    <a:pt x="2838" y="3437"/>
                    <a:pt x="3078" y="3437"/>
                  </a:cubicBezTo>
                  <a:close/>
                  <a:moveTo>
                    <a:pt x="7438" y="4336"/>
                  </a:moveTo>
                  <a:cubicBezTo>
                    <a:pt x="7252" y="4125"/>
                    <a:pt x="6981" y="4006"/>
                    <a:pt x="6699" y="4006"/>
                  </a:cubicBezTo>
                  <a:lnTo>
                    <a:pt x="2969" y="4006"/>
                  </a:lnTo>
                  <a:cubicBezTo>
                    <a:pt x="2700" y="4006"/>
                    <a:pt x="2440" y="4115"/>
                    <a:pt x="2253" y="4310"/>
                  </a:cubicBezTo>
                  <a:cubicBezTo>
                    <a:pt x="1081" y="5538"/>
                    <a:pt x="0" y="7291"/>
                    <a:pt x="0" y="8570"/>
                  </a:cubicBezTo>
                  <a:cubicBezTo>
                    <a:pt x="0" y="9697"/>
                    <a:pt x="1133" y="11120"/>
                    <a:pt x="2530" y="11120"/>
                  </a:cubicBezTo>
                  <a:lnTo>
                    <a:pt x="6860" y="11120"/>
                  </a:lnTo>
                  <a:cubicBezTo>
                    <a:pt x="8257" y="11120"/>
                    <a:pt x="9390" y="9709"/>
                    <a:pt x="9390" y="8570"/>
                  </a:cubicBezTo>
                  <a:cubicBezTo>
                    <a:pt x="9390" y="7268"/>
                    <a:pt x="8520" y="5564"/>
                    <a:pt x="7438" y="4336"/>
                  </a:cubicBezTo>
                  <a:close/>
                  <a:moveTo>
                    <a:pt x="6299" y="5888"/>
                  </a:moveTo>
                  <a:lnTo>
                    <a:pt x="5549" y="7248"/>
                  </a:lnTo>
                  <a:cubicBezTo>
                    <a:pt x="5483" y="7368"/>
                    <a:pt x="5570" y="7515"/>
                    <a:pt x="5706" y="7515"/>
                  </a:cubicBezTo>
                  <a:lnTo>
                    <a:pt x="5919" y="7515"/>
                  </a:lnTo>
                  <a:cubicBezTo>
                    <a:pt x="6017" y="7515"/>
                    <a:pt x="6098" y="7595"/>
                    <a:pt x="6098" y="7695"/>
                  </a:cubicBezTo>
                  <a:lnTo>
                    <a:pt x="6098" y="7695"/>
                  </a:lnTo>
                  <a:cubicBezTo>
                    <a:pt x="6098" y="7793"/>
                    <a:pt x="6018" y="7874"/>
                    <a:pt x="5919" y="7874"/>
                  </a:cubicBezTo>
                  <a:lnTo>
                    <a:pt x="5384" y="7874"/>
                  </a:lnTo>
                  <a:cubicBezTo>
                    <a:pt x="5279" y="7874"/>
                    <a:pt x="5196" y="7958"/>
                    <a:pt x="5195" y="8062"/>
                  </a:cubicBezTo>
                  <a:lnTo>
                    <a:pt x="5195" y="8151"/>
                  </a:lnTo>
                  <a:cubicBezTo>
                    <a:pt x="5195" y="8249"/>
                    <a:pt x="5275" y="8331"/>
                    <a:pt x="5375" y="8331"/>
                  </a:cubicBezTo>
                  <a:lnTo>
                    <a:pt x="5919" y="8331"/>
                  </a:lnTo>
                  <a:cubicBezTo>
                    <a:pt x="6017" y="8331"/>
                    <a:pt x="6098" y="8411"/>
                    <a:pt x="6098" y="8510"/>
                  </a:cubicBezTo>
                  <a:cubicBezTo>
                    <a:pt x="6098" y="8610"/>
                    <a:pt x="6018" y="8690"/>
                    <a:pt x="5919" y="8690"/>
                  </a:cubicBezTo>
                  <a:lnTo>
                    <a:pt x="5375" y="8690"/>
                  </a:lnTo>
                  <a:cubicBezTo>
                    <a:pt x="5276" y="8690"/>
                    <a:pt x="5195" y="8770"/>
                    <a:pt x="5195" y="8870"/>
                  </a:cubicBezTo>
                  <a:lnTo>
                    <a:pt x="5195" y="9327"/>
                  </a:lnTo>
                  <a:cubicBezTo>
                    <a:pt x="5195" y="9426"/>
                    <a:pt x="5115" y="9507"/>
                    <a:pt x="5015" y="9507"/>
                  </a:cubicBezTo>
                  <a:lnTo>
                    <a:pt x="4690" y="9507"/>
                  </a:lnTo>
                  <a:cubicBezTo>
                    <a:pt x="4591" y="9507"/>
                    <a:pt x="4510" y="9427"/>
                    <a:pt x="4510" y="9327"/>
                  </a:cubicBezTo>
                  <a:lnTo>
                    <a:pt x="4510" y="8870"/>
                  </a:lnTo>
                  <a:cubicBezTo>
                    <a:pt x="4510" y="8771"/>
                    <a:pt x="4430" y="8690"/>
                    <a:pt x="4330" y="8690"/>
                  </a:cubicBezTo>
                  <a:lnTo>
                    <a:pt x="3792" y="8690"/>
                  </a:lnTo>
                  <a:cubicBezTo>
                    <a:pt x="3693" y="8690"/>
                    <a:pt x="3612" y="8610"/>
                    <a:pt x="3612" y="8510"/>
                  </a:cubicBezTo>
                  <a:cubicBezTo>
                    <a:pt x="3612" y="8411"/>
                    <a:pt x="3692" y="8331"/>
                    <a:pt x="3792" y="8331"/>
                  </a:cubicBezTo>
                  <a:lnTo>
                    <a:pt x="4329" y="8331"/>
                  </a:lnTo>
                  <a:cubicBezTo>
                    <a:pt x="4429" y="8331"/>
                    <a:pt x="4509" y="8251"/>
                    <a:pt x="4510" y="8151"/>
                  </a:cubicBezTo>
                  <a:lnTo>
                    <a:pt x="4511" y="8063"/>
                  </a:lnTo>
                  <a:cubicBezTo>
                    <a:pt x="4512" y="7959"/>
                    <a:pt x="4427" y="7873"/>
                    <a:pt x="4322" y="7873"/>
                  </a:cubicBezTo>
                  <a:lnTo>
                    <a:pt x="3792" y="7873"/>
                  </a:lnTo>
                  <a:cubicBezTo>
                    <a:pt x="3693" y="7873"/>
                    <a:pt x="3612" y="7793"/>
                    <a:pt x="3612" y="7694"/>
                  </a:cubicBezTo>
                  <a:lnTo>
                    <a:pt x="3612" y="7694"/>
                  </a:lnTo>
                  <a:cubicBezTo>
                    <a:pt x="3612" y="7595"/>
                    <a:pt x="3692" y="7514"/>
                    <a:pt x="3792" y="7514"/>
                  </a:cubicBezTo>
                  <a:lnTo>
                    <a:pt x="3999" y="7514"/>
                  </a:lnTo>
                  <a:cubicBezTo>
                    <a:pt x="4136" y="7514"/>
                    <a:pt x="4221" y="7367"/>
                    <a:pt x="4156" y="7247"/>
                  </a:cubicBezTo>
                  <a:lnTo>
                    <a:pt x="3406" y="5887"/>
                  </a:lnTo>
                  <a:cubicBezTo>
                    <a:pt x="3340" y="5767"/>
                    <a:pt x="3426" y="5620"/>
                    <a:pt x="3562" y="5620"/>
                  </a:cubicBezTo>
                  <a:lnTo>
                    <a:pt x="3920" y="5620"/>
                  </a:lnTo>
                  <a:cubicBezTo>
                    <a:pt x="3988" y="5620"/>
                    <a:pt x="4050" y="5659"/>
                    <a:pt x="4080" y="5719"/>
                  </a:cubicBezTo>
                  <a:lnTo>
                    <a:pt x="4691" y="6937"/>
                  </a:lnTo>
                  <a:cubicBezTo>
                    <a:pt x="4756" y="7069"/>
                    <a:pt x="4945" y="7069"/>
                    <a:pt x="5012" y="6937"/>
                  </a:cubicBezTo>
                  <a:lnTo>
                    <a:pt x="5623" y="5719"/>
                  </a:lnTo>
                  <a:cubicBezTo>
                    <a:pt x="5653" y="5659"/>
                    <a:pt x="5715" y="5620"/>
                    <a:pt x="5783" y="5620"/>
                  </a:cubicBezTo>
                  <a:lnTo>
                    <a:pt x="6140" y="5620"/>
                  </a:lnTo>
                  <a:cubicBezTo>
                    <a:pt x="6278" y="5622"/>
                    <a:pt x="6365" y="5768"/>
                    <a:pt x="6299" y="5888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ïSlíďe"/>
            <p:cNvSpPr/>
            <p:nvPr/>
          </p:nvSpPr>
          <p:spPr>
            <a:xfrm>
              <a:off x="7152187" y="1882602"/>
              <a:ext cx="516380" cy="495185"/>
            </a:xfrm>
            <a:custGeom>
              <a:avLst/>
              <a:gdLst>
                <a:gd name="connsiteX0" fmla="*/ 425891 w 606568"/>
                <a:gd name="connsiteY0" fmla="*/ 420849 h 581671"/>
                <a:gd name="connsiteX1" fmla="*/ 426862 w 606568"/>
                <a:gd name="connsiteY1" fmla="*/ 470359 h 581671"/>
                <a:gd name="connsiteX2" fmla="*/ 438123 w 606568"/>
                <a:gd name="connsiteY2" fmla="*/ 466387 h 581671"/>
                <a:gd name="connsiteX3" fmla="*/ 453850 w 606568"/>
                <a:gd name="connsiteY3" fmla="*/ 439839 h 581671"/>
                <a:gd name="connsiteX4" fmla="*/ 449288 w 606568"/>
                <a:gd name="connsiteY4" fmla="*/ 430925 h 581671"/>
                <a:gd name="connsiteX5" fmla="*/ 425891 w 606568"/>
                <a:gd name="connsiteY5" fmla="*/ 420849 h 581671"/>
                <a:gd name="connsiteX6" fmla="*/ 392107 w 606568"/>
                <a:gd name="connsiteY6" fmla="*/ 352154 h 581671"/>
                <a:gd name="connsiteX7" fmla="*/ 381040 w 606568"/>
                <a:gd name="connsiteY7" fmla="*/ 355642 h 581671"/>
                <a:gd name="connsiteX8" fmla="*/ 375215 w 606568"/>
                <a:gd name="connsiteY8" fmla="*/ 360389 h 581671"/>
                <a:gd name="connsiteX9" fmla="*/ 373371 w 606568"/>
                <a:gd name="connsiteY9" fmla="*/ 367269 h 581671"/>
                <a:gd name="connsiteX10" fmla="*/ 387059 w 606568"/>
                <a:gd name="connsiteY10" fmla="*/ 381124 h 581671"/>
                <a:gd name="connsiteX11" fmla="*/ 393369 w 606568"/>
                <a:gd name="connsiteY11" fmla="*/ 382577 h 581671"/>
                <a:gd name="connsiteX12" fmla="*/ 392690 w 606568"/>
                <a:gd name="connsiteY12" fmla="*/ 367559 h 581671"/>
                <a:gd name="connsiteX13" fmla="*/ 392107 w 606568"/>
                <a:gd name="connsiteY13" fmla="*/ 352154 h 581671"/>
                <a:gd name="connsiteX14" fmla="*/ 404825 w 606568"/>
                <a:gd name="connsiteY14" fmla="*/ 306325 h 581671"/>
                <a:gd name="connsiteX15" fmla="*/ 421814 w 606568"/>
                <a:gd name="connsiteY15" fmla="*/ 322021 h 581671"/>
                <a:gd name="connsiteX16" fmla="*/ 421814 w 606568"/>
                <a:gd name="connsiteY16" fmla="*/ 322215 h 581671"/>
                <a:gd name="connsiteX17" fmla="*/ 448899 w 606568"/>
                <a:gd name="connsiteY17" fmla="*/ 330451 h 581671"/>
                <a:gd name="connsiteX18" fmla="*/ 455306 w 606568"/>
                <a:gd name="connsiteY18" fmla="*/ 335780 h 581671"/>
                <a:gd name="connsiteX19" fmla="*/ 457928 w 606568"/>
                <a:gd name="connsiteY19" fmla="*/ 349150 h 581671"/>
                <a:gd name="connsiteX20" fmla="*/ 438220 w 606568"/>
                <a:gd name="connsiteY20" fmla="*/ 359614 h 581671"/>
                <a:gd name="connsiteX21" fmla="*/ 423173 w 606568"/>
                <a:gd name="connsiteY21" fmla="*/ 354285 h 581671"/>
                <a:gd name="connsiteX22" fmla="*/ 424144 w 606568"/>
                <a:gd name="connsiteY22" fmla="*/ 375407 h 581671"/>
                <a:gd name="connsiteX23" fmla="*/ 424629 w 606568"/>
                <a:gd name="connsiteY23" fmla="*/ 388681 h 581671"/>
                <a:gd name="connsiteX24" fmla="*/ 469286 w 606568"/>
                <a:gd name="connsiteY24" fmla="*/ 407187 h 581671"/>
                <a:gd name="connsiteX25" fmla="*/ 473363 w 606568"/>
                <a:gd name="connsiteY25" fmla="*/ 410966 h 581671"/>
                <a:gd name="connsiteX26" fmla="*/ 484528 w 606568"/>
                <a:gd name="connsiteY26" fmla="*/ 437126 h 581671"/>
                <a:gd name="connsiteX27" fmla="*/ 460258 w 606568"/>
                <a:gd name="connsiteY27" fmla="*/ 488671 h 581671"/>
                <a:gd name="connsiteX28" fmla="*/ 427153 w 606568"/>
                <a:gd name="connsiteY28" fmla="*/ 501558 h 581671"/>
                <a:gd name="connsiteX29" fmla="*/ 427153 w 606568"/>
                <a:gd name="connsiteY29" fmla="*/ 502527 h 581671"/>
                <a:gd name="connsiteX30" fmla="*/ 412397 w 606568"/>
                <a:gd name="connsiteY30" fmla="*/ 516963 h 581671"/>
                <a:gd name="connsiteX31" fmla="*/ 400456 w 606568"/>
                <a:gd name="connsiteY31" fmla="*/ 512119 h 581671"/>
                <a:gd name="connsiteX32" fmla="*/ 396087 w 606568"/>
                <a:gd name="connsiteY32" fmla="*/ 501073 h 581671"/>
                <a:gd name="connsiteX33" fmla="*/ 395990 w 606568"/>
                <a:gd name="connsiteY33" fmla="*/ 496035 h 581671"/>
                <a:gd name="connsiteX34" fmla="*/ 350751 w 606568"/>
                <a:gd name="connsiteY34" fmla="*/ 466484 h 581671"/>
                <a:gd name="connsiteX35" fmla="*/ 347936 w 606568"/>
                <a:gd name="connsiteY35" fmla="*/ 450691 h 581671"/>
                <a:gd name="connsiteX36" fmla="*/ 362983 w 606568"/>
                <a:gd name="connsiteY36" fmla="*/ 440711 h 581671"/>
                <a:gd name="connsiteX37" fmla="*/ 374050 w 606568"/>
                <a:gd name="connsiteY37" fmla="*/ 445749 h 581671"/>
                <a:gd name="connsiteX38" fmla="*/ 395699 w 606568"/>
                <a:gd name="connsiteY38" fmla="*/ 462317 h 581671"/>
                <a:gd name="connsiteX39" fmla="*/ 394631 w 606568"/>
                <a:gd name="connsiteY39" fmla="*/ 414841 h 581671"/>
                <a:gd name="connsiteX40" fmla="*/ 371817 w 606568"/>
                <a:gd name="connsiteY40" fmla="*/ 409028 h 581671"/>
                <a:gd name="connsiteX41" fmla="*/ 370555 w 606568"/>
                <a:gd name="connsiteY41" fmla="*/ 408447 h 581671"/>
                <a:gd name="connsiteX42" fmla="*/ 364439 w 606568"/>
                <a:gd name="connsiteY42" fmla="*/ 405346 h 581671"/>
                <a:gd name="connsiteX43" fmla="*/ 358420 w 606568"/>
                <a:gd name="connsiteY43" fmla="*/ 400889 h 581671"/>
                <a:gd name="connsiteX44" fmla="*/ 344441 w 606568"/>
                <a:gd name="connsiteY44" fmla="*/ 380058 h 581671"/>
                <a:gd name="connsiteX45" fmla="*/ 343082 w 606568"/>
                <a:gd name="connsiteY45" fmla="*/ 375407 h 581671"/>
                <a:gd name="connsiteX46" fmla="*/ 347547 w 606568"/>
                <a:gd name="connsiteY46" fmla="*/ 344209 h 581671"/>
                <a:gd name="connsiteX47" fmla="*/ 351236 w 606568"/>
                <a:gd name="connsiteY47" fmla="*/ 339364 h 581671"/>
                <a:gd name="connsiteX48" fmla="*/ 359294 w 606568"/>
                <a:gd name="connsiteY48" fmla="*/ 332291 h 581671"/>
                <a:gd name="connsiteX49" fmla="*/ 365993 w 606568"/>
                <a:gd name="connsiteY49" fmla="*/ 328222 h 581671"/>
                <a:gd name="connsiteX50" fmla="*/ 372788 w 606568"/>
                <a:gd name="connsiteY50" fmla="*/ 325219 h 581671"/>
                <a:gd name="connsiteX51" fmla="*/ 381331 w 606568"/>
                <a:gd name="connsiteY51" fmla="*/ 322699 h 581671"/>
                <a:gd name="connsiteX52" fmla="*/ 390748 w 606568"/>
                <a:gd name="connsiteY52" fmla="*/ 321052 h 581671"/>
                <a:gd name="connsiteX53" fmla="*/ 390748 w 606568"/>
                <a:gd name="connsiteY53" fmla="*/ 320859 h 581671"/>
                <a:gd name="connsiteX54" fmla="*/ 394243 w 606568"/>
                <a:gd name="connsiteY54" fmla="*/ 310491 h 581671"/>
                <a:gd name="connsiteX55" fmla="*/ 404825 w 606568"/>
                <a:gd name="connsiteY55" fmla="*/ 306325 h 581671"/>
                <a:gd name="connsiteX56" fmla="*/ 406108 w 606568"/>
                <a:gd name="connsiteY56" fmla="*/ 283044 h 581671"/>
                <a:gd name="connsiteX57" fmla="*/ 383596 w 606568"/>
                <a:gd name="connsiteY57" fmla="*/ 285467 h 581671"/>
                <a:gd name="connsiteX58" fmla="*/ 378162 w 606568"/>
                <a:gd name="connsiteY58" fmla="*/ 286823 h 581671"/>
                <a:gd name="connsiteX59" fmla="*/ 372922 w 606568"/>
                <a:gd name="connsiteY59" fmla="*/ 288276 h 581671"/>
                <a:gd name="connsiteX60" fmla="*/ 366227 w 606568"/>
                <a:gd name="connsiteY60" fmla="*/ 290602 h 581671"/>
                <a:gd name="connsiteX61" fmla="*/ 359434 w 606568"/>
                <a:gd name="connsiteY61" fmla="*/ 293121 h 581671"/>
                <a:gd name="connsiteX62" fmla="*/ 314215 w 606568"/>
                <a:gd name="connsiteY62" fmla="*/ 326356 h 581671"/>
                <a:gd name="connsiteX63" fmla="*/ 293838 w 606568"/>
                <a:gd name="connsiteY63" fmla="*/ 356781 h 581671"/>
                <a:gd name="connsiteX64" fmla="*/ 289859 w 606568"/>
                <a:gd name="connsiteY64" fmla="*/ 365792 h 581671"/>
                <a:gd name="connsiteX65" fmla="*/ 286754 w 606568"/>
                <a:gd name="connsiteY65" fmla="*/ 374221 h 581671"/>
                <a:gd name="connsiteX66" fmla="*/ 281514 w 606568"/>
                <a:gd name="connsiteY66" fmla="*/ 396023 h 581671"/>
                <a:gd name="connsiteX67" fmla="*/ 280738 w 606568"/>
                <a:gd name="connsiteY67" fmla="*/ 403774 h 581671"/>
                <a:gd name="connsiteX68" fmla="*/ 280253 w 606568"/>
                <a:gd name="connsiteY68" fmla="*/ 411429 h 581671"/>
                <a:gd name="connsiteX69" fmla="*/ 281417 w 606568"/>
                <a:gd name="connsiteY69" fmla="*/ 433327 h 581671"/>
                <a:gd name="connsiteX70" fmla="*/ 285978 w 606568"/>
                <a:gd name="connsiteY70" fmla="*/ 453481 h 581671"/>
                <a:gd name="connsiteX71" fmla="*/ 288016 w 606568"/>
                <a:gd name="connsiteY71" fmla="*/ 459876 h 581671"/>
                <a:gd name="connsiteX72" fmla="*/ 290345 w 606568"/>
                <a:gd name="connsiteY72" fmla="*/ 466174 h 581671"/>
                <a:gd name="connsiteX73" fmla="*/ 407564 w 606568"/>
                <a:gd name="connsiteY73" fmla="*/ 548049 h 581671"/>
                <a:gd name="connsiteX74" fmla="*/ 424642 w 606568"/>
                <a:gd name="connsiteY74" fmla="*/ 546789 h 581671"/>
                <a:gd name="connsiteX75" fmla="*/ 510518 w 606568"/>
                <a:gd name="connsiteY75" fmla="*/ 494660 h 581671"/>
                <a:gd name="connsiteX76" fmla="*/ 530119 w 606568"/>
                <a:gd name="connsiteY76" fmla="*/ 399995 h 581671"/>
                <a:gd name="connsiteX77" fmla="*/ 530022 w 606568"/>
                <a:gd name="connsiteY77" fmla="*/ 398639 h 581671"/>
                <a:gd name="connsiteX78" fmla="*/ 520707 w 606568"/>
                <a:gd name="connsiteY78" fmla="*/ 368602 h 581671"/>
                <a:gd name="connsiteX79" fmla="*/ 499747 w 606568"/>
                <a:gd name="connsiteY79" fmla="*/ 332654 h 581671"/>
                <a:gd name="connsiteX80" fmla="*/ 468308 w 606568"/>
                <a:gd name="connsiteY80" fmla="*/ 302811 h 581671"/>
                <a:gd name="connsiteX81" fmla="*/ 406108 w 606568"/>
                <a:gd name="connsiteY81" fmla="*/ 283044 h 581671"/>
                <a:gd name="connsiteX82" fmla="*/ 406108 w 606568"/>
                <a:gd name="connsiteY82" fmla="*/ 249519 h 581671"/>
                <a:gd name="connsiteX83" fmla="*/ 465397 w 606568"/>
                <a:gd name="connsiteY83" fmla="*/ 263181 h 581671"/>
                <a:gd name="connsiteX84" fmla="*/ 512168 w 606568"/>
                <a:gd name="connsiteY84" fmla="*/ 296222 h 581671"/>
                <a:gd name="connsiteX85" fmla="*/ 534971 w 606568"/>
                <a:gd name="connsiteY85" fmla="*/ 323740 h 581671"/>
                <a:gd name="connsiteX86" fmla="*/ 551758 w 606568"/>
                <a:gd name="connsiteY86" fmla="*/ 355424 h 581671"/>
                <a:gd name="connsiteX87" fmla="*/ 557483 w 606568"/>
                <a:gd name="connsiteY87" fmla="*/ 371121 h 581671"/>
                <a:gd name="connsiteX88" fmla="*/ 561559 w 606568"/>
                <a:gd name="connsiteY88" fmla="*/ 385946 h 581671"/>
                <a:gd name="connsiteX89" fmla="*/ 563014 w 606568"/>
                <a:gd name="connsiteY89" fmla="*/ 392341 h 581671"/>
                <a:gd name="connsiteX90" fmla="*/ 537591 w 606568"/>
                <a:gd name="connsiteY90" fmla="*/ 514524 h 581671"/>
                <a:gd name="connsiteX91" fmla="*/ 429397 w 606568"/>
                <a:gd name="connsiteY91" fmla="*/ 580121 h 581671"/>
                <a:gd name="connsiteX92" fmla="*/ 407564 w 606568"/>
                <a:gd name="connsiteY92" fmla="*/ 581671 h 581671"/>
                <a:gd name="connsiteX93" fmla="*/ 258808 w 606568"/>
                <a:gd name="connsiteY93" fmla="*/ 477607 h 581671"/>
                <a:gd name="connsiteX94" fmla="*/ 256382 w 606568"/>
                <a:gd name="connsiteY94" fmla="*/ 471309 h 581671"/>
                <a:gd name="connsiteX95" fmla="*/ 254248 w 606568"/>
                <a:gd name="connsiteY95" fmla="*/ 464914 h 581671"/>
                <a:gd name="connsiteX96" fmla="*/ 248134 w 606568"/>
                <a:gd name="connsiteY96" fmla="*/ 438171 h 581671"/>
                <a:gd name="connsiteX97" fmla="*/ 246679 w 606568"/>
                <a:gd name="connsiteY97" fmla="*/ 423734 h 581671"/>
                <a:gd name="connsiteX98" fmla="*/ 246485 w 606568"/>
                <a:gd name="connsiteY98" fmla="*/ 416855 h 581671"/>
                <a:gd name="connsiteX99" fmla="*/ 246582 w 606568"/>
                <a:gd name="connsiteY99" fmla="*/ 409781 h 581671"/>
                <a:gd name="connsiteX100" fmla="*/ 249299 w 606568"/>
                <a:gd name="connsiteY100" fmla="*/ 385558 h 581671"/>
                <a:gd name="connsiteX101" fmla="*/ 249299 w 606568"/>
                <a:gd name="connsiteY101" fmla="*/ 385461 h 581671"/>
                <a:gd name="connsiteX102" fmla="*/ 250754 w 606568"/>
                <a:gd name="connsiteY102" fmla="*/ 378194 h 581671"/>
                <a:gd name="connsiteX103" fmla="*/ 252695 w 606568"/>
                <a:gd name="connsiteY103" fmla="*/ 370830 h 581671"/>
                <a:gd name="connsiteX104" fmla="*/ 277633 w 606568"/>
                <a:gd name="connsiteY104" fmla="*/ 318604 h 581671"/>
                <a:gd name="connsiteX105" fmla="*/ 286269 w 606568"/>
                <a:gd name="connsiteY105" fmla="*/ 307365 h 581671"/>
                <a:gd name="connsiteX106" fmla="*/ 301989 w 606568"/>
                <a:gd name="connsiteY106" fmla="*/ 291086 h 581671"/>
                <a:gd name="connsiteX107" fmla="*/ 305482 w 606568"/>
                <a:gd name="connsiteY107" fmla="*/ 287986 h 581671"/>
                <a:gd name="connsiteX108" fmla="*/ 312275 w 606568"/>
                <a:gd name="connsiteY108" fmla="*/ 282463 h 581671"/>
                <a:gd name="connsiteX109" fmla="*/ 314118 w 606568"/>
                <a:gd name="connsiteY109" fmla="*/ 281009 h 581671"/>
                <a:gd name="connsiteX110" fmla="*/ 318970 w 606568"/>
                <a:gd name="connsiteY110" fmla="*/ 277521 h 581671"/>
                <a:gd name="connsiteX111" fmla="*/ 346917 w 606568"/>
                <a:gd name="connsiteY111" fmla="*/ 262018 h 581671"/>
                <a:gd name="connsiteX112" fmla="*/ 359628 w 606568"/>
                <a:gd name="connsiteY112" fmla="*/ 257174 h 581671"/>
                <a:gd name="connsiteX113" fmla="*/ 366421 w 606568"/>
                <a:gd name="connsiteY113" fmla="*/ 255139 h 581671"/>
                <a:gd name="connsiteX114" fmla="*/ 373116 w 606568"/>
                <a:gd name="connsiteY114" fmla="*/ 253395 h 581671"/>
                <a:gd name="connsiteX115" fmla="*/ 376707 w 606568"/>
                <a:gd name="connsiteY115" fmla="*/ 252523 h 581671"/>
                <a:gd name="connsiteX116" fmla="*/ 384178 w 606568"/>
                <a:gd name="connsiteY116" fmla="*/ 251263 h 581671"/>
                <a:gd name="connsiteX117" fmla="*/ 406108 w 606568"/>
                <a:gd name="connsiteY117" fmla="*/ 249519 h 581671"/>
                <a:gd name="connsiteX118" fmla="*/ 43372 w 606568"/>
                <a:gd name="connsiteY118" fmla="*/ 175759 h 581671"/>
                <a:gd name="connsiteX119" fmla="*/ 43760 w 606568"/>
                <a:gd name="connsiteY119" fmla="*/ 214418 h 581671"/>
                <a:gd name="connsiteX120" fmla="*/ 202404 w 606568"/>
                <a:gd name="connsiteY120" fmla="*/ 246489 h 581671"/>
                <a:gd name="connsiteX121" fmla="*/ 313794 w 606568"/>
                <a:gd name="connsiteY121" fmla="*/ 223235 h 581671"/>
                <a:gd name="connsiteX122" fmla="*/ 319519 w 606568"/>
                <a:gd name="connsiteY122" fmla="*/ 220716 h 581671"/>
                <a:gd name="connsiteX123" fmla="*/ 319907 w 606568"/>
                <a:gd name="connsiteY123" fmla="*/ 181185 h 581671"/>
                <a:gd name="connsiteX124" fmla="*/ 313212 w 606568"/>
                <a:gd name="connsiteY124" fmla="*/ 184092 h 581671"/>
                <a:gd name="connsiteX125" fmla="*/ 186103 w 606568"/>
                <a:gd name="connsiteY125" fmla="*/ 211124 h 581671"/>
                <a:gd name="connsiteX126" fmla="*/ 43372 w 606568"/>
                <a:gd name="connsiteY126" fmla="*/ 175759 h 581671"/>
                <a:gd name="connsiteX127" fmla="*/ 321654 w 606568"/>
                <a:gd name="connsiteY127" fmla="*/ 100088 h 581671"/>
                <a:gd name="connsiteX128" fmla="*/ 311465 w 606568"/>
                <a:gd name="connsiteY128" fmla="*/ 105901 h 581671"/>
                <a:gd name="connsiteX129" fmla="*/ 182804 w 606568"/>
                <a:gd name="connsiteY129" fmla="*/ 137875 h 581671"/>
                <a:gd name="connsiteX130" fmla="*/ 41723 w 606568"/>
                <a:gd name="connsiteY130" fmla="*/ 102026 h 581671"/>
                <a:gd name="connsiteX131" fmla="*/ 42208 w 606568"/>
                <a:gd name="connsiteY131" fmla="*/ 127508 h 581671"/>
                <a:gd name="connsiteX132" fmla="*/ 44828 w 606568"/>
                <a:gd name="connsiteY132" fmla="*/ 128864 h 581671"/>
                <a:gd name="connsiteX133" fmla="*/ 186200 w 606568"/>
                <a:gd name="connsiteY133" fmla="*/ 169752 h 581671"/>
                <a:gd name="connsiteX134" fmla="*/ 312339 w 606568"/>
                <a:gd name="connsiteY134" fmla="*/ 138553 h 581671"/>
                <a:gd name="connsiteX135" fmla="*/ 320877 w 606568"/>
                <a:gd name="connsiteY135" fmla="*/ 134096 h 581671"/>
                <a:gd name="connsiteX136" fmla="*/ 321654 w 606568"/>
                <a:gd name="connsiteY136" fmla="*/ 100088 h 581671"/>
                <a:gd name="connsiteX137" fmla="*/ 170869 w 606568"/>
                <a:gd name="connsiteY137" fmla="*/ 41275 h 581671"/>
                <a:gd name="connsiteX138" fmla="*/ 58800 w 606568"/>
                <a:gd name="connsiteY138" fmla="*/ 63948 h 581671"/>
                <a:gd name="connsiteX139" fmla="*/ 186685 w 606568"/>
                <a:gd name="connsiteY139" fmla="*/ 96890 h 581671"/>
                <a:gd name="connsiteX140" fmla="*/ 296814 w 606568"/>
                <a:gd name="connsiteY140" fmla="*/ 67823 h 581671"/>
                <a:gd name="connsiteX141" fmla="*/ 170869 w 606568"/>
                <a:gd name="connsiteY141" fmla="*/ 41275 h 581671"/>
                <a:gd name="connsiteX142" fmla="*/ 448008 w 606568"/>
                <a:gd name="connsiteY142" fmla="*/ 35047 h 581671"/>
                <a:gd name="connsiteX143" fmla="*/ 509638 w 606568"/>
                <a:gd name="connsiteY143" fmla="*/ 41805 h 581671"/>
                <a:gd name="connsiteX144" fmla="*/ 570201 w 606568"/>
                <a:gd name="connsiteY144" fmla="*/ 59924 h 581671"/>
                <a:gd name="connsiteX145" fmla="*/ 605627 w 606568"/>
                <a:gd name="connsiteY145" fmla="*/ 86859 h 581671"/>
                <a:gd name="connsiteX146" fmla="*/ 603880 w 606568"/>
                <a:gd name="connsiteY146" fmla="*/ 143248 h 581671"/>
                <a:gd name="connsiteX147" fmla="*/ 602230 w 606568"/>
                <a:gd name="connsiteY147" fmla="*/ 349137 h 581671"/>
                <a:gd name="connsiteX148" fmla="*/ 601453 w 606568"/>
                <a:gd name="connsiteY148" fmla="*/ 354272 h 581671"/>
                <a:gd name="connsiteX149" fmla="*/ 595727 w 606568"/>
                <a:gd name="connsiteY149" fmla="*/ 364058 h 581671"/>
                <a:gd name="connsiteX150" fmla="*/ 576122 w 606568"/>
                <a:gd name="connsiteY150" fmla="*/ 377525 h 581671"/>
                <a:gd name="connsiteX151" fmla="*/ 567193 w 606568"/>
                <a:gd name="connsiteY151" fmla="*/ 346133 h 581671"/>
                <a:gd name="connsiteX152" fmla="*/ 569231 w 606568"/>
                <a:gd name="connsiteY152" fmla="*/ 343033 h 581671"/>
                <a:gd name="connsiteX153" fmla="*/ 569425 w 606568"/>
                <a:gd name="connsiteY153" fmla="*/ 308734 h 581671"/>
                <a:gd name="connsiteX154" fmla="*/ 552828 w 606568"/>
                <a:gd name="connsiteY154" fmla="*/ 316873 h 581671"/>
                <a:gd name="connsiteX155" fmla="*/ 532641 w 606568"/>
                <a:gd name="connsiteY155" fmla="*/ 289453 h 581671"/>
                <a:gd name="connsiteX156" fmla="*/ 569522 w 606568"/>
                <a:gd name="connsiteY156" fmla="*/ 270269 h 581671"/>
                <a:gd name="connsiteX157" fmla="*/ 569619 w 606568"/>
                <a:gd name="connsiteY157" fmla="*/ 246144 h 581671"/>
                <a:gd name="connsiteX158" fmla="*/ 502165 w 606568"/>
                <a:gd name="connsiteY158" fmla="*/ 262034 h 581671"/>
                <a:gd name="connsiteX159" fmla="*/ 403265 w 606568"/>
                <a:gd name="connsiteY159" fmla="*/ 229866 h 581671"/>
                <a:gd name="connsiteX160" fmla="*/ 379390 w 606568"/>
                <a:gd name="connsiteY160" fmla="*/ 231610 h 581671"/>
                <a:gd name="connsiteX161" fmla="*/ 373275 w 606568"/>
                <a:gd name="connsiteY161" fmla="*/ 232676 h 581671"/>
                <a:gd name="connsiteX162" fmla="*/ 373469 w 606568"/>
                <a:gd name="connsiteY162" fmla="*/ 214267 h 581671"/>
                <a:gd name="connsiteX163" fmla="*/ 570007 w 606568"/>
                <a:gd name="connsiteY163" fmla="*/ 210295 h 581671"/>
                <a:gd name="connsiteX164" fmla="*/ 570395 w 606568"/>
                <a:gd name="connsiteY164" fmla="*/ 178903 h 581671"/>
                <a:gd name="connsiteX165" fmla="*/ 373857 w 606568"/>
                <a:gd name="connsiteY165" fmla="*/ 186945 h 581671"/>
                <a:gd name="connsiteX166" fmla="*/ 374440 w 606568"/>
                <a:gd name="connsiteY166" fmla="*/ 151677 h 581671"/>
                <a:gd name="connsiteX167" fmla="*/ 571172 w 606568"/>
                <a:gd name="connsiteY167" fmla="*/ 141601 h 581671"/>
                <a:gd name="connsiteX168" fmla="*/ 571754 w 606568"/>
                <a:gd name="connsiteY168" fmla="*/ 114472 h 581671"/>
                <a:gd name="connsiteX169" fmla="*/ 375119 w 606568"/>
                <a:gd name="connsiteY169" fmla="*/ 129587 h 581671"/>
                <a:gd name="connsiteX170" fmla="*/ 376284 w 606568"/>
                <a:gd name="connsiteY170" fmla="*/ 113503 h 581671"/>
                <a:gd name="connsiteX171" fmla="*/ 377545 w 606568"/>
                <a:gd name="connsiteY171" fmla="*/ 94804 h 581671"/>
                <a:gd name="connsiteX172" fmla="*/ 551664 w 606568"/>
                <a:gd name="connsiteY172" fmla="*/ 88893 h 581671"/>
                <a:gd name="connsiteX173" fmla="*/ 377837 w 606568"/>
                <a:gd name="connsiteY173" fmla="*/ 78817 h 581671"/>
                <a:gd name="connsiteX174" fmla="*/ 376672 w 606568"/>
                <a:gd name="connsiteY174" fmla="*/ 63315 h 581671"/>
                <a:gd name="connsiteX175" fmla="*/ 368422 w 606568"/>
                <a:gd name="connsiteY175" fmla="*/ 47037 h 581671"/>
                <a:gd name="connsiteX176" fmla="*/ 386378 w 606568"/>
                <a:gd name="connsiteY176" fmla="*/ 42096 h 581671"/>
                <a:gd name="connsiteX177" fmla="*/ 448008 w 606568"/>
                <a:gd name="connsiteY177" fmla="*/ 35047 h 581671"/>
                <a:gd name="connsiteX178" fmla="*/ 170287 w 606568"/>
                <a:gd name="connsiteY178" fmla="*/ 0 h 581671"/>
                <a:gd name="connsiteX179" fmla="*/ 245000 w 606568"/>
                <a:gd name="connsiteY179" fmla="*/ 8623 h 581671"/>
                <a:gd name="connsiteX180" fmla="*/ 319713 w 606568"/>
                <a:gd name="connsiteY180" fmla="*/ 31392 h 581671"/>
                <a:gd name="connsiteX181" fmla="*/ 354547 w 606568"/>
                <a:gd name="connsiteY181" fmla="*/ 51836 h 581671"/>
                <a:gd name="connsiteX182" fmla="*/ 363377 w 606568"/>
                <a:gd name="connsiteY182" fmla="*/ 65304 h 581671"/>
                <a:gd name="connsiteX183" fmla="*/ 364541 w 606568"/>
                <a:gd name="connsiteY183" fmla="*/ 83423 h 581671"/>
                <a:gd name="connsiteX184" fmla="*/ 364347 w 606568"/>
                <a:gd name="connsiteY184" fmla="*/ 88655 h 581671"/>
                <a:gd name="connsiteX185" fmla="*/ 361921 w 606568"/>
                <a:gd name="connsiteY185" fmla="*/ 124213 h 581671"/>
                <a:gd name="connsiteX186" fmla="*/ 361242 w 606568"/>
                <a:gd name="connsiteY186" fmla="*/ 136228 h 581671"/>
                <a:gd name="connsiteX187" fmla="*/ 361145 w 606568"/>
                <a:gd name="connsiteY187" fmla="*/ 145239 h 581671"/>
                <a:gd name="connsiteX188" fmla="*/ 360466 w 606568"/>
                <a:gd name="connsiteY188" fmla="*/ 181476 h 581671"/>
                <a:gd name="connsiteX189" fmla="*/ 360078 w 606568"/>
                <a:gd name="connsiteY189" fmla="*/ 209961 h 581671"/>
                <a:gd name="connsiteX190" fmla="*/ 359787 w 606568"/>
                <a:gd name="connsiteY190" fmla="*/ 235637 h 581671"/>
                <a:gd name="connsiteX191" fmla="*/ 313988 w 606568"/>
                <a:gd name="connsiteY191" fmla="*/ 255597 h 581671"/>
                <a:gd name="connsiteX192" fmla="*/ 287111 w 606568"/>
                <a:gd name="connsiteY192" fmla="*/ 276428 h 581671"/>
                <a:gd name="connsiteX193" fmla="*/ 201725 w 606568"/>
                <a:gd name="connsiteY193" fmla="*/ 287571 h 581671"/>
                <a:gd name="connsiteX194" fmla="*/ 44246 w 606568"/>
                <a:gd name="connsiteY194" fmla="*/ 258407 h 581671"/>
                <a:gd name="connsiteX195" fmla="*/ 44440 w 606568"/>
                <a:gd name="connsiteY195" fmla="*/ 299101 h 581671"/>
                <a:gd name="connsiteX196" fmla="*/ 48903 w 606568"/>
                <a:gd name="connsiteY196" fmla="*/ 300942 h 581671"/>
                <a:gd name="connsiteX197" fmla="*/ 184551 w 606568"/>
                <a:gd name="connsiteY197" fmla="*/ 337566 h 581671"/>
                <a:gd name="connsiteX198" fmla="*/ 249172 w 606568"/>
                <a:gd name="connsiteY198" fmla="*/ 328652 h 581671"/>
                <a:gd name="connsiteX199" fmla="*/ 234036 w 606568"/>
                <a:gd name="connsiteY199" fmla="*/ 374675 h 581671"/>
                <a:gd name="connsiteX200" fmla="*/ 185618 w 606568"/>
                <a:gd name="connsiteY200" fmla="*/ 378842 h 581671"/>
                <a:gd name="connsiteX201" fmla="*/ 44537 w 606568"/>
                <a:gd name="connsiteY201" fmla="*/ 345027 h 581671"/>
                <a:gd name="connsiteX202" fmla="*/ 44731 w 606568"/>
                <a:gd name="connsiteY202" fmla="*/ 387852 h 581671"/>
                <a:gd name="connsiteX203" fmla="*/ 85580 w 606568"/>
                <a:gd name="connsiteY203" fmla="*/ 412560 h 581671"/>
                <a:gd name="connsiteX204" fmla="*/ 128176 w 606568"/>
                <a:gd name="connsiteY204" fmla="*/ 426609 h 581671"/>
                <a:gd name="connsiteX205" fmla="*/ 180669 w 606568"/>
                <a:gd name="connsiteY205" fmla="*/ 432035 h 581671"/>
                <a:gd name="connsiteX206" fmla="*/ 190469 w 606568"/>
                <a:gd name="connsiteY206" fmla="*/ 431841 h 581671"/>
                <a:gd name="connsiteX207" fmla="*/ 230446 w 606568"/>
                <a:gd name="connsiteY207" fmla="*/ 427481 h 581671"/>
                <a:gd name="connsiteX208" fmla="*/ 231610 w 606568"/>
                <a:gd name="connsiteY208" fmla="*/ 427287 h 581671"/>
                <a:gd name="connsiteX209" fmla="*/ 232677 w 606568"/>
                <a:gd name="connsiteY209" fmla="*/ 436298 h 581671"/>
                <a:gd name="connsiteX210" fmla="*/ 240149 w 606568"/>
                <a:gd name="connsiteY210" fmla="*/ 468272 h 581671"/>
                <a:gd name="connsiteX211" fmla="*/ 186394 w 606568"/>
                <a:gd name="connsiteY211" fmla="*/ 473988 h 581671"/>
                <a:gd name="connsiteX212" fmla="*/ 12032 w 606568"/>
                <a:gd name="connsiteY212" fmla="*/ 414400 h 581671"/>
                <a:gd name="connsiteX213" fmla="*/ 5046 w 606568"/>
                <a:gd name="connsiteY213" fmla="*/ 401998 h 581671"/>
                <a:gd name="connsiteX214" fmla="*/ 4075 w 606568"/>
                <a:gd name="connsiteY214" fmla="*/ 395507 h 581671"/>
                <a:gd name="connsiteX215" fmla="*/ 0 w 606568"/>
                <a:gd name="connsiteY215" fmla="*/ 65885 h 581671"/>
                <a:gd name="connsiteX216" fmla="*/ 388 w 606568"/>
                <a:gd name="connsiteY216" fmla="*/ 61332 h 581671"/>
                <a:gd name="connsiteX217" fmla="*/ 10091 w 606568"/>
                <a:gd name="connsiteY217" fmla="*/ 41760 h 581671"/>
                <a:gd name="connsiteX218" fmla="*/ 93052 w 606568"/>
                <a:gd name="connsiteY218" fmla="*/ 8914 h 581671"/>
                <a:gd name="connsiteX219" fmla="*/ 170287 w 606568"/>
                <a:gd name="connsiteY219" fmla="*/ 0 h 58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606568" h="581671">
                  <a:moveTo>
                    <a:pt x="425891" y="420849"/>
                  </a:moveTo>
                  <a:cubicBezTo>
                    <a:pt x="426377" y="436835"/>
                    <a:pt x="426668" y="453113"/>
                    <a:pt x="426862" y="470359"/>
                  </a:cubicBezTo>
                  <a:cubicBezTo>
                    <a:pt x="431133" y="469875"/>
                    <a:pt x="434920" y="468518"/>
                    <a:pt x="438123" y="466387"/>
                  </a:cubicBezTo>
                  <a:cubicBezTo>
                    <a:pt x="444531" y="462027"/>
                    <a:pt x="453850" y="449528"/>
                    <a:pt x="453850" y="439839"/>
                  </a:cubicBezTo>
                  <a:cubicBezTo>
                    <a:pt x="453850" y="435963"/>
                    <a:pt x="452394" y="433057"/>
                    <a:pt x="449288" y="430925"/>
                  </a:cubicBezTo>
                  <a:cubicBezTo>
                    <a:pt x="442880" y="426565"/>
                    <a:pt x="435502" y="423368"/>
                    <a:pt x="425891" y="420849"/>
                  </a:cubicBezTo>
                  <a:close/>
                  <a:moveTo>
                    <a:pt x="392107" y="352154"/>
                  </a:moveTo>
                  <a:cubicBezTo>
                    <a:pt x="387933" y="352832"/>
                    <a:pt x="384244" y="353995"/>
                    <a:pt x="381040" y="355642"/>
                  </a:cubicBezTo>
                  <a:cubicBezTo>
                    <a:pt x="378419" y="356998"/>
                    <a:pt x="376477" y="358549"/>
                    <a:pt x="375215" y="360389"/>
                  </a:cubicBezTo>
                  <a:cubicBezTo>
                    <a:pt x="373759" y="362424"/>
                    <a:pt x="373079" y="364749"/>
                    <a:pt x="373371" y="367269"/>
                  </a:cubicBezTo>
                  <a:cubicBezTo>
                    <a:pt x="374050" y="373470"/>
                    <a:pt x="379875" y="379283"/>
                    <a:pt x="387059" y="381124"/>
                  </a:cubicBezTo>
                  <a:cubicBezTo>
                    <a:pt x="389195" y="381608"/>
                    <a:pt x="391233" y="382093"/>
                    <a:pt x="393369" y="382577"/>
                  </a:cubicBezTo>
                  <a:cubicBezTo>
                    <a:pt x="393175" y="377539"/>
                    <a:pt x="392981" y="372598"/>
                    <a:pt x="392690" y="367559"/>
                  </a:cubicBezTo>
                  <a:cubicBezTo>
                    <a:pt x="392495" y="362424"/>
                    <a:pt x="392301" y="357289"/>
                    <a:pt x="392107" y="352154"/>
                  </a:cubicBezTo>
                  <a:close/>
                  <a:moveTo>
                    <a:pt x="404825" y="306325"/>
                  </a:moveTo>
                  <a:cubicBezTo>
                    <a:pt x="412688" y="306325"/>
                    <a:pt x="421328" y="311848"/>
                    <a:pt x="421814" y="322021"/>
                  </a:cubicBezTo>
                  <a:lnTo>
                    <a:pt x="421814" y="322215"/>
                  </a:lnTo>
                  <a:cubicBezTo>
                    <a:pt x="431522" y="323862"/>
                    <a:pt x="440744" y="326769"/>
                    <a:pt x="448899" y="330451"/>
                  </a:cubicBezTo>
                  <a:cubicBezTo>
                    <a:pt x="451715" y="331807"/>
                    <a:pt x="453850" y="333648"/>
                    <a:pt x="455306" y="335780"/>
                  </a:cubicBezTo>
                  <a:cubicBezTo>
                    <a:pt x="458219" y="339752"/>
                    <a:pt x="458898" y="344790"/>
                    <a:pt x="457928" y="349150"/>
                  </a:cubicBezTo>
                  <a:cubicBezTo>
                    <a:pt x="455889" y="358645"/>
                    <a:pt x="446958" y="363684"/>
                    <a:pt x="438220" y="359614"/>
                  </a:cubicBezTo>
                  <a:cubicBezTo>
                    <a:pt x="433658" y="357483"/>
                    <a:pt x="428512" y="355739"/>
                    <a:pt x="423173" y="354285"/>
                  </a:cubicBezTo>
                  <a:cubicBezTo>
                    <a:pt x="423561" y="361358"/>
                    <a:pt x="423852" y="368431"/>
                    <a:pt x="424144" y="375407"/>
                  </a:cubicBezTo>
                  <a:cubicBezTo>
                    <a:pt x="424241" y="379864"/>
                    <a:pt x="424435" y="384224"/>
                    <a:pt x="424629" y="388681"/>
                  </a:cubicBezTo>
                  <a:cubicBezTo>
                    <a:pt x="440065" y="391975"/>
                    <a:pt x="455986" y="396626"/>
                    <a:pt x="469286" y="407187"/>
                  </a:cubicBezTo>
                  <a:cubicBezTo>
                    <a:pt x="470742" y="408447"/>
                    <a:pt x="472101" y="409706"/>
                    <a:pt x="473363" y="410966"/>
                  </a:cubicBezTo>
                  <a:cubicBezTo>
                    <a:pt x="480353" y="418136"/>
                    <a:pt x="484236" y="427050"/>
                    <a:pt x="484528" y="437126"/>
                  </a:cubicBezTo>
                  <a:cubicBezTo>
                    <a:pt x="485207" y="454275"/>
                    <a:pt x="475596" y="474525"/>
                    <a:pt x="460258" y="488671"/>
                  </a:cubicBezTo>
                  <a:cubicBezTo>
                    <a:pt x="451423" y="496810"/>
                    <a:pt x="440259" y="501170"/>
                    <a:pt x="427153" y="501558"/>
                  </a:cubicBezTo>
                  <a:lnTo>
                    <a:pt x="427153" y="502527"/>
                  </a:lnTo>
                  <a:cubicBezTo>
                    <a:pt x="427056" y="512506"/>
                    <a:pt x="419484" y="516963"/>
                    <a:pt x="412397" y="516963"/>
                  </a:cubicBezTo>
                  <a:cubicBezTo>
                    <a:pt x="407834" y="516963"/>
                    <a:pt x="403466" y="515219"/>
                    <a:pt x="400456" y="512119"/>
                  </a:cubicBezTo>
                  <a:cubicBezTo>
                    <a:pt x="397544" y="509212"/>
                    <a:pt x="395990" y="505433"/>
                    <a:pt x="396087" y="501073"/>
                  </a:cubicBezTo>
                  <a:lnTo>
                    <a:pt x="395990" y="496035"/>
                  </a:lnTo>
                  <a:cubicBezTo>
                    <a:pt x="378904" y="489737"/>
                    <a:pt x="362206" y="478789"/>
                    <a:pt x="350751" y="466484"/>
                  </a:cubicBezTo>
                  <a:cubicBezTo>
                    <a:pt x="346576" y="461833"/>
                    <a:pt x="345509" y="456116"/>
                    <a:pt x="347936" y="450691"/>
                  </a:cubicBezTo>
                  <a:cubicBezTo>
                    <a:pt x="350460" y="444780"/>
                    <a:pt x="356673" y="440711"/>
                    <a:pt x="362983" y="440711"/>
                  </a:cubicBezTo>
                  <a:cubicBezTo>
                    <a:pt x="367158" y="440711"/>
                    <a:pt x="370944" y="442455"/>
                    <a:pt x="374050" y="445749"/>
                  </a:cubicBezTo>
                  <a:cubicBezTo>
                    <a:pt x="379487" y="451756"/>
                    <a:pt x="387544" y="457860"/>
                    <a:pt x="395699" y="462317"/>
                  </a:cubicBezTo>
                  <a:cubicBezTo>
                    <a:pt x="395505" y="445459"/>
                    <a:pt x="395117" y="429859"/>
                    <a:pt x="394631" y="414841"/>
                  </a:cubicBezTo>
                  <a:cubicBezTo>
                    <a:pt x="387156" y="413485"/>
                    <a:pt x="379293" y="411741"/>
                    <a:pt x="371817" y="409028"/>
                  </a:cubicBezTo>
                  <a:cubicBezTo>
                    <a:pt x="371429" y="408834"/>
                    <a:pt x="371041" y="408640"/>
                    <a:pt x="370555" y="408447"/>
                  </a:cubicBezTo>
                  <a:cubicBezTo>
                    <a:pt x="368420" y="407575"/>
                    <a:pt x="366381" y="406509"/>
                    <a:pt x="364439" y="405346"/>
                  </a:cubicBezTo>
                  <a:cubicBezTo>
                    <a:pt x="362303" y="403990"/>
                    <a:pt x="360362" y="402536"/>
                    <a:pt x="358420" y="400889"/>
                  </a:cubicBezTo>
                  <a:cubicBezTo>
                    <a:pt x="352304" y="395464"/>
                    <a:pt x="347353" y="388197"/>
                    <a:pt x="344441" y="380058"/>
                  </a:cubicBezTo>
                  <a:cubicBezTo>
                    <a:pt x="343955" y="378508"/>
                    <a:pt x="343470" y="377054"/>
                    <a:pt x="343082" y="375407"/>
                  </a:cubicBezTo>
                  <a:cubicBezTo>
                    <a:pt x="340266" y="364071"/>
                    <a:pt x="341917" y="353026"/>
                    <a:pt x="347547" y="344209"/>
                  </a:cubicBezTo>
                  <a:cubicBezTo>
                    <a:pt x="348615" y="342465"/>
                    <a:pt x="349877" y="340818"/>
                    <a:pt x="351236" y="339364"/>
                  </a:cubicBezTo>
                  <a:cubicBezTo>
                    <a:pt x="353566" y="336748"/>
                    <a:pt x="356285" y="334326"/>
                    <a:pt x="359294" y="332291"/>
                  </a:cubicBezTo>
                  <a:cubicBezTo>
                    <a:pt x="361333" y="330838"/>
                    <a:pt x="363663" y="329482"/>
                    <a:pt x="365993" y="328222"/>
                  </a:cubicBezTo>
                  <a:cubicBezTo>
                    <a:pt x="368128" y="327156"/>
                    <a:pt x="370361" y="326091"/>
                    <a:pt x="372788" y="325219"/>
                  </a:cubicBezTo>
                  <a:cubicBezTo>
                    <a:pt x="375506" y="324250"/>
                    <a:pt x="378322" y="323378"/>
                    <a:pt x="381331" y="322699"/>
                  </a:cubicBezTo>
                  <a:cubicBezTo>
                    <a:pt x="384341" y="322021"/>
                    <a:pt x="387447" y="321440"/>
                    <a:pt x="390748" y="321052"/>
                  </a:cubicBezTo>
                  <a:lnTo>
                    <a:pt x="390748" y="320859"/>
                  </a:lnTo>
                  <a:cubicBezTo>
                    <a:pt x="390554" y="316692"/>
                    <a:pt x="391816" y="313204"/>
                    <a:pt x="394243" y="310491"/>
                  </a:cubicBezTo>
                  <a:cubicBezTo>
                    <a:pt x="396864" y="307875"/>
                    <a:pt x="400650" y="306325"/>
                    <a:pt x="404825" y="306325"/>
                  </a:cubicBezTo>
                  <a:close/>
                  <a:moveTo>
                    <a:pt x="406108" y="283044"/>
                  </a:moveTo>
                  <a:cubicBezTo>
                    <a:pt x="398636" y="283044"/>
                    <a:pt x="391068" y="283916"/>
                    <a:pt x="383596" y="285467"/>
                  </a:cubicBezTo>
                  <a:cubicBezTo>
                    <a:pt x="381752" y="285854"/>
                    <a:pt x="380006" y="286435"/>
                    <a:pt x="378162" y="286823"/>
                  </a:cubicBezTo>
                  <a:cubicBezTo>
                    <a:pt x="376415" y="287308"/>
                    <a:pt x="374669" y="287695"/>
                    <a:pt x="372922" y="288276"/>
                  </a:cubicBezTo>
                  <a:cubicBezTo>
                    <a:pt x="370593" y="288955"/>
                    <a:pt x="368361" y="289730"/>
                    <a:pt x="366227" y="290602"/>
                  </a:cubicBezTo>
                  <a:cubicBezTo>
                    <a:pt x="363898" y="291377"/>
                    <a:pt x="361666" y="292152"/>
                    <a:pt x="359434" y="293121"/>
                  </a:cubicBezTo>
                  <a:cubicBezTo>
                    <a:pt x="341968" y="300776"/>
                    <a:pt x="326636" y="312306"/>
                    <a:pt x="314215" y="326356"/>
                  </a:cubicBezTo>
                  <a:cubicBezTo>
                    <a:pt x="306064" y="335464"/>
                    <a:pt x="299272" y="345735"/>
                    <a:pt x="293838" y="356781"/>
                  </a:cubicBezTo>
                  <a:cubicBezTo>
                    <a:pt x="292382" y="359784"/>
                    <a:pt x="291121" y="362691"/>
                    <a:pt x="289859" y="365792"/>
                  </a:cubicBezTo>
                  <a:cubicBezTo>
                    <a:pt x="288695" y="368602"/>
                    <a:pt x="287725" y="371315"/>
                    <a:pt x="286754" y="374221"/>
                  </a:cubicBezTo>
                  <a:cubicBezTo>
                    <a:pt x="284426" y="381295"/>
                    <a:pt x="282582" y="388562"/>
                    <a:pt x="281514" y="396023"/>
                  </a:cubicBezTo>
                  <a:cubicBezTo>
                    <a:pt x="281126" y="398639"/>
                    <a:pt x="280932" y="401255"/>
                    <a:pt x="280738" y="403774"/>
                  </a:cubicBezTo>
                  <a:cubicBezTo>
                    <a:pt x="280447" y="406293"/>
                    <a:pt x="280350" y="408813"/>
                    <a:pt x="280253" y="411429"/>
                  </a:cubicBezTo>
                  <a:cubicBezTo>
                    <a:pt x="280059" y="418696"/>
                    <a:pt x="280350" y="425963"/>
                    <a:pt x="281417" y="433327"/>
                  </a:cubicBezTo>
                  <a:cubicBezTo>
                    <a:pt x="282388" y="440303"/>
                    <a:pt x="283940" y="446989"/>
                    <a:pt x="285978" y="453481"/>
                  </a:cubicBezTo>
                  <a:cubicBezTo>
                    <a:pt x="286560" y="455612"/>
                    <a:pt x="287240" y="457744"/>
                    <a:pt x="288016" y="459876"/>
                  </a:cubicBezTo>
                  <a:cubicBezTo>
                    <a:pt x="288792" y="462007"/>
                    <a:pt x="289568" y="464139"/>
                    <a:pt x="290345" y="466174"/>
                  </a:cubicBezTo>
                  <a:cubicBezTo>
                    <a:pt x="310237" y="514524"/>
                    <a:pt x="356038" y="548049"/>
                    <a:pt x="407564" y="548049"/>
                  </a:cubicBezTo>
                  <a:cubicBezTo>
                    <a:pt x="413289" y="548049"/>
                    <a:pt x="419014" y="547661"/>
                    <a:pt x="424642" y="546789"/>
                  </a:cubicBezTo>
                  <a:cubicBezTo>
                    <a:pt x="452491" y="542817"/>
                    <a:pt x="493343" y="518012"/>
                    <a:pt x="510518" y="494660"/>
                  </a:cubicBezTo>
                  <a:cubicBezTo>
                    <a:pt x="529634" y="468499"/>
                    <a:pt x="536621" y="434974"/>
                    <a:pt x="530119" y="399995"/>
                  </a:cubicBezTo>
                  <a:cubicBezTo>
                    <a:pt x="530119" y="399511"/>
                    <a:pt x="530022" y="399123"/>
                    <a:pt x="530022" y="398639"/>
                  </a:cubicBezTo>
                  <a:cubicBezTo>
                    <a:pt x="528081" y="388562"/>
                    <a:pt x="524879" y="378485"/>
                    <a:pt x="520707" y="368602"/>
                  </a:cubicBezTo>
                  <a:cubicBezTo>
                    <a:pt x="515370" y="355908"/>
                    <a:pt x="508286" y="343797"/>
                    <a:pt x="499747" y="332654"/>
                  </a:cubicBezTo>
                  <a:cubicBezTo>
                    <a:pt x="490820" y="321220"/>
                    <a:pt x="480243" y="310950"/>
                    <a:pt x="468308" y="302811"/>
                  </a:cubicBezTo>
                  <a:cubicBezTo>
                    <a:pt x="450453" y="290699"/>
                    <a:pt x="429494" y="283044"/>
                    <a:pt x="406108" y="283044"/>
                  </a:cubicBezTo>
                  <a:close/>
                  <a:moveTo>
                    <a:pt x="406108" y="249519"/>
                  </a:moveTo>
                  <a:cubicBezTo>
                    <a:pt x="426680" y="249519"/>
                    <a:pt x="446766" y="254461"/>
                    <a:pt x="465397" y="263181"/>
                  </a:cubicBezTo>
                  <a:cubicBezTo>
                    <a:pt x="482572" y="271126"/>
                    <a:pt x="498389" y="282366"/>
                    <a:pt x="512168" y="296222"/>
                  </a:cubicBezTo>
                  <a:cubicBezTo>
                    <a:pt x="520513" y="304555"/>
                    <a:pt x="528178" y="313663"/>
                    <a:pt x="534971" y="323740"/>
                  </a:cubicBezTo>
                  <a:cubicBezTo>
                    <a:pt x="541472" y="333623"/>
                    <a:pt x="547100" y="344281"/>
                    <a:pt x="551758" y="355424"/>
                  </a:cubicBezTo>
                  <a:cubicBezTo>
                    <a:pt x="553893" y="360559"/>
                    <a:pt x="555736" y="365792"/>
                    <a:pt x="557483" y="371121"/>
                  </a:cubicBezTo>
                  <a:cubicBezTo>
                    <a:pt x="559036" y="375965"/>
                    <a:pt x="560394" y="380907"/>
                    <a:pt x="561559" y="385946"/>
                  </a:cubicBezTo>
                  <a:cubicBezTo>
                    <a:pt x="562044" y="388077"/>
                    <a:pt x="562626" y="390112"/>
                    <a:pt x="563014" y="392341"/>
                  </a:cubicBezTo>
                  <a:cubicBezTo>
                    <a:pt x="571650" y="437009"/>
                    <a:pt x="562626" y="480417"/>
                    <a:pt x="537591" y="514524"/>
                  </a:cubicBezTo>
                  <a:cubicBezTo>
                    <a:pt x="515370" y="544851"/>
                    <a:pt x="465785" y="574889"/>
                    <a:pt x="429397" y="580121"/>
                  </a:cubicBezTo>
                  <a:cubicBezTo>
                    <a:pt x="422119" y="581090"/>
                    <a:pt x="414841" y="581671"/>
                    <a:pt x="407564" y="581671"/>
                  </a:cubicBezTo>
                  <a:cubicBezTo>
                    <a:pt x="341774" y="581671"/>
                    <a:pt x="283455" y="538941"/>
                    <a:pt x="258808" y="477607"/>
                  </a:cubicBezTo>
                  <a:cubicBezTo>
                    <a:pt x="257935" y="475572"/>
                    <a:pt x="257159" y="473441"/>
                    <a:pt x="256382" y="471309"/>
                  </a:cubicBezTo>
                  <a:cubicBezTo>
                    <a:pt x="255606" y="469177"/>
                    <a:pt x="254927" y="467046"/>
                    <a:pt x="254248" y="464914"/>
                  </a:cubicBezTo>
                  <a:cubicBezTo>
                    <a:pt x="251531" y="456290"/>
                    <a:pt x="249396" y="447376"/>
                    <a:pt x="248134" y="438171"/>
                  </a:cubicBezTo>
                  <a:cubicBezTo>
                    <a:pt x="247455" y="433327"/>
                    <a:pt x="246970" y="428579"/>
                    <a:pt x="246679" y="423734"/>
                  </a:cubicBezTo>
                  <a:cubicBezTo>
                    <a:pt x="246582" y="421409"/>
                    <a:pt x="246582" y="419083"/>
                    <a:pt x="246485" y="416855"/>
                  </a:cubicBezTo>
                  <a:cubicBezTo>
                    <a:pt x="246485" y="414529"/>
                    <a:pt x="246485" y="412204"/>
                    <a:pt x="246582" y="409781"/>
                  </a:cubicBezTo>
                  <a:cubicBezTo>
                    <a:pt x="246873" y="401642"/>
                    <a:pt x="247746" y="393503"/>
                    <a:pt x="249299" y="385558"/>
                  </a:cubicBezTo>
                  <a:cubicBezTo>
                    <a:pt x="249299" y="385558"/>
                    <a:pt x="249299" y="385461"/>
                    <a:pt x="249299" y="385461"/>
                  </a:cubicBezTo>
                  <a:cubicBezTo>
                    <a:pt x="249784" y="383039"/>
                    <a:pt x="250269" y="380616"/>
                    <a:pt x="250754" y="378194"/>
                  </a:cubicBezTo>
                  <a:cubicBezTo>
                    <a:pt x="251337" y="375772"/>
                    <a:pt x="252016" y="373252"/>
                    <a:pt x="252695" y="370830"/>
                  </a:cubicBezTo>
                  <a:cubicBezTo>
                    <a:pt x="258032" y="352033"/>
                    <a:pt x="266474" y="334398"/>
                    <a:pt x="277633" y="318604"/>
                  </a:cubicBezTo>
                  <a:cubicBezTo>
                    <a:pt x="280350" y="314729"/>
                    <a:pt x="283261" y="310950"/>
                    <a:pt x="286269" y="307365"/>
                  </a:cubicBezTo>
                  <a:cubicBezTo>
                    <a:pt x="291121" y="301551"/>
                    <a:pt x="296361" y="296125"/>
                    <a:pt x="301989" y="291086"/>
                  </a:cubicBezTo>
                  <a:cubicBezTo>
                    <a:pt x="303153" y="290021"/>
                    <a:pt x="304318" y="288955"/>
                    <a:pt x="305482" y="287986"/>
                  </a:cubicBezTo>
                  <a:cubicBezTo>
                    <a:pt x="307714" y="286048"/>
                    <a:pt x="309946" y="284207"/>
                    <a:pt x="312275" y="282463"/>
                  </a:cubicBezTo>
                  <a:cubicBezTo>
                    <a:pt x="312857" y="281978"/>
                    <a:pt x="313536" y="281494"/>
                    <a:pt x="314118" y="281009"/>
                  </a:cubicBezTo>
                  <a:cubicBezTo>
                    <a:pt x="315768" y="279750"/>
                    <a:pt x="317320" y="278587"/>
                    <a:pt x="318970" y="277521"/>
                  </a:cubicBezTo>
                  <a:cubicBezTo>
                    <a:pt x="327703" y="271417"/>
                    <a:pt x="337019" y="266185"/>
                    <a:pt x="346917" y="262018"/>
                  </a:cubicBezTo>
                  <a:cubicBezTo>
                    <a:pt x="351089" y="260177"/>
                    <a:pt x="355262" y="258627"/>
                    <a:pt x="359628" y="257174"/>
                  </a:cubicBezTo>
                  <a:cubicBezTo>
                    <a:pt x="361860" y="256495"/>
                    <a:pt x="364092" y="255720"/>
                    <a:pt x="366421" y="255139"/>
                  </a:cubicBezTo>
                  <a:cubicBezTo>
                    <a:pt x="368653" y="254461"/>
                    <a:pt x="370884" y="253976"/>
                    <a:pt x="373116" y="253395"/>
                  </a:cubicBezTo>
                  <a:cubicBezTo>
                    <a:pt x="374378" y="253104"/>
                    <a:pt x="375542" y="252813"/>
                    <a:pt x="376707" y="252523"/>
                  </a:cubicBezTo>
                  <a:cubicBezTo>
                    <a:pt x="379229" y="252038"/>
                    <a:pt x="381655" y="251554"/>
                    <a:pt x="384178" y="251263"/>
                  </a:cubicBezTo>
                  <a:cubicBezTo>
                    <a:pt x="391456" y="250100"/>
                    <a:pt x="398831" y="249519"/>
                    <a:pt x="406108" y="249519"/>
                  </a:cubicBezTo>
                  <a:close/>
                  <a:moveTo>
                    <a:pt x="43372" y="175759"/>
                  </a:moveTo>
                  <a:cubicBezTo>
                    <a:pt x="43566" y="188646"/>
                    <a:pt x="43566" y="201532"/>
                    <a:pt x="43760" y="214418"/>
                  </a:cubicBezTo>
                  <a:cubicBezTo>
                    <a:pt x="94992" y="233021"/>
                    <a:pt x="149038" y="246489"/>
                    <a:pt x="202404" y="246489"/>
                  </a:cubicBezTo>
                  <a:cubicBezTo>
                    <a:pt x="240246" y="246489"/>
                    <a:pt x="277699" y="239610"/>
                    <a:pt x="313794" y="223235"/>
                  </a:cubicBezTo>
                  <a:cubicBezTo>
                    <a:pt x="315638" y="222363"/>
                    <a:pt x="317578" y="221588"/>
                    <a:pt x="319519" y="220716"/>
                  </a:cubicBezTo>
                  <a:cubicBezTo>
                    <a:pt x="319616" y="207539"/>
                    <a:pt x="319713" y="194362"/>
                    <a:pt x="319907" y="181185"/>
                  </a:cubicBezTo>
                  <a:cubicBezTo>
                    <a:pt x="317675" y="182251"/>
                    <a:pt x="315444" y="183123"/>
                    <a:pt x="313212" y="184092"/>
                  </a:cubicBezTo>
                  <a:cubicBezTo>
                    <a:pt x="273042" y="202016"/>
                    <a:pt x="229572" y="211124"/>
                    <a:pt x="186103" y="211124"/>
                  </a:cubicBezTo>
                  <a:cubicBezTo>
                    <a:pt x="136909" y="211124"/>
                    <a:pt x="87715" y="199497"/>
                    <a:pt x="43372" y="175759"/>
                  </a:cubicBezTo>
                  <a:close/>
                  <a:moveTo>
                    <a:pt x="321654" y="100088"/>
                  </a:moveTo>
                  <a:cubicBezTo>
                    <a:pt x="318355" y="102122"/>
                    <a:pt x="314862" y="103963"/>
                    <a:pt x="311465" y="105901"/>
                  </a:cubicBezTo>
                  <a:cubicBezTo>
                    <a:pt x="272265" y="127411"/>
                    <a:pt x="227729" y="137875"/>
                    <a:pt x="182804" y="137875"/>
                  </a:cubicBezTo>
                  <a:cubicBezTo>
                    <a:pt x="133804" y="137875"/>
                    <a:pt x="84513" y="125570"/>
                    <a:pt x="41723" y="102026"/>
                  </a:cubicBezTo>
                  <a:cubicBezTo>
                    <a:pt x="41917" y="110552"/>
                    <a:pt x="42014" y="119078"/>
                    <a:pt x="42208" y="127508"/>
                  </a:cubicBezTo>
                  <a:cubicBezTo>
                    <a:pt x="43081" y="127992"/>
                    <a:pt x="43954" y="128283"/>
                    <a:pt x="44828" y="128864"/>
                  </a:cubicBezTo>
                  <a:cubicBezTo>
                    <a:pt x="88006" y="156284"/>
                    <a:pt x="137006" y="169752"/>
                    <a:pt x="186200" y="169752"/>
                  </a:cubicBezTo>
                  <a:cubicBezTo>
                    <a:pt x="229572" y="169752"/>
                    <a:pt x="272945" y="159094"/>
                    <a:pt x="312339" y="138553"/>
                  </a:cubicBezTo>
                  <a:cubicBezTo>
                    <a:pt x="315153" y="137100"/>
                    <a:pt x="318064" y="135743"/>
                    <a:pt x="320877" y="134096"/>
                  </a:cubicBezTo>
                  <a:cubicBezTo>
                    <a:pt x="321168" y="122760"/>
                    <a:pt x="321363" y="111424"/>
                    <a:pt x="321654" y="100088"/>
                  </a:cubicBezTo>
                  <a:close/>
                  <a:moveTo>
                    <a:pt x="170869" y="41275"/>
                  </a:moveTo>
                  <a:cubicBezTo>
                    <a:pt x="132834" y="41275"/>
                    <a:pt x="94798" y="48542"/>
                    <a:pt x="58800" y="63948"/>
                  </a:cubicBezTo>
                  <a:cubicBezTo>
                    <a:pt x="97030" y="84973"/>
                    <a:pt x="142149" y="96890"/>
                    <a:pt x="186685" y="96890"/>
                  </a:cubicBezTo>
                  <a:cubicBezTo>
                    <a:pt x="225497" y="96890"/>
                    <a:pt x="263921" y="87783"/>
                    <a:pt x="296814" y="67823"/>
                  </a:cubicBezTo>
                  <a:cubicBezTo>
                    <a:pt x="256450" y="50480"/>
                    <a:pt x="213562" y="41275"/>
                    <a:pt x="170869" y="41275"/>
                  </a:cubicBezTo>
                  <a:close/>
                  <a:moveTo>
                    <a:pt x="448008" y="35047"/>
                  </a:moveTo>
                  <a:cubicBezTo>
                    <a:pt x="468705" y="34975"/>
                    <a:pt x="489402" y="37203"/>
                    <a:pt x="509638" y="41805"/>
                  </a:cubicBezTo>
                  <a:cubicBezTo>
                    <a:pt x="529923" y="46553"/>
                    <a:pt x="550887" y="51882"/>
                    <a:pt x="570201" y="59924"/>
                  </a:cubicBezTo>
                  <a:cubicBezTo>
                    <a:pt x="579325" y="63799"/>
                    <a:pt x="603686" y="74941"/>
                    <a:pt x="605627" y="86859"/>
                  </a:cubicBezTo>
                  <a:cubicBezTo>
                    <a:pt x="608344" y="104299"/>
                    <a:pt x="604365" y="125517"/>
                    <a:pt x="603880" y="143248"/>
                  </a:cubicBezTo>
                  <a:cubicBezTo>
                    <a:pt x="602327" y="211845"/>
                    <a:pt x="602230" y="280539"/>
                    <a:pt x="602230" y="349137"/>
                  </a:cubicBezTo>
                  <a:cubicBezTo>
                    <a:pt x="602230" y="351074"/>
                    <a:pt x="601939" y="352722"/>
                    <a:pt x="601453" y="354272"/>
                  </a:cubicBezTo>
                  <a:cubicBezTo>
                    <a:pt x="601162" y="357663"/>
                    <a:pt x="599512" y="361151"/>
                    <a:pt x="595727" y="364058"/>
                  </a:cubicBezTo>
                  <a:cubicBezTo>
                    <a:pt x="589612" y="368805"/>
                    <a:pt x="583013" y="373262"/>
                    <a:pt x="576122" y="377525"/>
                  </a:cubicBezTo>
                  <a:cubicBezTo>
                    <a:pt x="573986" y="366674"/>
                    <a:pt x="570978" y="356210"/>
                    <a:pt x="567193" y="346133"/>
                  </a:cubicBezTo>
                  <a:cubicBezTo>
                    <a:pt x="568454" y="345067"/>
                    <a:pt x="569231" y="343905"/>
                    <a:pt x="569231" y="343033"/>
                  </a:cubicBezTo>
                  <a:cubicBezTo>
                    <a:pt x="569231" y="331600"/>
                    <a:pt x="569328" y="320167"/>
                    <a:pt x="569425" y="308734"/>
                  </a:cubicBezTo>
                  <a:cubicBezTo>
                    <a:pt x="563990" y="311738"/>
                    <a:pt x="558360" y="314354"/>
                    <a:pt x="552828" y="316873"/>
                  </a:cubicBezTo>
                  <a:cubicBezTo>
                    <a:pt x="546908" y="306990"/>
                    <a:pt x="540114" y="297882"/>
                    <a:pt x="532641" y="289453"/>
                  </a:cubicBezTo>
                  <a:cubicBezTo>
                    <a:pt x="545258" y="284512"/>
                    <a:pt x="557681" y="278117"/>
                    <a:pt x="569522" y="270269"/>
                  </a:cubicBezTo>
                  <a:cubicBezTo>
                    <a:pt x="569619" y="262227"/>
                    <a:pt x="569619" y="254186"/>
                    <a:pt x="569619" y="246144"/>
                  </a:cubicBezTo>
                  <a:cubicBezTo>
                    <a:pt x="547587" y="254767"/>
                    <a:pt x="524973" y="259805"/>
                    <a:pt x="502165" y="262034"/>
                  </a:cubicBezTo>
                  <a:cubicBezTo>
                    <a:pt x="473631" y="241784"/>
                    <a:pt x="439467" y="229866"/>
                    <a:pt x="403265" y="229866"/>
                  </a:cubicBezTo>
                  <a:cubicBezTo>
                    <a:pt x="395307" y="229866"/>
                    <a:pt x="387348" y="230448"/>
                    <a:pt x="379390" y="231610"/>
                  </a:cubicBezTo>
                  <a:cubicBezTo>
                    <a:pt x="377351" y="231901"/>
                    <a:pt x="375313" y="232289"/>
                    <a:pt x="373275" y="232676"/>
                  </a:cubicBezTo>
                  <a:cubicBezTo>
                    <a:pt x="373372" y="226475"/>
                    <a:pt x="373372" y="220371"/>
                    <a:pt x="373469" y="214267"/>
                  </a:cubicBezTo>
                  <a:cubicBezTo>
                    <a:pt x="438302" y="233645"/>
                    <a:pt x="507115" y="240234"/>
                    <a:pt x="570007" y="210295"/>
                  </a:cubicBezTo>
                  <a:cubicBezTo>
                    <a:pt x="570201" y="199831"/>
                    <a:pt x="570201" y="189367"/>
                    <a:pt x="570395" y="178903"/>
                  </a:cubicBezTo>
                  <a:cubicBezTo>
                    <a:pt x="508765" y="207388"/>
                    <a:pt x="437138" y="210586"/>
                    <a:pt x="373857" y="186945"/>
                  </a:cubicBezTo>
                  <a:cubicBezTo>
                    <a:pt x="374051" y="175221"/>
                    <a:pt x="374246" y="163401"/>
                    <a:pt x="374440" y="151677"/>
                  </a:cubicBezTo>
                  <a:cubicBezTo>
                    <a:pt x="437332" y="179194"/>
                    <a:pt x="510609" y="175124"/>
                    <a:pt x="571172" y="141601"/>
                  </a:cubicBezTo>
                  <a:cubicBezTo>
                    <a:pt x="571366" y="132493"/>
                    <a:pt x="571560" y="123483"/>
                    <a:pt x="571754" y="114472"/>
                  </a:cubicBezTo>
                  <a:cubicBezTo>
                    <a:pt x="513812" y="149546"/>
                    <a:pt x="438982" y="152937"/>
                    <a:pt x="375119" y="129587"/>
                  </a:cubicBezTo>
                  <a:cubicBezTo>
                    <a:pt x="375410" y="124451"/>
                    <a:pt x="375798" y="119123"/>
                    <a:pt x="376284" y="113503"/>
                  </a:cubicBezTo>
                  <a:cubicBezTo>
                    <a:pt x="376769" y="107302"/>
                    <a:pt x="377254" y="101004"/>
                    <a:pt x="377545" y="94804"/>
                  </a:cubicBezTo>
                  <a:cubicBezTo>
                    <a:pt x="432867" y="117863"/>
                    <a:pt x="500418" y="119316"/>
                    <a:pt x="551664" y="88893"/>
                  </a:cubicBezTo>
                  <a:cubicBezTo>
                    <a:pt x="496148" y="65543"/>
                    <a:pt x="434808" y="60892"/>
                    <a:pt x="377837" y="78817"/>
                  </a:cubicBezTo>
                  <a:cubicBezTo>
                    <a:pt x="377740" y="73585"/>
                    <a:pt x="377448" y="68353"/>
                    <a:pt x="376672" y="63315"/>
                  </a:cubicBezTo>
                  <a:cubicBezTo>
                    <a:pt x="375798" y="57695"/>
                    <a:pt x="372984" y="52269"/>
                    <a:pt x="368422" y="47037"/>
                  </a:cubicBezTo>
                  <a:cubicBezTo>
                    <a:pt x="374343" y="45100"/>
                    <a:pt x="380360" y="43452"/>
                    <a:pt x="386378" y="42096"/>
                  </a:cubicBezTo>
                  <a:cubicBezTo>
                    <a:pt x="406614" y="37494"/>
                    <a:pt x="427311" y="35120"/>
                    <a:pt x="448008" y="35047"/>
                  </a:cubicBezTo>
                  <a:close/>
                  <a:moveTo>
                    <a:pt x="170287" y="0"/>
                  </a:moveTo>
                  <a:cubicBezTo>
                    <a:pt x="195321" y="0"/>
                    <a:pt x="220452" y="2810"/>
                    <a:pt x="245000" y="8623"/>
                  </a:cubicBezTo>
                  <a:cubicBezTo>
                    <a:pt x="270131" y="14437"/>
                    <a:pt x="295844" y="21219"/>
                    <a:pt x="319713" y="31392"/>
                  </a:cubicBezTo>
                  <a:cubicBezTo>
                    <a:pt x="327475" y="34687"/>
                    <a:pt x="344165" y="42438"/>
                    <a:pt x="354547" y="51836"/>
                  </a:cubicBezTo>
                  <a:cubicBezTo>
                    <a:pt x="359205" y="56099"/>
                    <a:pt x="362601" y="60653"/>
                    <a:pt x="363377" y="65304"/>
                  </a:cubicBezTo>
                  <a:cubicBezTo>
                    <a:pt x="364250" y="71118"/>
                    <a:pt x="364541" y="77222"/>
                    <a:pt x="364541" y="83423"/>
                  </a:cubicBezTo>
                  <a:cubicBezTo>
                    <a:pt x="364444" y="85167"/>
                    <a:pt x="364444" y="86911"/>
                    <a:pt x="364347" y="88655"/>
                  </a:cubicBezTo>
                  <a:cubicBezTo>
                    <a:pt x="363959" y="100475"/>
                    <a:pt x="362698" y="112684"/>
                    <a:pt x="361921" y="124213"/>
                  </a:cubicBezTo>
                  <a:cubicBezTo>
                    <a:pt x="361630" y="128380"/>
                    <a:pt x="361339" y="132352"/>
                    <a:pt x="361242" y="136228"/>
                  </a:cubicBezTo>
                  <a:cubicBezTo>
                    <a:pt x="361242" y="139231"/>
                    <a:pt x="361145" y="142235"/>
                    <a:pt x="361145" y="145239"/>
                  </a:cubicBezTo>
                  <a:cubicBezTo>
                    <a:pt x="360854" y="157350"/>
                    <a:pt x="360660" y="169364"/>
                    <a:pt x="360466" y="181476"/>
                  </a:cubicBezTo>
                  <a:cubicBezTo>
                    <a:pt x="360369" y="190971"/>
                    <a:pt x="360175" y="200466"/>
                    <a:pt x="360078" y="209961"/>
                  </a:cubicBezTo>
                  <a:cubicBezTo>
                    <a:pt x="359981" y="218488"/>
                    <a:pt x="359884" y="227014"/>
                    <a:pt x="359787" y="235637"/>
                  </a:cubicBezTo>
                  <a:cubicBezTo>
                    <a:pt x="343389" y="239998"/>
                    <a:pt x="327961" y="246780"/>
                    <a:pt x="313988" y="255597"/>
                  </a:cubicBezTo>
                  <a:cubicBezTo>
                    <a:pt x="304382" y="261604"/>
                    <a:pt x="295359" y="268580"/>
                    <a:pt x="287111" y="276428"/>
                  </a:cubicBezTo>
                  <a:cubicBezTo>
                    <a:pt x="259069" y="284083"/>
                    <a:pt x="230446" y="287571"/>
                    <a:pt x="201725" y="287571"/>
                  </a:cubicBezTo>
                  <a:cubicBezTo>
                    <a:pt x="148941" y="287571"/>
                    <a:pt x="95671" y="276041"/>
                    <a:pt x="44246" y="258407"/>
                  </a:cubicBezTo>
                  <a:cubicBezTo>
                    <a:pt x="44343" y="271971"/>
                    <a:pt x="44343" y="285536"/>
                    <a:pt x="44440" y="299101"/>
                  </a:cubicBezTo>
                  <a:cubicBezTo>
                    <a:pt x="45895" y="299488"/>
                    <a:pt x="47351" y="300070"/>
                    <a:pt x="48903" y="300942"/>
                  </a:cubicBezTo>
                  <a:cubicBezTo>
                    <a:pt x="91887" y="324680"/>
                    <a:pt x="138461" y="337566"/>
                    <a:pt x="184551" y="337566"/>
                  </a:cubicBezTo>
                  <a:cubicBezTo>
                    <a:pt x="206285" y="337566"/>
                    <a:pt x="228020" y="334563"/>
                    <a:pt x="249172" y="328652"/>
                  </a:cubicBezTo>
                  <a:cubicBezTo>
                    <a:pt x="242186" y="342992"/>
                    <a:pt x="237044" y="358495"/>
                    <a:pt x="234036" y="374675"/>
                  </a:cubicBezTo>
                  <a:cubicBezTo>
                    <a:pt x="218026" y="377485"/>
                    <a:pt x="201822" y="378842"/>
                    <a:pt x="185618" y="378842"/>
                  </a:cubicBezTo>
                  <a:cubicBezTo>
                    <a:pt x="137685" y="378842"/>
                    <a:pt x="89461" y="367021"/>
                    <a:pt x="44537" y="345027"/>
                  </a:cubicBezTo>
                  <a:cubicBezTo>
                    <a:pt x="44634" y="359367"/>
                    <a:pt x="44731" y="373610"/>
                    <a:pt x="44731" y="387852"/>
                  </a:cubicBezTo>
                  <a:cubicBezTo>
                    <a:pt x="44731" y="394538"/>
                    <a:pt x="79855" y="409944"/>
                    <a:pt x="85580" y="412560"/>
                  </a:cubicBezTo>
                  <a:cubicBezTo>
                    <a:pt x="99261" y="418857"/>
                    <a:pt x="113525" y="423508"/>
                    <a:pt x="128176" y="426609"/>
                  </a:cubicBezTo>
                  <a:cubicBezTo>
                    <a:pt x="145351" y="430290"/>
                    <a:pt x="163010" y="432035"/>
                    <a:pt x="180669" y="432035"/>
                  </a:cubicBezTo>
                  <a:cubicBezTo>
                    <a:pt x="183968" y="432035"/>
                    <a:pt x="187267" y="432035"/>
                    <a:pt x="190469" y="431841"/>
                  </a:cubicBezTo>
                  <a:cubicBezTo>
                    <a:pt x="203957" y="431356"/>
                    <a:pt x="217347" y="429903"/>
                    <a:pt x="230446" y="427481"/>
                  </a:cubicBezTo>
                  <a:cubicBezTo>
                    <a:pt x="230834" y="427384"/>
                    <a:pt x="231222" y="427287"/>
                    <a:pt x="231610" y="427287"/>
                  </a:cubicBezTo>
                  <a:cubicBezTo>
                    <a:pt x="231901" y="430290"/>
                    <a:pt x="232289" y="433294"/>
                    <a:pt x="232677" y="436298"/>
                  </a:cubicBezTo>
                  <a:cubicBezTo>
                    <a:pt x="234230" y="447343"/>
                    <a:pt x="236850" y="458001"/>
                    <a:pt x="240149" y="468272"/>
                  </a:cubicBezTo>
                  <a:cubicBezTo>
                    <a:pt x="222683" y="472050"/>
                    <a:pt x="204636" y="473988"/>
                    <a:pt x="186394" y="473988"/>
                  </a:cubicBezTo>
                  <a:cubicBezTo>
                    <a:pt x="123810" y="473988"/>
                    <a:pt x="59964" y="452382"/>
                    <a:pt x="12032" y="414400"/>
                  </a:cubicBezTo>
                  <a:cubicBezTo>
                    <a:pt x="7374" y="410719"/>
                    <a:pt x="5337" y="406359"/>
                    <a:pt x="5046" y="401998"/>
                  </a:cubicBezTo>
                  <a:cubicBezTo>
                    <a:pt x="4463" y="400061"/>
                    <a:pt x="4075" y="397929"/>
                    <a:pt x="4075" y="395507"/>
                  </a:cubicBezTo>
                  <a:cubicBezTo>
                    <a:pt x="4075" y="285633"/>
                    <a:pt x="3881" y="175759"/>
                    <a:pt x="0" y="65885"/>
                  </a:cubicBezTo>
                  <a:cubicBezTo>
                    <a:pt x="0" y="64238"/>
                    <a:pt x="97" y="62785"/>
                    <a:pt x="388" y="61332"/>
                  </a:cubicBezTo>
                  <a:cubicBezTo>
                    <a:pt x="-776" y="54065"/>
                    <a:pt x="1844" y="46410"/>
                    <a:pt x="10091" y="41760"/>
                  </a:cubicBezTo>
                  <a:cubicBezTo>
                    <a:pt x="35804" y="27323"/>
                    <a:pt x="64331" y="15599"/>
                    <a:pt x="93052" y="8914"/>
                  </a:cubicBezTo>
                  <a:cubicBezTo>
                    <a:pt x="118376" y="3004"/>
                    <a:pt x="144283" y="0"/>
                    <a:pt x="170287" y="0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ïSlíďe"/>
            <p:cNvSpPr/>
            <p:nvPr/>
          </p:nvSpPr>
          <p:spPr>
            <a:xfrm>
              <a:off x="7914541" y="3425504"/>
              <a:ext cx="516380" cy="386729"/>
            </a:xfrm>
            <a:custGeom>
              <a:avLst/>
              <a:gdLst>
                <a:gd name="connsiteX0" fmla="*/ 429004 w 607639"/>
                <a:gd name="connsiteY0" fmla="*/ 0 h 455076"/>
                <a:gd name="connsiteX1" fmla="*/ 502612 w 607639"/>
                <a:gd name="connsiteY1" fmla="*/ 33775 h 455076"/>
                <a:gd name="connsiteX2" fmla="*/ 501277 w 607639"/>
                <a:gd name="connsiteY2" fmla="*/ 96082 h 455076"/>
                <a:gd name="connsiteX3" fmla="*/ 495136 w 607639"/>
                <a:gd name="connsiteY3" fmla="*/ 102215 h 455076"/>
                <a:gd name="connsiteX4" fmla="*/ 493533 w 607639"/>
                <a:gd name="connsiteY4" fmla="*/ 133857 h 455076"/>
                <a:gd name="connsiteX5" fmla="*/ 503769 w 607639"/>
                <a:gd name="connsiteY5" fmla="*/ 141589 h 455076"/>
                <a:gd name="connsiteX6" fmla="*/ 511335 w 607639"/>
                <a:gd name="connsiteY6" fmla="*/ 166032 h 455076"/>
                <a:gd name="connsiteX7" fmla="*/ 506617 w 607639"/>
                <a:gd name="connsiteY7" fmla="*/ 203362 h 455076"/>
                <a:gd name="connsiteX8" fmla="*/ 485968 w 607639"/>
                <a:gd name="connsiteY8" fmla="*/ 229049 h 455076"/>
                <a:gd name="connsiteX9" fmla="*/ 450544 w 607639"/>
                <a:gd name="connsiteY9" fmla="*/ 299266 h 455076"/>
                <a:gd name="connsiteX10" fmla="*/ 455706 w 607639"/>
                <a:gd name="connsiteY10" fmla="*/ 319887 h 455076"/>
                <a:gd name="connsiteX11" fmla="*/ 525487 w 607639"/>
                <a:gd name="connsiteY11" fmla="*/ 337308 h 455076"/>
                <a:gd name="connsiteX12" fmla="*/ 607639 w 607639"/>
                <a:gd name="connsiteY12" fmla="*/ 442366 h 455076"/>
                <a:gd name="connsiteX13" fmla="*/ 594911 w 607639"/>
                <a:gd name="connsiteY13" fmla="*/ 455076 h 455076"/>
                <a:gd name="connsiteX14" fmla="*/ 493711 w 607639"/>
                <a:gd name="connsiteY14" fmla="*/ 455076 h 455076"/>
                <a:gd name="connsiteX15" fmla="*/ 480984 w 607639"/>
                <a:gd name="connsiteY15" fmla="*/ 442455 h 455076"/>
                <a:gd name="connsiteX16" fmla="*/ 379695 w 607639"/>
                <a:gd name="connsiteY16" fmla="*/ 312776 h 455076"/>
                <a:gd name="connsiteX17" fmla="*/ 362250 w 607639"/>
                <a:gd name="connsiteY17" fmla="*/ 308421 h 455076"/>
                <a:gd name="connsiteX18" fmla="*/ 352637 w 607639"/>
                <a:gd name="connsiteY18" fmla="*/ 295177 h 455076"/>
                <a:gd name="connsiteX19" fmla="*/ 355930 w 607639"/>
                <a:gd name="connsiteY19" fmla="*/ 251181 h 455076"/>
                <a:gd name="connsiteX20" fmla="*/ 360292 w 607639"/>
                <a:gd name="connsiteY20" fmla="*/ 242470 h 455076"/>
                <a:gd name="connsiteX21" fmla="*/ 379873 w 607639"/>
                <a:gd name="connsiteY21" fmla="*/ 206562 h 455076"/>
                <a:gd name="connsiteX22" fmla="*/ 384501 w 607639"/>
                <a:gd name="connsiteY22" fmla="*/ 169143 h 455076"/>
                <a:gd name="connsiteX23" fmla="*/ 371506 w 607639"/>
                <a:gd name="connsiteY23" fmla="*/ 125591 h 455076"/>
                <a:gd name="connsiteX24" fmla="*/ 371417 w 607639"/>
                <a:gd name="connsiteY24" fmla="*/ 109325 h 455076"/>
                <a:gd name="connsiteX25" fmla="*/ 374889 w 607639"/>
                <a:gd name="connsiteY25" fmla="*/ 25154 h 455076"/>
                <a:gd name="connsiteX26" fmla="*/ 373998 w 607639"/>
                <a:gd name="connsiteY26" fmla="*/ 14399 h 455076"/>
                <a:gd name="connsiteX27" fmla="*/ 381742 w 607639"/>
                <a:gd name="connsiteY27" fmla="*/ 6844 h 455076"/>
                <a:gd name="connsiteX28" fmla="*/ 429004 w 607639"/>
                <a:gd name="connsiteY28" fmla="*/ 0 h 455076"/>
                <a:gd name="connsiteX29" fmla="*/ 277076 w 607639"/>
                <a:gd name="connsiteY29" fmla="*/ 0 h 455076"/>
                <a:gd name="connsiteX30" fmla="*/ 350685 w 607639"/>
                <a:gd name="connsiteY30" fmla="*/ 33775 h 455076"/>
                <a:gd name="connsiteX31" fmla="*/ 349350 w 607639"/>
                <a:gd name="connsiteY31" fmla="*/ 96082 h 455076"/>
                <a:gd name="connsiteX32" fmla="*/ 343208 w 607639"/>
                <a:gd name="connsiteY32" fmla="*/ 102215 h 455076"/>
                <a:gd name="connsiteX33" fmla="*/ 341695 w 607639"/>
                <a:gd name="connsiteY33" fmla="*/ 133857 h 455076"/>
                <a:gd name="connsiteX34" fmla="*/ 351931 w 607639"/>
                <a:gd name="connsiteY34" fmla="*/ 141589 h 455076"/>
                <a:gd name="connsiteX35" fmla="*/ 359407 w 607639"/>
                <a:gd name="connsiteY35" fmla="*/ 166032 h 455076"/>
                <a:gd name="connsiteX36" fmla="*/ 354690 w 607639"/>
                <a:gd name="connsiteY36" fmla="*/ 203362 h 455076"/>
                <a:gd name="connsiteX37" fmla="*/ 334129 w 607639"/>
                <a:gd name="connsiteY37" fmla="*/ 229049 h 455076"/>
                <a:gd name="connsiteX38" fmla="*/ 298616 w 607639"/>
                <a:gd name="connsiteY38" fmla="*/ 299266 h 455076"/>
                <a:gd name="connsiteX39" fmla="*/ 303778 w 607639"/>
                <a:gd name="connsiteY39" fmla="*/ 319887 h 455076"/>
                <a:gd name="connsiteX40" fmla="*/ 373559 w 607639"/>
                <a:gd name="connsiteY40" fmla="*/ 337308 h 455076"/>
                <a:gd name="connsiteX41" fmla="*/ 455712 w 607639"/>
                <a:gd name="connsiteY41" fmla="*/ 442366 h 455076"/>
                <a:gd name="connsiteX42" fmla="*/ 451974 w 607639"/>
                <a:gd name="connsiteY42" fmla="*/ 451432 h 455076"/>
                <a:gd name="connsiteX43" fmla="*/ 443073 w 607639"/>
                <a:gd name="connsiteY43" fmla="*/ 455076 h 455076"/>
                <a:gd name="connsiteX44" fmla="*/ 12639 w 607639"/>
                <a:gd name="connsiteY44" fmla="*/ 455076 h 455076"/>
                <a:gd name="connsiteX45" fmla="*/ 0 w 607639"/>
                <a:gd name="connsiteY45" fmla="*/ 442455 h 455076"/>
                <a:gd name="connsiteX46" fmla="*/ 82153 w 607639"/>
                <a:gd name="connsiteY46" fmla="*/ 337308 h 455076"/>
                <a:gd name="connsiteX47" fmla="*/ 151934 w 607639"/>
                <a:gd name="connsiteY47" fmla="*/ 319976 h 455076"/>
                <a:gd name="connsiteX48" fmla="*/ 157541 w 607639"/>
                <a:gd name="connsiteY48" fmla="*/ 297577 h 455076"/>
                <a:gd name="connsiteX49" fmla="*/ 123897 w 607639"/>
                <a:gd name="connsiteY49" fmla="*/ 229760 h 455076"/>
                <a:gd name="connsiteX50" fmla="*/ 101022 w 607639"/>
                <a:gd name="connsiteY50" fmla="*/ 203451 h 455076"/>
                <a:gd name="connsiteX51" fmla="*/ 96305 w 607639"/>
                <a:gd name="connsiteY51" fmla="*/ 166032 h 455076"/>
                <a:gd name="connsiteX52" fmla="*/ 103870 w 607639"/>
                <a:gd name="connsiteY52" fmla="*/ 141412 h 455076"/>
                <a:gd name="connsiteX53" fmla="*/ 115352 w 607639"/>
                <a:gd name="connsiteY53" fmla="*/ 133234 h 455076"/>
                <a:gd name="connsiteX54" fmla="*/ 112326 w 607639"/>
                <a:gd name="connsiteY54" fmla="*/ 96793 h 455076"/>
                <a:gd name="connsiteX55" fmla="*/ 205159 w 607639"/>
                <a:gd name="connsiteY55" fmla="*/ 18754 h 455076"/>
                <a:gd name="connsiteX56" fmla="*/ 277076 w 607639"/>
                <a:gd name="connsiteY56" fmla="*/ 0 h 455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607639" h="455076">
                  <a:moveTo>
                    <a:pt x="429004" y="0"/>
                  </a:moveTo>
                  <a:cubicBezTo>
                    <a:pt x="463182" y="0"/>
                    <a:pt x="487926" y="11377"/>
                    <a:pt x="502612" y="33775"/>
                  </a:cubicBezTo>
                  <a:cubicBezTo>
                    <a:pt x="522104" y="63373"/>
                    <a:pt x="512581" y="83994"/>
                    <a:pt x="501277" y="96082"/>
                  </a:cubicBezTo>
                  <a:lnTo>
                    <a:pt x="495136" y="102215"/>
                  </a:lnTo>
                  <a:lnTo>
                    <a:pt x="493533" y="133857"/>
                  </a:lnTo>
                  <a:cubicBezTo>
                    <a:pt x="497450" y="135634"/>
                    <a:pt x="500921" y="138301"/>
                    <a:pt x="503769" y="141589"/>
                  </a:cubicBezTo>
                  <a:cubicBezTo>
                    <a:pt x="509643" y="148255"/>
                    <a:pt x="512403" y="157144"/>
                    <a:pt x="511335" y="166032"/>
                  </a:cubicBezTo>
                  <a:lnTo>
                    <a:pt x="506617" y="203362"/>
                  </a:lnTo>
                  <a:cubicBezTo>
                    <a:pt x="505193" y="215450"/>
                    <a:pt x="496916" y="225138"/>
                    <a:pt x="485968" y="229049"/>
                  </a:cubicBezTo>
                  <a:cubicBezTo>
                    <a:pt x="481785" y="255092"/>
                    <a:pt x="468968" y="280423"/>
                    <a:pt x="450544" y="299266"/>
                  </a:cubicBezTo>
                  <a:lnTo>
                    <a:pt x="455706" y="319887"/>
                  </a:lnTo>
                  <a:lnTo>
                    <a:pt x="525487" y="337308"/>
                  </a:lnTo>
                  <a:cubicBezTo>
                    <a:pt x="573817" y="349395"/>
                    <a:pt x="607639" y="392592"/>
                    <a:pt x="607639" y="442366"/>
                  </a:cubicBezTo>
                  <a:cubicBezTo>
                    <a:pt x="607639" y="449388"/>
                    <a:pt x="601943" y="455076"/>
                    <a:pt x="594911" y="455076"/>
                  </a:cubicBezTo>
                  <a:lnTo>
                    <a:pt x="493711" y="455076"/>
                  </a:lnTo>
                  <a:cubicBezTo>
                    <a:pt x="486680" y="455076"/>
                    <a:pt x="480984" y="449388"/>
                    <a:pt x="480984" y="442455"/>
                  </a:cubicBezTo>
                  <a:cubicBezTo>
                    <a:pt x="480984" y="381038"/>
                    <a:pt x="439329" y="327708"/>
                    <a:pt x="379695" y="312776"/>
                  </a:cubicBezTo>
                  <a:lnTo>
                    <a:pt x="362250" y="308421"/>
                  </a:lnTo>
                  <a:cubicBezTo>
                    <a:pt x="356197" y="306910"/>
                    <a:pt x="352192" y="301399"/>
                    <a:pt x="352637" y="295177"/>
                  </a:cubicBezTo>
                  <a:lnTo>
                    <a:pt x="355930" y="251181"/>
                  </a:lnTo>
                  <a:cubicBezTo>
                    <a:pt x="356197" y="247803"/>
                    <a:pt x="357710" y="244692"/>
                    <a:pt x="360292" y="242470"/>
                  </a:cubicBezTo>
                  <a:cubicBezTo>
                    <a:pt x="371150" y="233227"/>
                    <a:pt x="378093" y="220517"/>
                    <a:pt x="379873" y="206562"/>
                  </a:cubicBezTo>
                  <a:lnTo>
                    <a:pt x="384501" y="169143"/>
                  </a:lnTo>
                  <a:cubicBezTo>
                    <a:pt x="386459" y="153500"/>
                    <a:pt x="381742" y="137590"/>
                    <a:pt x="371506" y="125591"/>
                  </a:cubicBezTo>
                  <a:cubicBezTo>
                    <a:pt x="367501" y="120880"/>
                    <a:pt x="367501" y="114036"/>
                    <a:pt x="371417" y="109325"/>
                  </a:cubicBezTo>
                  <a:cubicBezTo>
                    <a:pt x="390910" y="85683"/>
                    <a:pt x="392156" y="55018"/>
                    <a:pt x="374889" y="25154"/>
                  </a:cubicBezTo>
                  <a:cubicBezTo>
                    <a:pt x="372930" y="21954"/>
                    <a:pt x="372663" y="17954"/>
                    <a:pt x="373998" y="14399"/>
                  </a:cubicBezTo>
                  <a:cubicBezTo>
                    <a:pt x="375334" y="10844"/>
                    <a:pt x="378182" y="8089"/>
                    <a:pt x="381742" y="6844"/>
                  </a:cubicBezTo>
                  <a:cubicBezTo>
                    <a:pt x="399721" y="800"/>
                    <a:pt x="416454" y="0"/>
                    <a:pt x="429004" y="0"/>
                  </a:cubicBezTo>
                  <a:close/>
                  <a:moveTo>
                    <a:pt x="277076" y="0"/>
                  </a:moveTo>
                  <a:cubicBezTo>
                    <a:pt x="311255" y="0"/>
                    <a:pt x="336088" y="11377"/>
                    <a:pt x="350685" y="33775"/>
                  </a:cubicBezTo>
                  <a:cubicBezTo>
                    <a:pt x="370177" y="63373"/>
                    <a:pt x="360653" y="83994"/>
                    <a:pt x="349350" y="96082"/>
                  </a:cubicBezTo>
                  <a:lnTo>
                    <a:pt x="343208" y="102215"/>
                  </a:lnTo>
                  <a:lnTo>
                    <a:pt x="341695" y="133857"/>
                  </a:lnTo>
                  <a:cubicBezTo>
                    <a:pt x="345522" y="135634"/>
                    <a:pt x="349083" y="138301"/>
                    <a:pt x="351931" y="141589"/>
                  </a:cubicBezTo>
                  <a:cubicBezTo>
                    <a:pt x="357805" y="148255"/>
                    <a:pt x="360475" y="157144"/>
                    <a:pt x="359407" y="166032"/>
                  </a:cubicBezTo>
                  <a:lnTo>
                    <a:pt x="354690" y="203362"/>
                  </a:lnTo>
                  <a:cubicBezTo>
                    <a:pt x="353266" y="215450"/>
                    <a:pt x="344988" y="225138"/>
                    <a:pt x="334129" y="229049"/>
                  </a:cubicBezTo>
                  <a:cubicBezTo>
                    <a:pt x="329857" y="255092"/>
                    <a:pt x="317129" y="280423"/>
                    <a:pt x="298616" y="299266"/>
                  </a:cubicBezTo>
                  <a:lnTo>
                    <a:pt x="303778" y="319887"/>
                  </a:lnTo>
                  <a:lnTo>
                    <a:pt x="373559" y="337308"/>
                  </a:lnTo>
                  <a:cubicBezTo>
                    <a:pt x="421979" y="349395"/>
                    <a:pt x="455712" y="392592"/>
                    <a:pt x="455712" y="442366"/>
                  </a:cubicBezTo>
                  <a:cubicBezTo>
                    <a:pt x="455712" y="445744"/>
                    <a:pt x="454377" y="449032"/>
                    <a:pt x="451974" y="451432"/>
                  </a:cubicBezTo>
                  <a:cubicBezTo>
                    <a:pt x="449660" y="453743"/>
                    <a:pt x="446455" y="455076"/>
                    <a:pt x="443073" y="455076"/>
                  </a:cubicBezTo>
                  <a:lnTo>
                    <a:pt x="12639" y="455076"/>
                  </a:lnTo>
                  <a:cubicBezTo>
                    <a:pt x="5696" y="455076"/>
                    <a:pt x="0" y="449388"/>
                    <a:pt x="0" y="442455"/>
                  </a:cubicBezTo>
                  <a:cubicBezTo>
                    <a:pt x="0" y="392592"/>
                    <a:pt x="33733" y="349395"/>
                    <a:pt x="82153" y="337308"/>
                  </a:cubicBezTo>
                  <a:lnTo>
                    <a:pt x="151934" y="319976"/>
                  </a:lnTo>
                  <a:lnTo>
                    <a:pt x="157541" y="297577"/>
                  </a:lnTo>
                  <a:cubicBezTo>
                    <a:pt x="140185" y="279090"/>
                    <a:pt x="128080" y="254736"/>
                    <a:pt x="123897" y="229760"/>
                  </a:cubicBezTo>
                  <a:cubicBezTo>
                    <a:pt x="111881" y="226472"/>
                    <a:pt x="102624" y="216250"/>
                    <a:pt x="101022" y="203451"/>
                  </a:cubicBezTo>
                  <a:lnTo>
                    <a:pt x="96305" y="166032"/>
                  </a:lnTo>
                  <a:cubicBezTo>
                    <a:pt x="95148" y="157144"/>
                    <a:pt x="97996" y="148167"/>
                    <a:pt x="103870" y="141412"/>
                  </a:cubicBezTo>
                  <a:cubicBezTo>
                    <a:pt x="107075" y="137856"/>
                    <a:pt x="110991" y="135012"/>
                    <a:pt x="115352" y="133234"/>
                  </a:cubicBezTo>
                  <a:cubicBezTo>
                    <a:pt x="114017" y="121680"/>
                    <a:pt x="112326" y="104792"/>
                    <a:pt x="112326" y="96793"/>
                  </a:cubicBezTo>
                  <a:cubicBezTo>
                    <a:pt x="112326" y="61418"/>
                    <a:pt x="122918" y="20799"/>
                    <a:pt x="205159" y="18754"/>
                  </a:cubicBezTo>
                  <a:cubicBezTo>
                    <a:pt x="233641" y="0"/>
                    <a:pt x="263904" y="0"/>
                    <a:pt x="277076" y="0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ïSlíďe"/>
            <p:cNvSpPr/>
            <p:nvPr/>
          </p:nvSpPr>
          <p:spPr>
            <a:xfrm>
              <a:off x="7009722" y="4709988"/>
              <a:ext cx="512367" cy="516380"/>
            </a:xfrm>
            <a:custGeom>
              <a:avLst/>
              <a:gdLst>
                <a:gd name="connsiteX0" fmla="*/ 334771 w 585718"/>
                <a:gd name="connsiteY0" fmla="*/ 31317 h 590304"/>
                <a:gd name="connsiteX1" fmla="*/ 334771 w 585718"/>
                <a:gd name="connsiteY1" fmla="*/ 229350 h 590304"/>
                <a:gd name="connsiteX2" fmla="*/ 468548 w 585718"/>
                <a:gd name="connsiteY2" fmla="*/ 77371 h 590304"/>
                <a:gd name="connsiteX3" fmla="*/ 334771 w 585718"/>
                <a:gd name="connsiteY3" fmla="*/ 31317 h 590304"/>
                <a:gd name="connsiteX4" fmla="*/ 281319 w 585718"/>
                <a:gd name="connsiteY4" fmla="*/ 29441 h 590304"/>
                <a:gd name="connsiteX5" fmla="*/ 281319 w 585718"/>
                <a:gd name="connsiteY5" fmla="*/ 309412 h 590304"/>
                <a:gd name="connsiteX6" fmla="*/ 562638 w 585718"/>
                <a:gd name="connsiteY6" fmla="*/ 309412 h 590304"/>
                <a:gd name="connsiteX7" fmla="*/ 281319 w 585718"/>
                <a:gd name="connsiteY7" fmla="*/ 590304 h 590304"/>
                <a:gd name="connsiteX8" fmla="*/ 0 w 585718"/>
                <a:gd name="connsiteY8" fmla="*/ 309412 h 590304"/>
                <a:gd name="connsiteX9" fmla="*/ 281319 w 585718"/>
                <a:gd name="connsiteY9" fmla="*/ 29441 h 590304"/>
                <a:gd name="connsiteX10" fmla="*/ 319087 w 585718"/>
                <a:gd name="connsiteY10" fmla="*/ 0 h 590304"/>
                <a:gd name="connsiteX11" fmla="*/ 499916 w 585718"/>
                <a:gd name="connsiteY11" fmla="*/ 61713 h 590304"/>
                <a:gd name="connsiteX12" fmla="*/ 499916 w 585718"/>
                <a:gd name="connsiteY12" fmla="*/ 62634 h 590304"/>
                <a:gd name="connsiteX13" fmla="*/ 500839 w 585718"/>
                <a:gd name="connsiteY13" fmla="*/ 62634 h 590304"/>
                <a:gd name="connsiteX14" fmla="*/ 501761 w 585718"/>
                <a:gd name="connsiteY14" fmla="*/ 63555 h 590304"/>
                <a:gd name="connsiteX15" fmla="*/ 501761 w 585718"/>
                <a:gd name="connsiteY15" fmla="*/ 64476 h 590304"/>
                <a:gd name="connsiteX16" fmla="*/ 585718 w 585718"/>
                <a:gd name="connsiteY16" fmla="*/ 269878 h 590304"/>
                <a:gd name="connsiteX17" fmla="*/ 570034 w 585718"/>
                <a:gd name="connsiteY17" fmla="*/ 285536 h 590304"/>
                <a:gd name="connsiteX18" fmla="*/ 320932 w 585718"/>
                <a:gd name="connsiteY18" fmla="*/ 285536 h 590304"/>
                <a:gd name="connsiteX19" fmla="*/ 320009 w 585718"/>
                <a:gd name="connsiteY19" fmla="*/ 285536 h 590304"/>
                <a:gd name="connsiteX20" fmla="*/ 319087 w 585718"/>
                <a:gd name="connsiteY20" fmla="*/ 285536 h 590304"/>
                <a:gd name="connsiteX21" fmla="*/ 313551 w 585718"/>
                <a:gd name="connsiteY21" fmla="*/ 284615 h 590304"/>
                <a:gd name="connsiteX22" fmla="*/ 304325 w 585718"/>
                <a:gd name="connsiteY22" fmla="*/ 269878 h 590304"/>
                <a:gd name="connsiteX23" fmla="*/ 304325 w 585718"/>
                <a:gd name="connsiteY23" fmla="*/ 15658 h 590304"/>
                <a:gd name="connsiteX24" fmla="*/ 319087 w 585718"/>
                <a:gd name="connsiteY24" fmla="*/ 0 h 59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5718" h="590304">
                  <a:moveTo>
                    <a:pt x="334771" y="31317"/>
                  </a:moveTo>
                  <a:lnTo>
                    <a:pt x="334771" y="229350"/>
                  </a:lnTo>
                  <a:lnTo>
                    <a:pt x="468548" y="77371"/>
                  </a:lnTo>
                  <a:cubicBezTo>
                    <a:pt x="428876" y="48817"/>
                    <a:pt x="383669" y="34080"/>
                    <a:pt x="334771" y="31317"/>
                  </a:cubicBezTo>
                  <a:close/>
                  <a:moveTo>
                    <a:pt x="281319" y="29441"/>
                  </a:moveTo>
                  <a:lnTo>
                    <a:pt x="281319" y="309412"/>
                  </a:lnTo>
                  <a:lnTo>
                    <a:pt x="562638" y="309412"/>
                  </a:lnTo>
                  <a:cubicBezTo>
                    <a:pt x="562638" y="465054"/>
                    <a:pt x="436275" y="590304"/>
                    <a:pt x="281319" y="590304"/>
                  </a:cubicBezTo>
                  <a:cubicBezTo>
                    <a:pt x="126363" y="590304"/>
                    <a:pt x="0" y="465054"/>
                    <a:pt x="0" y="309412"/>
                  </a:cubicBezTo>
                  <a:cubicBezTo>
                    <a:pt x="0" y="154691"/>
                    <a:pt x="126363" y="29441"/>
                    <a:pt x="281319" y="29441"/>
                  </a:cubicBezTo>
                  <a:close/>
                  <a:moveTo>
                    <a:pt x="319087" y="0"/>
                  </a:moveTo>
                  <a:cubicBezTo>
                    <a:pt x="387359" y="0"/>
                    <a:pt x="447328" y="21185"/>
                    <a:pt x="499916" y="61713"/>
                  </a:cubicBezTo>
                  <a:cubicBezTo>
                    <a:pt x="499916" y="61713"/>
                    <a:pt x="499916" y="61713"/>
                    <a:pt x="499916" y="62634"/>
                  </a:cubicBezTo>
                  <a:cubicBezTo>
                    <a:pt x="499916" y="62634"/>
                    <a:pt x="499916" y="62634"/>
                    <a:pt x="500839" y="62634"/>
                  </a:cubicBezTo>
                  <a:cubicBezTo>
                    <a:pt x="500839" y="62634"/>
                    <a:pt x="500839" y="63555"/>
                    <a:pt x="501761" y="63555"/>
                  </a:cubicBezTo>
                  <a:cubicBezTo>
                    <a:pt x="501761" y="63555"/>
                    <a:pt x="501761" y="63555"/>
                    <a:pt x="501761" y="64476"/>
                  </a:cubicBezTo>
                  <a:cubicBezTo>
                    <a:pt x="556195" y="119741"/>
                    <a:pt x="585718" y="192507"/>
                    <a:pt x="585718" y="269878"/>
                  </a:cubicBezTo>
                  <a:cubicBezTo>
                    <a:pt x="585718" y="278167"/>
                    <a:pt x="578337" y="285536"/>
                    <a:pt x="570034" y="285536"/>
                  </a:cubicBezTo>
                  <a:lnTo>
                    <a:pt x="320932" y="285536"/>
                  </a:lnTo>
                  <a:cubicBezTo>
                    <a:pt x="320932" y="285536"/>
                    <a:pt x="320932" y="285536"/>
                    <a:pt x="320009" y="285536"/>
                  </a:cubicBezTo>
                  <a:cubicBezTo>
                    <a:pt x="320009" y="285536"/>
                    <a:pt x="320009" y="285536"/>
                    <a:pt x="319087" y="285536"/>
                  </a:cubicBezTo>
                  <a:cubicBezTo>
                    <a:pt x="317241" y="285536"/>
                    <a:pt x="315396" y="284615"/>
                    <a:pt x="313551" y="284615"/>
                  </a:cubicBezTo>
                  <a:cubicBezTo>
                    <a:pt x="308015" y="281852"/>
                    <a:pt x="304325" y="276325"/>
                    <a:pt x="304325" y="269878"/>
                  </a:cubicBezTo>
                  <a:lnTo>
                    <a:pt x="304325" y="15658"/>
                  </a:lnTo>
                  <a:cubicBezTo>
                    <a:pt x="304325" y="6448"/>
                    <a:pt x="310783" y="0"/>
                    <a:pt x="319087" y="0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ïSlíďe"/>
            <p:cNvSpPr/>
            <p:nvPr/>
          </p:nvSpPr>
          <p:spPr>
            <a:xfrm>
              <a:off x="5633183" y="4735786"/>
              <a:ext cx="516380" cy="464783"/>
            </a:xfrm>
            <a:custGeom>
              <a:avLst/>
              <a:gdLst>
                <a:gd name="T0" fmla="*/ 56 w 12800"/>
                <a:gd name="T1" fmla="*/ 0 h 11520"/>
                <a:gd name="T2" fmla="*/ 0 w 12800"/>
                <a:gd name="T3" fmla="*/ 11464 h 11520"/>
                <a:gd name="T4" fmla="*/ 2337 w 12800"/>
                <a:gd name="T5" fmla="*/ 11520 h 11520"/>
                <a:gd name="T6" fmla="*/ 4424 w 12800"/>
                <a:gd name="T7" fmla="*/ 9322 h 11520"/>
                <a:gd name="T8" fmla="*/ 6706 w 12800"/>
                <a:gd name="T9" fmla="*/ 11520 h 11520"/>
                <a:gd name="T10" fmla="*/ 6762 w 12800"/>
                <a:gd name="T11" fmla="*/ 83 h 11520"/>
                <a:gd name="T12" fmla="*/ 2894 w 12800"/>
                <a:gd name="T13" fmla="*/ 7652 h 11520"/>
                <a:gd name="T14" fmla="*/ 1280 w 12800"/>
                <a:gd name="T15" fmla="*/ 6066 h 11520"/>
                <a:gd name="T16" fmla="*/ 2894 w 12800"/>
                <a:gd name="T17" fmla="*/ 7652 h 11520"/>
                <a:gd name="T18" fmla="*/ 1280 w 12800"/>
                <a:gd name="T19" fmla="*/ 5287 h 11520"/>
                <a:gd name="T20" fmla="*/ 2894 w 12800"/>
                <a:gd name="T21" fmla="*/ 3701 h 11520"/>
                <a:gd name="T22" fmla="*/ 2894 w 12800"/>
                <a:gd name="T23" fmla="*/ 2922 h 11520"/>
                <a:gd name="T24" fmla="*/ 1280 w 12800"/>
                <a:gd name="T25" fmla="*/ 1336 h 11520"/>
                <a:gd name="T26" fmla="*/ 2894 w 12800"/>
                <a:gd name="T27" fmla="*/ 2922 h 11520"/>
                <a:gd name="T28" fmla="*/ 3840 w 12800"/>
                <a:gd name="T29" fmla="*/ 7652 h 11520"/>
                <a:gd name="T30" fmla="*/ 5454 w 12800"/>
                <a:gd name="T31" fmla="*/ 6066 h 11520"/>
                <a:gd name="T32" fmla="*/ 5454 w 12800"/>
                <a:gd name="T33" fmla="*/ 5287 h 11520"/>
                <a:gd name="T34" fmla="*/ 3840 w 12800"/>
                <a:gd name="T35" fmla="*/ 3701 h 11520"/>
                <a:gd name="T36" fmla="*/ 5454 w 12800"/>
                <a:gd name="T37" fmla="*/ 5287 h 11520"/>
                <a:gd name="T38" fmla="*/ 3840 w 12800"/>
                <a:gd name="T39" fmla="*/ 2922 h 11520"/>
                <a:gd name="T40" fmla="*/ 5454 w 12800"/>
                <a:gd name="T41" fmla="*/ 1336 h 11520"/>
                <a:gd name="T42" fmla="*/ 12466 w 12800"/>
                <a:gd name="T43" fmla="*/ 3701 h 11520"/>
                <a:gd name="T44" fmla="*/ 7763 w 12800"/>
                <a:gd name="T45" fmla="*/ 4035 h 11520"/>
                <a:gd name="T46" fmla="*/ 7791 w 12800"/>
                <a:gd name="T47" fmla="*/ 11492 h 11520"/>
                <a:gd name="T48" fmla="*/ 9544 w 12800"/>
                <a:gd name="T49" fmla="*/ 10045 h 11520"/>
                <a:gd name="T50" fmla="*/ 11019 w 12800"/>
                <a:gd name="T51" fmla="*/ 11492 h 11520"/>
                <a:gd name="T52" fmla="*/ 12772 w 12800"/>
                <a:gd name="T53" fmla="*/ 11464 h 11520"/>
                <a:gd name="T54" fmla="*/ 12466 w 12800"/>
                <a:gd name="T55" fmla="*/ 3701 h 11520"/>
                <a:gd name="T56" fmla="*/ 8403 w 12800"/>
                <a:gd name="T57" fmla="*/ 8821 h 11520"/>
                <a:gd name="T58" fmla="*/ 12104 w 12800"/>
                <a:gd name="T59" fmla="*/ 8042 h 11520"/>
                <a:gd name="T60" fmla="*/ 12104 w 12800"/>
                <a:gd name="T61" fmla="*/ 7263 h 11520"/>
                <a:gd name="T62" fmla="*/ 8403 w 12800"/>
                <a:gd name="T63" fmla="*/ 6483 h 11520"/>
                <a:gd name="T64" fmla="*/ 12104 w 12800"/>
                <a:gd name="T65" fmla="*/ 7263 h 11520"/>
                <a:gd name="T66" fmla="*/ 8403 w 12800"/>
                <a:gd name="T67" fmla="*/ 5677 h 11520"/>
                <a:gd name="T68" fmla="*/ 12104 w 12800"/>
                <a:gd name="T69" fmla="*/ 4897 h 11520"/>
                <a:gd name="T70" fmla="*/ 12104 w 12800"/>
                <a:gd name="T71" fmla="*/ 5677 h 11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1520">
                  <a:moveTo>
                    <a:pt x="6706" y="0"/>
                  </a:moveTo>
                  <a:lnTo>
                    <a:pt x="56" y="0"/>
                  </a:lnTo>
                  <a:cubicBezTo>
                    <a:pt x="28" y="0"/>
                    <a:pt x="0" y="28"/>
                    <a:pt x="0" y="83"/>
                  </a:cubicBezTo>
                  <a:lnTo>
                    <a:pt x="0" y="11464"/>
                  </a:lnTo>
                  <a:cubicBezTo>
                    <a:pt x="0" y="11492"/>
                    <a:pt x="28" y="11520"/>
                    <a:pt x="56" y="11520"/>
                  </a:cubicBezTo>
                  <a:lnTo>
                    <a:pt x="2337" y="11520"/>
                  </a:lnTo>
                  <a:lnTo>
                    <a:pt x="2337" y="9322"/>
                  </a:lnTo>
                  <a:lnTo>
                    <a:pt x="4424" y="9322"/>
                  </a:lnTo>
                  <a:lnTo>
                    <a:pt x="4424" y="11520"/>
                  </a:lnTo>
                  <a:lnTo>
                    <a:pt x="6706" y="11520"/>
                  </a:lnTo>
                  <a:cubicBezTo>
                    <a:pt x="6734" y="11520"/>
                    <a:pt x="6762" y="11492"/>
                    <a:pt x="6762" y="11464"/>
                  </a:cubicBezTo>
                  <a:lnTo>
                    <a:pt x="6762" y="83"/>
                  </a:lnTo>
                  <a:cubicBezTo>
                    <a:pt x="6762" y="28"/>
                    <a:pt x="6734" y="0"/>
                    <a:pt x="6706" y="0"/>
                  </a:cubicBezTo>
                  <a:close/>
                  <a:moveTo>
                    <a:pt x="2894" y="7652"/>
                  </a:moveTo>
                  <a:lnTo>
                    <a:pt x="1280" y="7652"/>
                  </a:lnTo>
                  <a:lnTo>
                    <a:pt x="1280" y="6066"/>
                  </a:lnTo>
                  <a:lnTo>
                    <a:pt x="2894" y="6066"/>
                  </a:lnTo>
                  <a:lnTo>
                    <a:pt x="2894" y="7652"/>
                  </a:lnTo>
                  <a:close/>
                  <a:moveTo>
                    <a:pt x="2894" y="5287"/>
                  </a:moveTo>
                  <a:lnTo>
                    <a:pt x="1280" y="5287"/>
                  </a:lnTo>
                  <a:lnTo>
                    <a:pt x="1280" y="3701"/>
                  </a:lnTo>
                  <a:lnTo>
                    <a:pt x="2894" y="3701"/>
                  </a:lnTo>
                  <a:lnTo>
                    <a:pt x="2894" y="5287"/>
                  </a:lnTo>
                  <a:close/>
                  <a:moveTo>
                    <a:pt x="2894" y="2922"/>
                  </a:moveTo>
                  <a:lnTo>
                    <a:pt x="1280" y="2922"/>
                  </a:lnTo>
                  <a:lnTo>
                    <a:pt x="1280" y="1336"/>
                  </a:lnTo>
                  <a:lnTo>
                    <a:pt x="2894" y="1336"/>
                  </a:lnTo>
                  <a:lnTo>
                    <a:pt x="2894" y="2922"/>
                  </a:lnTo>
                  <a:close/>
                  <a:moveTo>
                    <a:pt x="5454" y="7652"/>
                  </a:moveTo>
                  <a:lnTo>
                    <a:pt x="3840" y="7652"/>
                  </a:lnTo>
                  <a:lnTo>
                    <a:pt x="3840" y="6066"/>
                  </a:lnTo>
                  <a:lnTo>
                    <a:pt x="5454" y="6066"/>
                  </a:lnTo>
                  <a:lnTo>
                    <a:pt x="5454" y="7652"/>
                  </a:lnTo>
                  <a:close/>
                  <a:moveTo>
                    <a:pt x="5454" y="5287"/>
                  </a:moveTo>
                  <a:lnTo>
                    <a:pt x="3840" y="5287"/>
                  </a:lnTo>
                  <a:lnTo>
                    <a:pt x="3840" y="3701"/>
                  </a:lnTo>
                  <a:lnTo>
                    <a:pt x="5454" y="3701"/>
                  </a:lnTo>
                  <a:lnTo>
                    <a:pt x="5454" y="5287"/>
                  </a:lnTo>
                  <a:close/>
                  <a:moveTo>
                    <a:pt x="5454" y="2922"/>
                  </a:moveTo>
                  <a:lnTo>
                    <a:pt x="3840" y="2922"/>
                  </a:lnTo>
                  <a:lnTo>
                    <a:pt x="3840" y="1336"/>
                  </a:lnTo>
                  <a:lnTo>
                    <a:pt x="5454" y="1336"/>
                  </a:lnTo>
                  <a:lnTo>
                    <a:pt x="5454" y="2922"/>
                  </a:lnTo>
                  <a:close/>
                  <a:moveTo>
                    <a:pt x="12466" y="3701"/>
                  </a:moveTo>
                  <a:lnTo>
                    <a:pt x="8097" y="3701"/>
                  </a:lnTo>
                  <a:cubicBezTo>
                    <a:pt x="7903" y="3701"/>
                    <a:pt x="7763" y="3840"/>
                    <a:pt x="7763" y="4035"/>
                  </a:cubicBezTo>
                  <a:lnTo>
                    <a:pt x="7763" y="11464"/>
                  </a:lnTo>
                  <a:cubicBezTo>
                    <a:pt x="7763" y="11492"/>
                    <a:pt x="7791" y="11492"/>
                    <a:pt x="7791" y="11492"/>
                  </a:cubicBezTo>
                  <a:lnTo>
                    <a:pt x="9544" y="11492"/>
                  </a:lnTo>
                  <a:lnTo>
                    <a:pt x="9544" y="10045"/>
                  </a:lnTo>
                  <a:lnTo>
                    <a:pt x="11019" y="10045"/>
                  </a:lnTo>
                  <a:lnTo>
                    <a:pt x="11019" y="11492"/>
                  </a:lnTo>
                  <a:lnTo>
                    <a:pt x="12744" y="11492"/>
                  </a:lnTo>
                  <a:cubicBezTo>
                    <a:pt x="12772" y="11492"/>
                    <a:pt x="12772" y="11464"/>
                    <a:pt x="12772" y="11464"/>
                  </a:cubicBezTo>
                  <a:lnTo>
                    <a:pt x="12772" y="4035"/>
                  </a:lnTo>
                  <a:cubicBezTo>
                    <a:pt x="12800" y="3868"/>
                    <a:pt x="12633" y="3701"/>
                    <a:pt x="12466" y="3701"/>
                  </a:cubicBezTo>
                  <a:close/>
                  <a:moveTo>
                    <a:pt x="12104" y="8821"/>
                  </a:moveTo>
                  <a:lnTo>
                    <a:pt x="8403" y="8821"/>
                  </a:lnTo>
                  <a:lnTo>
                    <a:pt x="8403" y="8042"/>
                  </a:lnTo>
                  <a:lnTo>
                    <a:pt x="12104" y="8042"/>
                  </a:lnTo>
                  <a:lnTo>
                    <a:pt x="12104" y="8821"/>
                  </a:lnTo>
                  <a:close/>
                  <a:moveTo>
                    <a:pt x="12104" y="7263"/>
                  </a:moveTo>
                  <a:lnTo>
                    <a:pt x="8403" y="7263"/>
                  </a:lnTo>
                  <a:lnTo>
                    <a:pt x="8403" y="6483"/>
                  </a:lnTo>
                  <a:lnTo>
                    <a:pt x="12104" y="6483"/>
                  </a:lnTo>
                  <a:lnTo>
                    <a:pt x="12104" y="7263"/>
                  </a:lnTo>
                  <a:close/>
                  <a:moveTo>
                    <a:pt x="12104" y="5677"/>
                  </a:moveTo>
                  <a:lnTo>
                    <a:pt x="8403" y="5677"/>
                  </a:lnTo>
                  <a:lnTo>
                    <a:pt x="8403" y="4897"/>
                  </a:lnTo>
                  <a:lnTo>
                    <a:pt x="12104" y="4897"/>
                  </a:lnTo>
                  <a:lnTo>
                    <a:pt x="12104" y="5677"/>
                  </a:lnTo>
                  <a:close/>
                  <a:moveTo>
                    <a:pt x="12104" y="5677"/>
                  </a:move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ïSlíďe"/>
            <p:cNvSpPr/>
            <p:nvPr/>
          </p:nvSpPr>
          <p:spPr>
            <a:xfrm>
              <a:off x="4715336" y="3389019"/>
              <a:ext cx="516380" cy="459698"/>
            </a:xfrm>
            <a:custGeom>
              <a:avLst/>
              <a:gdLst>
                <a:gd name="T0" fmla="*/ 742 w 942"/>
                <a:gd name="T1" fmla="*/ 570 h 840"/>
                <a:gd name="T2" fmla="*/ 755 w 942"/>
                <a:gd name="T3" fmla="*/ 520 h 840"/>
                <a:gd name="T4" fmla="*/ 645 w 942"/>
                <a:gd name="T5" fmla="*/ 450 h 840"/>
                <a:gd name="T6" fmla="*/ 600 w 942"/>
                <a:gd name="T7" fmla="*/ 452 h 840"/>
                <a:gd name="T8" fmla="*/ 600 w 942"/>
                <a:gd name="T9" fmla="*/ 411 h 840"/>
                <a:gd name="T10" fmla="*/ 722 w 942"/>
                <a:gd name="T11" fmla="*/ 411 h 840"/>
                <a:gd name="T12" fmla="*/ 722 w 942"/>
                <a:gd name="T13" fmla="*/ 367 h 840"/>
                <a:gd name="T14" fmla="*/ 608 w 942"/>
                <a:gd name="T15" fmla="*/ 367 h 840"/>
                <a:gd name="T16" fmla="*/ 650 w 942"/>
                <a:gd name="T17" fmla="*/ 295 h 840"/>
                <a:gd name="T18" fmla="*/ 733 w 942"/>
                <a:gd name="T19" fmla="*/ 295 h 840"/>
                <a:gd name="T20" fmla="*/ 733 w 942"/>
                <a:gd name="T21" fmla="*/ 251 h 840"/>
                <a:gd name="T22" fmla="*/ 676 w 942"/>
                <a:gd name="T23" fmla="*/ 251 h 840"/>
                <a:gd name="T24" fmla="*/ 762 w 942"/>
                <a:gd name="T25" fmla="*/ 106 h 840"/>
                <a:gd name="T26" fmla="*/ 689 w 942"/>
                <a:gd name="T27" fmla="*/ 106 h 840"/>
                <a:gd name="T28" fmla="*/ 569 w 942"/>
                <a:gd name="T29" fmla="*/ 326 h 840"/>
                <a:gd name="T30" fmla="*/ 450 w 942"/>
                <a:gd name="T31" fmla="*/ 106 h 840"/>
                <a:gd name="T32" fmla="*/ 377 w 942"/>
                <a:gd name="T33" fmla="*/ 106 h 840"/>
                <a:gd name="T34" fmla="*/ 463 w 942"/>
                <a:gd name="T35" fmla="*/ 251 h 840"/>
                <a:gd name="T36" fmla="*/ 404 w 942"/>
                <a:gd name="T37" fmla="*/ 251 h 840"/>
                <a:gd name="T38" fmla="*/ 404 w 942"/>
                <a:gd name="T39" fmla="*/ 295 h 840"/>
                <a:gd name="T40" fmla="*/ 489 w 942"/>
                <a:gd name="T41" fmla="*/ 295 h 840"/>
                <a:gd name="T42" fmla="*/ 531 w 942"/>
                <a:gd name="T43" fmla="*/ 367 h 840"/>
                <a:gd name="T44" fmla="*/ 420 w 942"/>
                <a:gd name="T45" fmla="*/ 367 h 840"/>
                <a:gd name="T46" fmla="*/ 420 w 942"/>
                <a:gd name="T47" fmla="*/ 411 h 840"/>
                <a:gd name="T48" fmla="*/ 538 w 942"/>
                <a:gd name="T49" fmla="*/ 411 h 840"/>
                <a:gd name="T50" fmla="*/ 538 w 942"/>
                <a:gd name="T51" fmla="*/ 454 h 840"/>
                <a:gd name="T52" fmla="*/ 535 w 942"/>
                <a:gd name="T53" fmla="*/ 454 h 840"/>
                <a:gd name="T54" fmla="*/ 440 w 942"/>
                <a:gd name="T55" fmla="*/ 436 h 840"/>
                <a:gd name="T56" fmla="*/ 307 w 942"/>
                <a:gd name="T57" fmla="*/ 419 h 840"/>
                <a:gd name="T58" fmla="*/ 249 w 942"/>
                <a:gd name="T59" fmla="*/ 434 h 840"/>
                <a:gd name="T60" fmla="*/ 234 w 942"/>
                <a:gd name="T61" fmla="*/ 335 h 840"/>
                <a:gd name="T62" fmla="*/ 570 w 942"/>
                <a:gd name="T63" fmla="*/ 0 h 840"/>
                <a:gd name="T64" fmla="*/ 905 w 942"/>
                <a:gd name="T65" fmla="*/ 335 h 840"/>
                <a:gd name="T66" fmla="*/ 872 w 942"/>
                <a:gd name="T67" fmla="*/ 479 h 840"/>
                <a:gd name="T68" fmla="*/ 858 w 942"/>
                <a:gd name="T69" fmla="*/ 487 h 840"/>
                <a:gd name="T70" fmla="*/ 798 w 942"/>
                <a:gd name="T71" fmla="*/ 552 h 840"/>
                <a:gd name="T72" fmla="*/ 718 w 942"/>
                <a:gd name="T73" fmla="*/ 628 h 840"/>
                <a:gd name="T74" fmla="*/ 644 w 942"/>
                <a:gd name="T75" fmla="*/ 609 h 840"/>
                <a:gd name="T76" fmla="*/ 742 w 942"/>
                <a:gd name="T77" fmla="*/ 570 h 840"/>
                <a:gd name="T78" fmla="*/ 154 w 942"/>
                <a:gd name="T79" fmla="*/ 780 h 840"/>
                <a:gd name="T80" fmla="*/ 779 w 942"/>
                <a:gd name="T81" fmla="*/ 758 h 840"/>
                <a:gd name="T82" fmla="*/ 932 w 942"/>
                <a:gd name="T83" fmla="*/ 535 h 840"/>
                <a:gd name="T84" fmla="*/ 870 w 942"/>
                <a:gd name="T85" fmla="*/ 507 h 840"/>
                <a:gd name="T86" fmla="*/ 724 w 942"/>
                <a:gd name="T87" fmla="*/ 650 h 840"/>
                <a:gd name="T88" fmla="*/ 545 w 942"/>
                <a:gd name="T89" fmla="*/ 594 h 840"/>
                <a:gd name="T90" fmla="*/ 732 w 942"/>
                <a:gd name="T91" fmla="*/ 524 h 840"/>
                <a:gd name="T92" fmla="*/ 533 w 942"/>
                <a:gd name="T93" fmla="*/ 477 h 840"/>
                <a:gd name="T94" fmla="*/ 310 w 942"/>
                <a:gd name="T95" fmla="*/ 441 h 840"/>
                <a:gd name="T96" fmla="*/ 0 w 942"/>
                <a:gd name="T97" fmla="*/ 626 h 840"/>
                <a:gd name="T98" fmla="*/ 154 w 942"/>
                <a:gd name="T99" fmla="*/ 78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42" h="840">
                  <a:moveTo>
                    <a:pt x="742" y="570"/>
                  </a:moveTo>
                  <a:cubicBezTo>
                    <a:pt x="753" y="556"/>
                    <a:pt x="758" y="539"/>
                    <a:pt x="755" y="520"/>
                  </a:cubicBezTo>
                  <a:cubicBezTo>
                    <a:pt x="745" y="450"/>
                    <a:pt x="670" y="450"/>
                    <a:pt x="645" y="450"/>
                  </a:cubicBezTo>
                  <a:cubicBezTo>
                    <a:pt x="631" y="450"/>
                    <a:pt x="615" y="451"/>
                    <a:pt x="600" y="452"/>
                  </a:cubicBezTo>
                  <a:lnTo>
                    <a:pt x="600" y="411"/>
                  </a:lnTo>
                  <a:lnTo>
                    <a:pt x="722" y="411"/>
                  </a:lnTo>
                  <a:lnTo>
                    <a:pt x="722" y="367"/>
                  </a:lnTo>
                  <a:lnTo>
                    <a:pt x="608" y="367"/>
                  </a:lnTo>
                  <a:lnTo>
                    <a:pt x="650" y="295"/>
                  </a:lnTo>
                  <a:lnTo>
                    <a:pt x="733" y="295"/>
                  </a:lnTo>
                  <a:lnTo>
                    <a:pt x="733" y="251"/>
                  </a:lnTo>
                  <a:lnTo>
                    <a:pt x="676" y="251"/>
                  </a:lnTo>
                  <a:lnTo>
                    <a:pt x="762" y="106"/>
                  </a:lnTo>
                  <a:lnTo>
                    <a:pt x="689" y="106"/>
                  </a:lnTo>
                  <a:lnTo>
                    <a:pt x="569" y="326"/>
                  </a:lnTo>
                  <a:lnTo>
                    <a:pt x="450" y="106"/>
                  </a:lnTo>
                  <a:lnTo>
                    <a:pt x="377" y="106"/>
                  </a:lnTo>
                  <a:lnTo>
                    <a:pt x="463" y="251"/>
                  </a:lnTo>
                  <a:lnTo>
                    <a:pt x="404" y="251"/>
                  </a:lnTo>
                  <a:lnTo>
                    <a:pt x="404" y="295"/>
                  </a:lnTo>
                  <a:lnTo>
                    <a:pt x="489" y="295"/>
                  </a:lnTo>
                  <a:lnTo>
                    <a:pt x="531" y="367"/>
                  </a:lnTo>
                  <a:lnTo>
                    <a:pt x="420" y="367"/>
                  </a:lnTo>
                  <a:lnTo>
                    <a:pt x="420" y="411"/>
                  </a:lnTo>
                  <a:lnTo>
                    <a:pt x="538" y="411"/>
                  </a:lnTo>
                  <a:lnTo>
                    <a:pt x="538" y="454"/>
                  </a:lnTo>
                  <a:cubicBezTo>
                    <a:pt x="537" y="454"/>
                    <a:pt x="536" y="454"/>
                    <a:pt x="535" y="454"/>
                  </a:cubicBezTo>
                  <a:cubicBezTo>
                    <a:pt x="504" y="451"/>
                    <a:pt x="472" y="443"/>
                    <a:pt x="440" y="436"/>
                  </a:cubicBezTo>
                  <a:cubicBezTo>
                    <a:pt x="393" y="424"/>
                    <a:pt x="348" y="413"/>
                    <a:pt x="307" y="419"/>
                  </a:cubicBezTo>
                  <a:cubicBezTo>
                    <a:pt x="287" y="421"/>
                    <a:pt x="268" y="427"/>
                    <a:pt x="249" y="434"/>
                  </a:cubicBezTo>
                  <a:cubicBezTo>
                    <a:pt x="239" y="403"/>
                    <a:pt x="234" y="370"/>
                    <a:pt x="234" y="335"/>
                  </a:cubicBezTo>
                  <a:cubicBezTo>
                    <a:pt x="234" y="150"/>
                    <a:pt x="384" y="0"/>
                    <a:pt x="570" y="0"/>
                  </a:cubicBezTo>
                  <a:cubicBezTo>
                    <a:pt x="755" y="0"/>
                    <a:pt x="905" y="150"/>
                    <a:pt x="905" y="335"/>
                  </a:cubicBezTo>
                  <a:cubicBezTo>
                    <a:pt x="905" y="387"/>
                    <a:pt x="893" y="436"/>
                    <a:pt x="872" y="479"/>
                  </a:cubicBezTo>
                  <a:cubicBezTo>
                    <a:pt x="867" y="482"/>
                    <a:pt x="863" y="484"/>
                    <a:pt x="858" y="487"/>
                  </a:cubicBezTo>
                  <a:cubicBezTo>
                    <a:pt x="835" y="501"/>
                    <a:pt x="817" y="526"/>
                    <a:pt x="798" y="552"/>
                  </a:cubicBezTo>
                  <a:cubicBezTo>
                    <a:pt x="774" y="585"/>
                    <a:pt x="749" y="619"/>
                    <a:pt x="718" y="628"/>
                  </a:cubicBezTo>
                  <a:cubicBezTo>
                    <a:pt x="700" y="633"/>
                    <a:pt x="673" y="623"/>
                    <a:pt x="644" y="609"/>
                  </a:cubicBezTo>
                  <a:cubicBezTo>
                    <a:pt x="686" y="604"/>
                    <a:pt x="723" y="594"/>
                    <a:pt x="742" y="570"/>
                  </a:cubicBezTo>
                  <a:close/>
                  <a:moveTo>
                    <a:pt x="154" y="780"/>
                  </a:moveTo>
                  <a:cubicBezTo>
                    <a:pt x="321" y="683"/>
                    <a:pt x="559" y="840"/>
                    <a:pt x="779" y="758"/>
                  </a:cubicBezTo>
                  <a:cubicBezTo>
                    <a:pt x="864" y="727"/>
                    <a:pt x="907" y="635"/>
                    <a:pt x="932" y="535"/>
                  </a:cubicBezTo>
                  <a:cubicBezTo>
                    <a:pt x="942" y="495"/>
                    <a:pt x="922" y="475"/>
                    <a:pt x="870" y="507"/>
                  </a:cubicBezTo>
                  <a:cubicBezTo>
                    <a:pt x="824" y="535"/>
                    <a:pt x="790" y="632"/>
                    <a:pt x="724" y="650"/>
                  </a:cubicBezTo>
                  <a:cubicBezTo>
                    <a:pt x="673" y="664"/>
                    <a:pt x="607" y="606"/>
                    <a:pt x="545" y="594"/>
                  </a:cubicBezTo>
                  <a:cubicBezTo>
                    <a:pt x="624" y="587"/>
                    <a:pt x="742" y="591"/>
                    <a:pt x="732" y="524"/>
                  </a:cubicBezTo>
                  <a:cubicBezTo>
                    <a:pt x="721" y="446"/>
                    <a:pt x="603" y="483"/>
                    <a:pt x="533" y="477"/>
                  </a:cubicBezTo>
                  <a:cubicBezTo>
                    <a:pt x="453" y="469"/>
                    <a:pt x="373" y="433"/>
                    <a:pt x="310" y="441"/>
                  </a:cubicBezTo>
                  <a:cubicBezTo>
                    <a:pt x="188" y="457"/>
                    <a:pt x="83" y="591"/>
                    <a:pt x="0" y="626"/>
                  </a:cubicBezTo>
                  <a:lnTo>
                    <a:pt x="154" y="78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循环关系</a:t>
            </a:r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938037" y="1898760"/>
            <a:ext cx="10315927" cy="3796036"/>
            <a:chOff x="1435485" y="1927788"/>
            <a:chExt cx="10315927" cy="3796036"/>
          </a:xfrm>
        </p:grpSpPr>
        <p:sp>
          <p:nvSpPr>
            <p:cNvPr id="3" name="TextBox 7"/>
            <p:cNvSpPr txBox="1"/>
            <p:nvPr/>
          </p:nvSpPr>
          <p:spPr>
            <a:xfrm>
              <a:off x="9389123" y="2056716"/>
              <a:ext cx="2362289" cy="1160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>
                <a:lnSpc>
                  <a:spcPct val="150000"/>
                </a:lnSpc>
                <a:defRPr/>
              </a:pPr>
              <a:r>
                <a:rPr lang="zh-CN" altLang="en-US" sz="1865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点击此处添加标题</a:t>
              </a:r>
              <a:endParaRPr lang="en-US" altLang="zh-CN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latinLnBrk="1">
                <a:lnSpc>
                  <a:spcPct val="150000"/>
                </a:lnSpc>
                <a:defRPr/>
              </a:pPr>
              <a:r>
                <a:rPr lang="zh-CN" altLang="en-US" sz="146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标题数字等都可以通过点击和重新输入进行更改</a:t>
              </a:r>
              <a:endParaRPr lang="en-US" altLang="ko-KR" sz="14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" name="TextBox 7"/>
            <p:cNvSpPr txBox="1"/>
            <p:nvPr/>
          </p:nvSpPr>
          <p:spPr>
            <a:xfrm>
              <a:off x="1435485" y="2056716"/>
              <a:ext cx="2362289" cy="1160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latinLnBrk="1">
                <a:lnSpc>
                  <a:spcPct val="150000"/>
                </a:lnSpc>
                <a:defRPr/>
              </a:pPr>
              <a:r>
                <a:rPr lang="zh-CN" altLang="en-US" sz="1865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点击此处添加标题</a:t>
              </a:r>
              <a:endParaRPr lang="en-US" altLang="zh-CN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r" latinLnBrk="1">
                <a:lnSpc>
                  <a:spcPct val="150000"/>
                </a:lnSpc>
                <a:defRPr/>
              </a:pPr>
              <a:r>
                <a:rPr lang="zh-CN" altLang="en-US" sz="146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标题数字等都可以通过点击和重新输入进行更改</a:t>
              </a:r>
              <a:endParaRPr lang="en-US" altLang="ko-KR" sz="14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" name="TextBox 7"/>
            <p:cNvSpPr txBox="1"/>
            <p:nvPr/>
          </p:nvSpPr>
          <p:spPr>
            <a:xfrm>
              <a:off x="9389123" y="4484794"/>
              <a:ext cx="2362289" cy="1160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>
                <a:lnSpc>
                  <a:spcPct val="150000"/>
                </a:lnSpc>
                <a:defRPr/>
              </a:pPr>
              <a:r>
                <a:rPr lang="zh-CN" altLang="en-US" sz="1865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点击此处添加标题</a:t>
              </a:r>
              <a:endParaRPr lang="en-US" altLang="zh-CN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latinLnBrk="1">
                <a:lnSpc>
                  <a:spcPct val="150000"/>
                </a:lnSpc>
                <a:defRPr/>
              </a:pPr>
              <a:r>
                <a:rPr lang="zh-CN" altLang="en-US" sz="146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标题数字等都可以通过点击和重新输入进行更改</a:t>
              </a:r>
              <a:endParaRPr lang="en-US" altLang="ko-KR" sz="14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" name="TextBox 7"/>
            <p:cNvSpPr txBox="1"/>
            <p:nvPr/>
          </p:nvSpPr>
          <p:spPr>
            <a:xfrm>
              <a:off x="1435485" y="4484794"/>
              <a:ext cx="2362289" cy="1160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latinLnBrk="1">
                <a:lnSpc>
                  <a:spcPct val="150000"/>
                </a:lnSpc>
                <a:defRPr/>
              </a:pPr>
              <a:r>
                <a:rPr lang="zh-CN" altLang="en-US" sz="1865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点击此处添加标题</a:t>
              </a:r>
              <a:endParaRPr lang="en-US" altLang="zh-CN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r" latinLnBrk="1">
                <a:lnSpc>
                  <a:spcPct val="150000"/>
                </a:lnSpc>
                <a:defRPr/>
              </a:pPr>
              <a:r>
                <a:rPr lang="zh-CN" altLang="en-US" sz="146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标题数字等都可以通过点击和重新输入进行更改</a:t>
              </a:r>
              <a:endParaRPr lang="en-US" altLang="ko-KR" sz="14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 rot="5400000">
              <a:off x="4718835" y="1928730"/>
              <a:ext cx="3726358" cy="3724473"/>
              <a:chOff x="5056464" y="1313847"/>
              <a:chExt cx="1882140" cy="1881188"/>
            </a:xfrm>
          </p:grpSpPr>
          <p:sp>
            <p:nvSpPr>
              <p:cNvPr id="8" name="任意多边形: 形状 7"/>
              <p:cNvSpPr/>
              <p:nvPr/>
            </p:nvSpPr>
            <p:spPr>
              <a:xfrm>
                <a:off x="5056464" y="2118710"/>
                <a:ext cx="894397" cy="1076325"/>
              </a:xfrm>
              <a:custGeom>
                <a:avLst/>
                <a:gdLst>
                  <a:gd name="connsiteX0" fmla="*/ 260985 w 894397"/>
                  <a:gd name="connsiteY0" fmla="*/ 0 h 1076325"/>
                  <a:gd name="connsiteX1" fmla="*/ 380314 w 894397"/>
                  <a:gd name="connsiteY1" fmla="*/ 70041 h 1076325"/>
                  <a:gd name="connsiteX2" fmla="*/ 373692 w 894397"/>
                  <a:gd name="connsiteY2" fmla="*/ 135731 h 1076325"/>
                  <a:gd name="connsiteX3" fmla="*/ 732725 w 894397"/>
                  <a:gd name="connsiteY3" fmla="*/ 663310 h 1076325"/>
                  <a:gd name="connsiteX4" fmla="*/ 817017 w 894397"/>
                  <a:gd name="connsiteY4" fmla="*/ 688345 h 1076325"/>
                  <a:gd name="connsiteX5" fmla="*/ 741997 w 894397"/>
                  <a:gd name="connsiteY5" fmla="*/ 816293 h 1076325"/>
                  <a:gd name="connsiteX6" fmla="*/ 894397 w 894397"/>
                  <a:gd name="connsiteY6" fmla="*/ 1076325 h 1076325"/>
                  <a:gd name="connsiteX7" fmla="*/ 0 w 894397"/>
                  <a:gd name="connsiteY7" fmla="*/ 153352 h 1076325"/>
                  <a:gd name="connsiteX8" fmla="*/ 260985 w 894397"/>
                  <a:gd name="connsiteY8" fmla="*/ 0 h 107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4397" h="1076325">
                    <a:moveTo>
                      <a:pt x="260985" y="0"/>
                    </a:moveTo>
                    <a:lnTo>
                      <a:pt x="380314" y="70041"/>
                    </a:lnTo>
                    <a:lnTo>
                      <a:pt x="373692" y="135731"/>
                    </a:lnTo>
                    <a:cubicBezTo>
                      <a:pt x="373692" y="375442"/>
                      <a:pt x="522471" y="580402"/>
                      <a:pt x="732725" y="663310"/>
                    </a:cubicBezTo>
                    <a:lnTo>
                      <a:pt x="817017" y="688345"/>
                    </a:lnTo>
                    <a:lnTo>
                      <a:pt x="741997" y="816293"/>
                    </a:lnTo>
                    <a:lnTo>
                      <a:pt x="894397" y="1076325"/>
                    </a:lnTo>
                    <a:cubicBezTo>
                      <a:pt x="402907" y="1052513"/>
                      <a:pt x="8572" y="648653"/>
                      <a:pt x="0" y="153352"/>
                    </a:cubicBezTo>
                    <a:lnTo>
                      <a:pt x="2609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5861326" y="2300637"/>
                <a:ext cx="1076325" cy="894398"/>
              </a:xfrm>
              <a:custGeom>
                <a:avLst/>
                <a:gdLst>
                  <a:gd name="connsiteX0" fmla="*/ 1076325 w 1076325"/>
                  <a:gd name="connsiteY0" fmla="*/ 0 h 894398"/>
                  <a:gd name="connsiteX1" fmla="*/ 153352 w 1076325"/>
                  <a:gd name="connsiteY1" fmla="*/ 894398 h 894398"/>
                  <a:gd name="connsiteX2" fmla="*/ 0 w 1076325"/>
                  <a:gd name="connsiteY2" fmla="*/ 633413 h 894398"/>
                  <a:gd name="connsiteX3" fmla="*/ 70042 w 1076325"/>
                  <a:gd name="connsiteY3" fmla="*/ 514083 h 894398"/>
                  <a:gd name="connsiteX4" fmla="*/ 135731 w 1076325"/>
                  <a:gd name="connsiteY4" fmla="*/ 520705 h 894398"/>
                  <a:gd name="connsiteX5" fmla="*/ 658082 w 1076325"/>
                  <a:gd name="connsiteY5" fmla="*/ 174468 h 894398"/>
                  <a:gd name="connsiteX6" fmla="*/ 688239 w 1076325"/>
                  <a:gd name="connsiteY6" fmla="*/ 77319 h 894398"/>
                  <a:gd name="connsiteX7" fmla="*/ 816293 w 1076325"/>
                  <a:gd name="connsiteY7" fmla="*/ 152400 h 894398"/>
                  <a:gd name="connsiteX8" fmla="*/ 1076325 w 1076325"/>
                  <a:gd name="connsiteY8" fmla="*/ 0 h 894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76325" h="894398">
                    <a:moveTo>
                      <a:pt x="1076325" y="0"/>
                    </a:moveTo>
                    <a:cubicBezTo>
                      <a:pt x="1052513" y="491491"/>
                      <a:pt x="648652" y="885825"/>
                      <a:pt x="153352" y="894398"/>
                    </a:cubicBezTo>
                    <a:lnTo>
                      <a:pt x="0" y="633413"/>
                    </a:lnTo>
                    <a:lnTo>
                      <a:pt x="70042" y="514083"/>
                    </a:lnTo>
                    <a:lnTo>
                      <a:pt x="135731" y="520705"/>
                    </a:lnTo>
                    <a:cubicBezTo>
                      <a:pt x="370549" y="520705"/>
                      <a:pt x="572022" y="377937"/>
                      <a:pt x="658082" y="174468"/>
                    </a:cubicBezTo>
                    <a:lnTo>
                      <a:pt x="688239" y="77319"/>
                    </a:lnTo>
                    <a:lnTo>
                      <a:pt x="816293" y="152400"/>
                    </a:lnTo>
                    <a:lnTo>
                      <a:pt x="1076325" y="0"/>
                    </a:lnTo>
                    <a:close/>
                  </a:path>
                </a:pathLst>
              </a:custGeom>
              <a:solidFill>
                <a:schemeClr val="accent1">
                  <a:alpha val="5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6044207" y="1314800"/>
                <a:ext cx="894397" cy="1076325"/>
              </a:xfrm>
              <a:custGeom>
                <a:avLst/>
                <a:gdLst>
                  <a:gd name="connsiteX0" fmla="*/ 0 w 894397"/>
                  <a:gd name="connsiteY0" fmla="*/ 0 h 1076325"/>
                  <a:gd name="connsiteX1" fmla="*/ 894397 w 894397"/>
                  <a:gd name="connsiteY1" fmla="*/ 922973 h 1076325"/>
                  <a:gd name="connsiteX2" fmla="*/ 633412 w 894397"/>
                  <a:gd name="connsiteY2" fmla="*/ 1076325 h 1076325"/>
                  <a:gd name="connsiteX3" fmla="*/ 513092 w 894397"/>
                  <a:gd name="connsiteY3" fmla="*/ 1005702 h 1076325"/>
                  <a:gd name="connsiteX4" fmla="*/ 519751 w 894397"/>
                  <a:gd name="connsiteY4" fmla="*/ 939641 h 1076325"/>
                  <a:gd name="connsiteX5" fmla="*/ 173514 w 894397"/>
                  <a:gd name="connsiteY5" fmla="*/ 417290 h 1076325"/>
                  <a:gd name="connsiteX6" fmla="*/ 77644 w 894397"/>
                  <a:gd name="connsiteY6" fmla="*/ 387530 h 1076325"/>
                  <a:gd name="connsiteX7" fmla="*/ 152400 w 894397"/>
                  <a:gd name="connsiteY7" fmla="*/ 260033 h 1076325"/>
                  <a:gd name="connsiteX8" fmla="*/ 0 w 894397"/>
                  <a:gd name="connsiteY8" fmla="*/ 0 h 107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4397" h="1076325">
                    <a:moveTo>
                      <a:pt x="0" y="0"/>
                    </a:moveTo>
                    <a:cubicBezTo>
                      <a:pt x="491490" y="23813"/>
                      <a:pt x="885825" y="427673"/>
                      <a:pt x="894397" y="922973"/>
                    </a:cubicBezTo>
                    <a:lnTo>
                      <a:pt x="633412" y="1076325"/>
                    </a:lnTo>
                    <a:lnTo>
                      <a:pt x="513092" y="1005702"/>
                    </a:lnTo>
                    <a:lnTo>
                      <a:pt x="519751" y="939641"/>
                    </a:lnTo>
                    <a:cubicBezTo>
                      <a:pt x="519751" y="704823"/>
                      <a:pt x="376983" y="503350"/>
                      <a:pt x="173514" y="417290"/>
                    </a:cubicBezTo>
                    <a:lnTo>
                      <a:pt x="77644" y="387530"/>
                    </a:lnTo>
                    <a:lnTo>
                      <a:pt x="152400" y="2600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5057415" y="1313847"/>
                <a:ext cx="1076325" cy="894398"/>
              </a:xfrm>
              <a:custGeom>
                <a:avLst/>
                <a:gdLst>
                  <a:gd name="connsiteX0" fmla="*/ 922973 w 1076325"/>
                  <a:gd name="connsiteY0" fmla="*/ 0 h 894398"/>
                  <a:gd name="connsiteX1" fmla="*/ 1076325 w 1076325"/>
                  <a:gd name="connsiteY1" fmla="*/ 260985 h 894398"/>
                  <a:gd name="connsiteX2" fmla="*/ 1006231 w 1076325"/>
                  <a:gd name="connsiteY2" fmla="*/ 380406 h 894398"/>
                  <a:gd name="connsiteX3" fmla="*/ 939641 w 1076325"/>
                  <a:gd name="connsiteY3" fmla="*/ 373693 h 894398"/>
                  <a:gd name="connsiteX4" fmla="*/ 417290 w 1076325"/>
                  <a:gd name="connsiteY4" fmla="*/ 719930 h 894398"/>
                  <a:gd name="connsiteX5" fmla="*/ 387280 w 1076325"/>
                  <a:gd name="connsiteY5" fmla="*/ 816607 h 894398"/>
                  <a:gd name="connsiteX6" fmla="*/ 260032 w 1076325"/>
                  <a:gd name="connsiteY6" fmla="*/ 741998 h 894398"/>
                  <a:gd name="connsiteX7" fmla="*/ 0 w 1076325"/>
                  <a:gd name="connsiteY7" fmla="*/ 894398 h 894398"/>
                  <a:gd name="connsiteX8" fmla="*/ 922973 w 1076325"/>
                  <a:gd name="connsiteY8" fmla="*/ 0 h 894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76325" h="894398">
                    <a:moveTo>
                      <a:pt x="922973" y="0"/>
                    </a:moveTo>
                    <a:lnTo>
                      <a:pt x="1076325" y="260985"/>
                    </a:lnTo>
                    <a:lnTo>
                      <a:pt x="1006231" y="380406"/>
                    </a:lnTo>
                    <a:lnTo>
                      <a:pt x="939641" y="373693"/>
                    </a:lnTo>
                    <a:cubicBezTo>
                      <a:pt x="704823" y="373693"/>
                      <a:pt x="503350" y="516461"/>
                      <a:pt x="417290" y="719930"/>
                    </a:cubicBezTo>
                    <a:lnTo>
                      <a:pt x="387280" y="816607"/>
                    </a:lnTo>
                    <a:lnTo>
                      <a:pt x="260032" y="741998"/>
                    </a:lnTo>
                    <a:lnTo>
                      <a:pt x="0" y="894398"/>
                    </a:lnTo>
                    <a:cubicBezTo>
                      <a:pt x="23813" y="402908"/>
                      <a:pt x="427673" y="8573"/>
                      <a:pt x="922973" y="0"/>
                    </a:cubicBezTo>
                    <a:close/>
                  </a:path>
                </a:pathLst>
              </a:custGeom>
              <a:solidFill>
                <a:schemeClr val="accent1">
                  <a:alpha val="8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430156" y="1687540"/>
                <a:ext cx="1133802" cy="1133802"/>
              </a:xfrm>
              <a:prstGeom prst="ellipse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矩形 12"/>
            <p:cNvSpPr/>
            <p:nvPr/>
          </p:nvSpPr>
          <p:spPr>
            <a:xfrm rot="19368653">
              <a:off x="5128686" y="2281847"/>
              <a:ext cx="3044897" cy="3006053"/>
            </a:xfrm>
            <a:prstGeom prst="rect">
              <a:avLst/>
            </a:prstGeom>
          </p:spPr>
          <p:txBody>
            <a:bodyPr wrap="none" anchor="t">
              <a:prstTxWarp prst="textArchUp">
                <a:avLst>
                  <a:gd name="adj" fmla="val 14251938"/>
                </a:avLst>
              </a:prstTxWarp>
              <a:spAutoFit/>
            </a:bodyPr>
            <a:lstStyle/>
            <a:p>
              <a:pPr algn="ctr" latinLnBrk="1">
                <a:lnSpc>
                  <a:spcPct val="150000"/>
                </a:lnSpc>
                <a:defRPr/>
              </a:pPr>
              <a:r>
                <a:rPr lang="zh-CN" altLang="en-US" sz="2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此处添加标题</a:t>
              </a:r>
              <a:endParaRPr lang="en-US" altLang="zh-CN" sz="2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 rot="3242951">
              <a:off x="5035338" y="2287940"/>
              <a:ext cx="3044897" cy="3006053"/>
            </a:xfrm>
            <a:prstGeom prst="rect">
              <a:avLst/>
            </a:prstGeom>
          </p:spPr>
          <p:txBody>
            <a:bodyPr wrap="none" anchor="t">
              <a:prstTxWarp prst="textArchUp">
                <a:avLst>
                  <a:gd name="adj" fmla="val 14251938"/>
                </a:avLst>
              </a:prstTxWarp>
              <a:spAutoFit/>
            </a:bodyPr>
            <a:lstStyle/>
            <a:p>
              <a:pPr algn="ctr" latinLnBrk="1">
                <a:lnSpc>
                  <a:spcPct val="150000"/>
                </a:lnSpc>
                <a:defRPr/>
              </a:pPr>
              <a:r>
                <a:rPr lang="zh-CN" altLang="en-US" sz="2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此处添加标题</a:t>
              </a:r>
              <a:endParaRPr lang="en-US" altLang="zh-CN" sz="2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 rot="19432096">
              <a:off x="5076149" y="2308829"/>
              <a:ext cx="3044897" cy="3006053"/>
            </a:xfrm>
            <a:prstGeom prst="rect">
              <a:avLst/>
            </a:prstGeom>
          </p:spPr>
          <p:txBody>
            <a:bodyPr wrap="none" anchor="t">
              <a:prstTxWarp prst="textArchDown">
                <a:avLst>
                  <a:gd name="adj" fmla="val 3424485"/>
                </a:avLst>
              </a:prstTxWarp>
              <a:spAutoFit/>
            </a:bodyPr>
            <a:lstStyle/>
            <a:p>
              <a:pPr algn="ctr" latinLnBrk="1">
                <a:lnSpc>
                  <a:spcPct val="150000"/>
                </a:lnSpc>
                <a:defRPr/>
              </a:pPr>
              <a:r>
                <a:rPr lang="zh-CN" altLang="en-US" sz="2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此处添加标题</a:t>
              </a:r>
              <a:endParaRPr lang="en-US" altLang="zh-CN" sz="2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 rot="3245527">
              <a:off x="5053005" y="2308828"/>
              <a:ext cx="3044897" cy="3006053"/>
            </a:xfrm>
            <a:prstGeom prst="rect">
              <a:avLst/>
            </a:prstGeom>
          </p:spPr>
          <p:txBody>
            <a:bodyPr wrap="none" anchor="t">
              <a:prstTxWarp prst="textArchDown">
                <a:avLst>
                  <a:gd name="adj" fmla="val 3424485"/>
                </a:avLst>
              </a:prstTxWarp>
              <a:spAutoFit/>
            </a:bodyPr>
            <a:lstStyle/>
            <a:p>
              <a:pPr algn="ctr" latinLnBrk="1">
                <a:lnSpc>
                  <a:spcPct val="150000"/>
                </a:lnSpc>
                <a:defRPr/>
              </a:pPr>
              <a:r>
                <a:rPr lang="zh-CN" altLang="en-US" sz="2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此处添加标题</a:t>
              </a:r>
              <a:endParaRPr lang="en-US" altLang="zh-CN" sz="2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4003248" y="2211370"/>
              <a:ext cx="0" cy="906065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9200345" y="2211370"/>
              <a:ext cx="0" cy="906065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4003248" y="4639449"/>
              <a:ext cx="0" cy="906065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9200345" y="4639449"/>
              <a:ext cx="0" cy="906065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4181709" y="2098526"/>
              <a:ext cx="816249" cy="70788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l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4000" b="1" i="0" u="none" baseline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01</a:t>
              </a:r>
              <a:endParaRPr lang="zh-CN" altLang="en-US" sz="4000" b="1" i="0" u="none" baseline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356708" y="2098526"/>
              <a:ext cx="816249" cy="70788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l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4000" b="1" i="0" u="none" baseline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02</a:t>
              </a:r>
              <a:endParaRPr lang="zh-CN" altLang="en-US" sz="4000" b="1" i="0" u="none" baseline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181709" y="5015938"/>
              <a:ext cx="816249" cy="70788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l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4000" b="1" i="0" u="none" baseline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04</a:t>
              </a:r>
              <a:endParaRPr lang="zh-CN" altLang="en-US" sz="4000" b="1" i="0" u="none" baseline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356708" y="5015938"/>
              <a:ext cx="816249" cy="70788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l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4000" b="1" i="0" u="none" baseline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03</a:t>
              </a:r>
              <a:endParaRPr lang="zh-CN" altLang="en-US" sz="4000" b="1" i="0" u="none" baseline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</p:txBody>
        </p:sp>
        <p:sp>
          <p:nvSpPr>
            <p:cNvPr id="26" name="meeting_115918"/>
            <p:cNvSpPr/>
            <p:nvPr/>
          </p:nvSpPr>
          <p:spPr>
            <a:xfrm>
              <a:off x="6114652" y="3297929"/>
              <a:ext cx="1001620" cy="1000224"/>
            </a:xfrm>
            <a:custGeom>
              <a:avLst/>
              <a:gdLst>
                <a:gd name="connsiteX0" fmla="*/ 199404 w 608416"/>
                <a:gd name="connsiteY0" fmla="*/ 274640 h 607568"/>
                <a:gd name="connsiteX1" fmla="*/ 409013 w 608416"/>
                <a:gd name="connsiteY1" fmla="*/ 274640 h 607568"/>
                <a:gd name="connsiteX2" fmla="*/ 426992 w 608416"/>
                <a:gd name="connsiteY2" fmla="*/ 292590 h 607568"/>
                <a:gd name="connsiteX3" fmla="*/ 409013 w 608416"/>
                <a:gd name="connsiteY3" fmla="*/ 310541 h 607568"/>
                <a:gd name="connsiteX4" fmla="*/ 322188 w 608416"/>
                <a:gd name="connsiteY4" fmla="*/ 310541 h 607568"/>
                <a:gd name="connsiteX5" fmla="*/ 322188 w 608416"/>
                <a:gd name="connsiteY5" fmla="*/ 589617 h 607568"/>
                <a:gd name="connsiteX6" fmla="*/ 304208 w 608416"/>
                <a:gd name="connsiteY6" fmla="*/ 607568 h 607568"/>
                <a:gd name="connsiteX7" fmla="*/ 286229 w 608416"/>
                <a:gd name="connsiteY7" fmla="*/ 589617 h 607568"/>
                <a:gd name="connsiteX8" fmla="*/ 286229 w 608416"/>
                <a:gd name="connsiteY8" fmla="*/ 310541 h 607568"/>
                <a:gd name="connsiteX9" fmla="*/ 199404 w 608416"/>
                <a:gd name="connsiteY9" fmla="*/ 310541 h 607568"/>
                <a:gd name="connsiteX10" fmla="*/ 181424 w 608416"/>
                <a:gd name="connsiteY10" fmla="*/ 292590 h 607568"/>
                <a:gd name="connsiteX11" fmla="*/ 199404 w 608416"/>
                <a:gd name="connsiteY11" fmla="*/ 274640 h 607568"/>
                <a:gd name="connsiteX12" fmla="*/ 538360 w 608416"/>
                <a:gd name="connsiteY12" fmla="*/ 210638 h 607568"/>
                <a:gd name="connsiteX13" fmla="*/ 601500 w 608416"/>
                <a:gd name="connsiteY13" fmla="*/ 273691 h 607568"/>
                <a:gd name="connsiteX14" fmla="*/ 601500 w 608416"/>
                <a:gd name="connsiteY14" fmla="*/ 418820 h 607568"/>
                <a:gd name="connsiteX15" fmla="*/ 541125 w 608416"/>
                <a:gd name="connsiteY15" fmla="*/ 479112 h 607568"/>
                <a:gd name="connsiteX16" fmla="*/ 462315 w 608416"/>
                <a:gd name="connsiteY16" fmla="*/ 479112 h 607568"/>
                <a:gd name="connsiteX17" fmla="*/ 462315 w 608416"/>
                <a:gd name="connsiteY17" fmla="*/ 586348 h 607568"/>
                <a:gd name="connsiteX18" fmla="*/ 447566 w 608416"/>
                <a:gd name="connsiteY18" fmla="*/ 601076 h 607568"/>
                <a:gd name="connsiteX19" fmla="*/ 377666 w 608416"/>
                <a:gd name="connsiteY19" fmla="*/ 601076 h 607568"/>
                <a:gd name="connsiteX20" fmla="*/ 362918 w 608416"/>
                <a:gd name="connsiteY20" fmla="*/ 586348 h 607568"/>
                <a:gd name="connsiteX21" fmla="*/ 362918 w 608416"/>
                <a:gd name="connsiteY21" fmla="*/ 431707 h 607568"/>
                <a:gd name="connsiteX22" fmla="*/ 413922 w 608416"/>
                <a:gd name="connsiteY22" fmla="*/ 380774 h 607568"/>
                <a:gd name="connsiteX23" fmla="*/ 475373 w 608416"/>
                <a:gd name="connsiteY23" fmla="*/ 380774 h 607568"/>
                <a:gd name="connsiteX24" fmla="*/ 475373 w 608416"/>
                <a:gd name="connsiteY24" fmla="*/ 273691 h 607568"/>
                <a:gd name="connsiteX25" fmla="*/ 538360 w 608416"/>
                <a:gd name="connsiteY25" fmla="*/ 210638 h 607568"/>
                <a:gd name="connsiteX26" fmla="*/ 70055 w 608416"/>
                <a:gd name="connsiteY26" fmla="*/ 210638 h 607568"/>
                <a:gd name="connsiteX27" fmla="*/ 133042 w 608416"/>
                <a:gd name="connsiteY27" fmla="*/ 273691 h 607568"/>
                <a:gd name="connsiteX28" fmla="*/ 133042 w 608416"/>
                <a:gd name="connsiteY28" fmla="*/ 380774 h 607568"/>
                <a:gd name="connsiteX29" fmla="*/ 194493 w 608416"/>
                <a:gd name="connsiteY29" fmla="*/ 380774 h 607568"/>
                <a:gd name="connsiteX30" fmla="*/ 245497 w 608416"/>
                <a:gd name="connsiteY30" fmla="*/ 431707 h 607568"/>
                <a:gd name="connsiteX31" fmla="*/ 245497 w 608416"/>
                <a:gd name="connsiteY31" fmla="*/ 586348 h 607568"/>
                <a:gd name="connsiteX32" fmla="*/ 230749 w 608416"/>
                <a:gd name="connsiteY32" fmla="*/ 601076 h 607568"/>
                <a:gd name="connsiteX33" fmla="*/ 160849 w 608416"/>
                <a:gd name="connsiteY33" fmla="*/ 601076 h 607568"/>
                <a:gd name="connsiteX34" fmla="*/ 146100 w 608416"/>
                <a:gd name="connsiteY34" fmla="*/ 586348 h 607568"/>
                <a:gd name="connsiteX35" fmla="*/ 146100 w 608416"/>
                <a:gd name="connsiteY35" fmla="*/ 479112 h 607568"/>
                <a:gd name="connsiteX36" fmla="*/ 67290 w 608416"/>
                <a:gd name="connsiteY36" fmla="*/ 479112 h 607568"/>
                <a:gd name="connsiteX37" fmla="*/ 6915 w 608416"/>
                <a:gd name="connsiteY37" fmla="*/ 418820 h 607568"/>
                <a:gd name="connsiteX38" fmla="*/ 6915 w 608416"/>
                <a:gd name="connsiteY38" fmla="*/ 273691 h 607568"/>
                <a:gd name="connsiteX39" fmla="*/ 70055 w 608416"/>
                <a:gd name="connsiteY39" fmla="*/ 210638 h 607568"/>
                <a:gd name="connsiteX40" fmla="*/ 349065 w 608416"/>
                <a:gd name="connsiteY40" fmla="*/ 71077 h 607568"/>
                <a:gd name="connsiteX41" fmla="*/ 336314 w 608416"/>
                <a:gd name="connsiteY41" fmla="*/ 76255 h 607568"/>
                <a:gd name="connsiteX42" fmla="*/ 289307 w 608416"/>
                <a:gd name="connsiteY42" fmla="*/ 123358 h 607568"/>
                <a:gd name="connsiteX43" fmla="*/ 272101 w 608416"/>
                <a:gd name="connsiteY43" fmla="*/ 106174 h 607568"/>
                <a:gd name="connsiteX44" fmla="*/ 246600 w 608416"/>
                <a:gd name="connsiteY44" fmla="*/ 106174 h 607568"/>
                <a:gd name="connsiteX45" fmla="*/ 246600 w 608416"/>
                <a:gd name="connsiteY45" fmla="*/ 131490 h 607568"/>
                <a:gd name="connsiteX46" fmla="*/ 276556 w 608416"/>
                <a:gd name="connsiteY46" fmla="*/ 161409 h 607568"/>
                <a:gd name="connsiteX47" fmla="*/ 289307 w 608416"/>
                <a:gd name="connsiteY47" fmla="*/ 166626 h 607568"/>
                <a:gd name="connsiteX48" fmla="*/ 301903 w 608416"/>
                <a:gd name="connsiteY48" fmla="*/ 161409 h 607568"/>
                <a:gd name="connsiteX49" fmla="*/ 361816 w 608416"/>
                <a:gd name="connsiteY49" fmla="*/ 101724 h 607568"/>
                <a:gd name="connsiteX50" fmla="*/ 361816 w 608416"/>
                <a:gd name="connsiteY50" fmla="*/ 76255 h 607568"/>
                <a:gd name="connsiteX51" fmla="*/ 349065 w 608416"/>
                <a:gd name="connsiteY51" fmla="*/ 71077 h 607568"/>
                <a:gd name="connsiteX52" fmla="*/ 538450 w 608416"/>
                <a:gd name="connsiteY52" fmla="*/ 33730 h 607568"/>
                <a:gd name="connsiteX53" fmla="*/ 608416 w 608416"/>
                <a:gd name="connsiteY53" fmla="*/ 103696 h 607568"/>
                <a:gd name="connsiteX54" fmla="*/ 538450 w 608416"/>
                <a:gd name="connsiteY54" fmla="*/ 173662 h 607568"/>
                <a:gd name="connsiteX55" fmla="*/ 468484 w 608416"/>
                <a:gd name="connsiteY55" fmla="*/ 103696 h 607568"/>
                <a:gd name="connsiteX56" fmla="*/ 538450 w 608416"/>
                <a:gd name="connsiteY56" fmla="*/ 33730 h 607568"/>
                <a:gd name="connsiteX57" fmla="*/ 70001 w 608416"/>
                <a:gd name="connsiteY57" fmla="*/ 33730 h 607568"/>
                <a:gd name="connsiteX58" fmla="*/ 140002 w 608416"/>
                <a:gd name="connsiteY58" fmla="*/ 103696 h 607568"/>
                <a:gd name="connsiteX59" fmla="*/ 70001 w 608416"/>
                <a:gd name="connsiteY59" fmla="*/ 173662 h 607568"/>
                <a:gd name="connsiteX60" fmla="*/ 0 w 608416"/>
                <a:gd name="connsiteY60" fmla="*/ 103696 h 607568"/>
                <a:gd name="connsiteX61" fmla="*/ 70001 w 608416"/>
                <a:gd name="connsiteY61" fmla="*/ 33730 h 607568"/>
                <a:gd name="connsiteX62" fmla="*/ 304208 w 608416"/>
                <a:gd name="connsiteY62" fmla="*/ 0 h 607568"/>
                <a:gd name="connsiteX63" fmla="*/ 423110 w 608416"/>
                <a:gd name="connsiteY63" fmla="*/ 118909 h 607568"/>
                <a:gd name="connsiteX64" fmla="*/ 304208 w 608416"/>
                <a:gd name="connsiteY64" fmla="*/ 237664 h 607568"/>
                <a:gd name="connsiteX65" fmla="*/ 185305 w 608416"/>
                <a:gd name="connsiteY65" fmla="*/ 118909 h 607568"/>
                <a:gd name="connsiteX66" fmla="*/ 304208 w 608416"/>
                <a:gd name="connsiteY66" fmla="*/ 0 h 607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608416" h="607568">
                  <a:moveTo>
                    <a:pt x="199404" y="274640"/>
                  </a:moveTo>
                  <a:lnTo>
                    <a:pt x="409013" y="274640"/>
                  </a:lnTo>
                  <a:cubicBezTo>
                    <a:pt x="418848" y="274640"/>
                    <a:pt x="426992" y="282771"/>
                    <a:pt x="426992" y="292590"/>
                  </a:cubicBezTo>
                  <a:cubicBezTo>
                    <a:pt x="426992" y="302563"/>
                    <a:pt x="418848" y="310541"/>
                    <a:pt x="409013" y="310541"/>
                  </a:cubicBezTo>
                  <a:lnTo>
                    <a:pt x="322188" y="310541"/>
                  </a:lnTo>
                  <a:lnTo>
                    <a:pt x="322188" y="589617"/>
                  </a:lnTo>
                  <a:cubicBezTo>
                    <a:pt x="322188" y="599437"/>
                    <a:pt x="314197" y="607568"/>
                    <a:pt x="304208" y="607568"/>
                  </a:cubicBezTo>
                  <a:cubicBezTo>
                    <a:pt x="294220" y="607568"/>
                    <a:pt x="286229" y="599437"/>
                    <a:pt x="286229" y="589617"/>
                  </a:cubicBezTo>
                  <a:lnTo>
                    <a:pt x="286229" y="310541"/>
                  </a:lnTo>
                  <a:lnTo>
                    <a:pt x="199404" y="310541"/>
                  </a:lnTo>
                  <a:cubicBezTo>
                    <a:pt x="189569" y="310541"/>
                    <a:pt x="181424" y="302563"/>
                    <a:pt x="181424" y="292590"/>
                  </a:cubicBezTo>
                  <a:cubicBezTo>
                    <a:pt x="181424" y="282771"/>
                    <a:pt x="189569" y="274640"/>
                    <a:pt x="199404" y="274640"/>
                  </a:cubicBezTo>
                  <a:close/>
                  <a:moveTo>
                    <a:pt x="538360" y="210638"/>
                  </a:moveTo>
                  <a:cubicBezTo>
                    <a:pt x="573233" y="210638"/>
                    <a:pt x="601500" y="238866"/>
                    <a:pt x="601500" y="273691"/>
                  </a:cubicBezTo>
                  <a:lnTo>
                    <a:pt x="601500" y="418820"/>
                  </a:lnTo>
                  <a:cubicBezTo>
                    <a:pt x="601500" y="452111"/>
                    <a:pt x="574462" y="479112"/>
                    <a:pt x="541125" y="479112"/>
                  </a:cubicBezTo>
                  <a:lnTo>
                    <a:pt x="462315" y="479112"/>
                  </a:lnTo>
                  <a:lnTo>
                    <a:pt x="462315" y="586348"/>
                  </a:lnTo>
                  <a:cubicBezTo>
                    <a:pt x="462315" y="594479"/>
                    <a:pt x="455709" y="601076"/>
                    <a:pt x="447566" y="601076"/>
                  </a:cubicBezTo>
                  <a:lnTo>
                    <a:pt x="377666" y="601076"/>
                  </a:lnTo>
                  <a:cubicBezTo>
                    <a:pt x="369524" y="601076"/>
                    <a:pt x="362918" y="594479"/>
                    <a:pt x="362918" y="586348"/>
                  </a:cubicBezTo>
                  <a:lnTo>
                    <a:pt x="362918" y="431707"/>
                  </a:lnTo>
                  <a:cubicBezTo>
                    <a:pt x="362918" y="403633"/>
                    <a:pt x="385655" y="380774"/>
                    <a:pt x="413922" y="380774"/>
                  </a:cubicBezTo>
                  <a:lnTo>
                    <a:pt x="475373" y="380774"/>
                  </a:lnTo>
                  <a:lnTo>
                    <a:pt x="475373" y="273691"/>
                  </a:lnTo>
                  <a:cubicBezTo>
                    <a:pt x="475373" y="238866"/>
                    <a:pt x="503640" y="210638"/>
                    <a:pt x="538360" y="210638"/>
                  </a:cubicBezTo>
                  <a:close/>
                  <a:moveTo>
                    <a:pt x="70055" y="210638"/>
                  </a:moveTo>
                  <a:cubicBezTo>
                    <a:pt x="104775" y="210638"/>
                    <a:pt x="133042" y="238866"/>
                    <a:pt x="133042" y="273691"/>
                  </a:cubicBezTo>
                  <a:lnTo>
                    <a:pt x="133042" y="380774"/>
                  </a:lnTo>
                  <a:lnTo>
                    <a:pt x="194493" y="380774"/>
                  </a:lnTo>
                  <a:cubicBezTo>
                    <a:pt x="222761" y="380774"/>
                    <a:pt x="245497" y="403633"/>
                    <a:pt x="245497" y="431707"/>
                  </a:cubicBezTo>
                  <a:lnTo>
                    <a:pt x="245497" y="586348"/>
                  </a:lnTo>
                  <a:cubicBezTo>
                    <a:pt x="245497" y="594479"/>
                    <a:pt x="238891" y="601076"/>
                    <a:pt x="230749" y="601076"/>
                  </a:cubicBezTo>
                  <a:lnTo>
                    <a:pt x="160849" y="601076"/>
                  </a:lnTo>
                  <a:cubicBezTo>
                    <a:pt x="152706" y="601076"/>
                    <a:pt x="146100" y="594479"/>
                    <a:pt x="146100" y="586348"/>
                  </a:cubicBezTo>
                  <a:lnTo>
                    <a:pt x="146100" y="479112"/>
                  </a:lnTo>
                  <a:lnTo>
                    <a:pt x="67290" y="479112"/>
                  </a:lnTo>
                  <a:cubicBezTo>
                    <a:pt x="33953" y="479112"/>
                    <a:pt x="6915" y="452111"/>
                    <a:pt x="6915" y="418820"/>
                  </a:cubicBezTo>
                  <a:lnTo>
                    <a:pt x="6915" y="273691"/>
                  </a:lnTo>
                  <a:cubicBezTo>
                    <a:pt x="6915" y="238866"/>
                    <a:pt x="35182" y="210638"/>
                    <a:pt x="70055" y="210638"/>
                  </a:cubicBezTo>
                  <a:close/>
                  <a:moveTo>
                    <a:pt x="349065" y="71077"/>
                  </a:moveTo>
                  <a:cubicBezTo>
                    <a:pt x="344457" y="71077"/>
                    <a:pt x="339848" y="72803"/>
                    <a:pt x="336314" y="76255"/>
                  </a:cubicBezTo>
                  <a:lnTo>
                    <a:pt x="289307" y="123358"/>
                  </a:lnTo>
                  <a:lnTo>
                    <a:pt x="272101" y="106174"/>
                  </a:lnTo>
                  <a:cubicBezTo>
                    <a:pt x="265034" y="99116"/>
                    <a:pt x="253667" y="99116"/>
                    <a:pt x="246600" y="106174"/>
                  </a:cubicBezTo>
                  <a:cubicBezTo>
                    <a:pt x="239687" y="113232"/>
                    <a:pt x="239687" y="124586"/>
                    <a:pt x="246600" y="131490"/>
                  </a:cubicBezTo>
                  <a:lnTo>
                    <a:pt x="276556" y="161409"/>
                  </a:lnTo>
                  <a:cubicBezTo>
                    <a:pt x="280089" y="164938"/>
                    <a:pt x="284698" y="166626"/>
                    <a:pt x="289307" y="166626"/>
                  </a:cubicBezTo>
                  <a:cubicBezTo>
                    <a:pt x="293915" y="166626"/>
                    <a:pt x="298524" y="164938"/>
                    <a:pt x="301903" y="161409"/>
                  </a:cubicBezTo>
                  <a:lnTo>
                    <a:pt x="361816" y="101724"/>
                  </a:lnTo>
                  <a:cubicBezTo>
                    <a:pt x="368728" y="94667"/>
                    <a:pt x="368728" y="83313"/>
                    <a:pt x="361816" y="76255"/>
                  </a:cubicBezTo>
                  <a:cubicBezTo>
                    <a:pt x="358282" y="72803"/>
                    <a:pt x="353674" y="71077"/>
                    <a:pt x="349065" y="71077"/>
                  </a:cubicBezTo>
                  <a:close/>
                  <a:moveTo>
                    <a:pt x="538450" y="33730"/>
                  </a:moveTo>
                  <a:cubicBezTo>
                    <a:pt x="577091" y="33730"/>
                    <a:pt x="608416" y="65055"/>
                    <a:pt x="608416" y="103696"/>
                  </a:cubicBezTo>
                  <a:cubicBezTo>
                    <a:pt x="608416" y="142337"/>
                    <a:pt x="577091" y="173662"/>
                    <a:pt x="538450" y="173662"/>
                  </a:cubicBezTo>
                  <a:cubicBezTo>
                    <a:pt x="499809" y="173662"/>
                    <a:pt x="468484" y="142337"/>
                    <a:pt x="468484" y="103696"/>
                  </a:cubicBezTo>
                  <a:cubicBezTo>
                    <a:pt x="468484" y="65055"/>
                    <a:pt x="499809" y="33730"/>
                    <a:pt x="538450" y="33730"/>
                  </a:cubicBezTo>
                  <a:close/>
                  <a:moveTo>
                    <a:pt x="70001" y="33730"/>
                  </a:moveTo>
                  <a:cubicBezTo>
                    <a:pt x="108661" y="33730"/>
                    <a:pt x="140002" y="65055"/>
                    <a:pt x="140002" y="103696"/>
                  </a:cubicBezTo>
                  <a:cubicBezTo>
                    <a:pt x="140002" y="142337"/>
                    <a:pt x="108661" y="173662"/>
                    <a:pt x="70001" y="173662"/>
                  </a:cubicBezTo>
                  <a:cubicBezTo>
                    <a:pt x="31341" y="173662"/>
                    <a:pt x="0" y="142337"/>
                    <a:pt x="0" y="103696"/>
                  </a:cubicBezTo>
                  <a:cubicBezTo>
                    <a:pt x="0" y="65055"/>
                    <a:pt x="31341" y="33730"/>
                    <a:pt x="70001" y="33730"/>
                  </a:cubicBezTo>
                  <a:close/>
                  <a:moveTo>
                    <a:pt x="304208" y="0"/>
                  </a:moveTo>
                  <a:cubicBezTo>
                    <a:pt x="369804" y="0"/>
                    <a:pt x="423110" y="53394"/>
                    <a:pt x="423110" y="118909"/>
                  </a:cubicBezTo>
                  <a:cubicBezTo>
                    <a:pt x="423110" y="184424"/>
                    <a:pt x="369804" y="237664"/>
                    <a:pt x="304208" y="237664"/>
                  </a:cubicBezTo>
                  <a:cubicBezTo>
                    <a:pt x="238612" y="237664"/>
                    <a:pt x="185305" y="184424"/>
                    <a:pt x="185305" y="118909"/>
                  </a:cubicBezTo>
                  <a:cubicBezTo>
                    <a:pt x="185305" y="53394"/>
                    <a:pt x="238612" y="0"/>
                    <a:pt x="304208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SWOT</a:t>
            </a:r>
            <a:r>
              <a:rPr lang="zh-CN" altLang="en-US" dirty="0"/>
              <a:t>分析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490125" y="1628321"/>
            <a:ext cx="11222449" cy="3974080"/>
            <a:chOff x="1011619" y="1628321"/>
            <a:chExt cx="11222449" cy="3974080"/>
          </a:xfrm>
        </p:grpSpPr>
        <p:sp>
          <p:nvSpPr>
            <p:cNvPr id="25" name="矩形 24"/>
            <p:cNvSpPr/>
            <p:nvPr/>
          </p:nvSpPr>
          <p:spPr>
            <a:xfrm>
              <a:off x="1011619" y="1628321"/>
              <a:ext cx="5561455" cy="19297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681665" y="1628321"/>
              <a:ext cx="5552403" cy="19297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defTabSz="914400"/>
              <a:endParaRPr lang="zh-CN" altLang="en-US" kern="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11619" y="3657620"/>
              <a:ext cx="5561456" cy="19297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defTabSz="914400"/>
              <a:endParaRPr lang="zh-CN" altLang="en-US" kern="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681665" y="3672639"/>
              <a:ext cx="5552403" cy="19297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4643313" y="1628321"/>
              <a:ext cx="3959061" cy="3959061"/>
              <a:chOff x="4058411" y="1714499"/>
              <a:chExt cx="3959061" cy="3959061"/>
            </a:xfrm>
            <a:solidFill>
              <a:schemeClr val="accent1"/>
            </a:solidFill>
          </p:grpSpPr>
          <p:sp>
            <p:nvSpPr>
              <p:cNvPr id="30" name="任意多边形: 形状 29"/>
              <p:cNvSpPr/>
              <p:nvPr/>
            </p:nvSpPr>
            <p:spPr>
              <a:xfrm>
                <a:off x="4058411" y="1714499"/>
                <a:ext cx="1929762" cy="1929762"/>
              </a:xfrm>
              <a:custGeom>
                <a:avLst/>
                <a:gdLst>
                  <a:gd name="connsiteX0" fmla="*/ 2215986 w 2215986"/>
                  <a:gd name="connsiteY0" fmla="*/ 0 h 2215986"/>
                  <a:gd name="connsiteX1" fmla="*/ 2215986 w 2215986"/>
                  <a:gd name="connsiteY1" fmla="*/ 1416184 h 2215986"/>
                  <a:gd name="connsiteX2" fmla="*/ 2185223 w 2215986"/>
                  <a:gd name="connsiteY2" fmla="*/ 1417737 h 2215986"/>
                  <a:gd name="connsiteX3" fmla="*/ 1417737 w 2215986"/>
                  <a:gd name="connsiteY3" fmla="*/ 2185223 h 2215986"/>
                  <a:gd name="connsiteX4" fmla="*/ 1416184 w 2215986"/>
                  <a:gd name="connsiteY4" fmla="*/ 2215986 h 2215986"/>
                  <a:gd name="connsiteX5" fmla="*/ 0 w 2215986"/>
                  <a:gd name="connsiteY5" fmla="*/ 2215986 h 2215986"/>
                  <a:gd name="connsiteX6" fmla="*/ 8865 w 2215986"/>
                  <a:gd name="connsiteY6" fmla="*/ 2040426 h 2215986"/>
                  <a:gd name="connsiteX7" fmla="*/ 2040426 w 2215986"/>
                  <a:gd name="connsiteY7" fmla="*/ 8865 h 2215986"/>
                  <a:gd name="connsiteX8" fmla="*/ 2215986 w 2215986"/>
                  <a:gd name="connsiteY8" fmla="*/ 0 h 2215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15986" h="2215986">
                    <a:moveTo>
                      <a:pt x="2215986" y="0"/>
                    </a:moveTo>
                    <a:lnTo>
                      <a:pt x="2215986" y="1416184"/>
                    </a:lnTo>
                    <a:lnTo>
                      <a:pt x="2185223" y="1417737"/>
                    </a:lnTo>
                    <a:cubicBezTo>
                      <a:pt x="1780550" y="1458834"/>
                      <a:pt x="1458834" y="1780550"/>
                      <a:pt x="1417737" y="2185223"/>
                    </a:cubicBezTo>
                    <a:lnTo>
                      <a:pt x="1416184" y="2215986"/>
                    </a:lnTo>
                    <a:lnTo>
                      <a:pt x="0" y="2215986"/>
                    </a:lnTo>
                    <a:lnTo>
                      <a:pt x="8865" y="2040426"/>
                    </a:lnTo>
                    <a:cubicBezTo>
                      <a:pt x="117649" y="969241"/>
                      <a:pt x="969241" y="117650"/>
                      <a:pt x="2040426" y="8865"/>
                    </a:cubicBezTo>
                    <a:lnTo>
                      <a:pt x="2215986" y="0"/>
                    </a:lnTo>
                    <a:close/>
                  </a:path>
                </a:pathLst>
              </a:custGeom>
              <a:solidFill>
                <a:schemeClr val="accent1">
                  <a:alpha val="55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/>
              <a:lstStyle/>
              <a:p>
                <a:pPr defTabSz="914400"/>
                <a:endParaRPr lang="zh-CN" altLang="en-US" kern="0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6087710" y="1714499"/>
                <a:ext cx="1929762" cy="1929762"/>
              </a:xfrm>
              <a:custGeom>
                <a:avLst/>
                <a:gdLst>
                  <a:gd name="connsiteX0" fmla="*/ 0 w 2215986"/>
                  <a:gd name="connsiteY0" fmla="*/ 0 h 2215986"/>
                  <a:gd name="connsiteX1" fmla="*/ 175560 w 2215986"/>
                  <a:gd name="connsiteY1" fmla="*/ 8865 h 2215986"/>
                  <a:gd name="connsiteX2" fmla="*/ 2207121 w 2215986"/>
                  <a:gd name="connsiteY2" fmla="*/ 2040426 h 2215986"/>
                  <a:gd name="connsiteX3" fmla="*/ 2215986 w 2215986"/>
                  <a:gd name="connsiteY3" fmla="*/ 2215986 h 2215986"/>
                  <a:gd name="connsiteX4" fmla="*/ 799803 w 2215986"/>
                  <a:gd name="connsiteY4" fmla="*/ 2215986 h 2215986"/>
                  <a:gd name="connsiteX5" fmla="*/ 798249 w 2215986"/>
                  <a:gd name="connsiteY5" fmla="*/ 2185223 h 2215986"/>
                  <a:gd name="connsiteX6" fmla="*/ 30763 w 2215986"/>
                  <a:gd name="connsiteY6" fmla="*/ 1417737 h 2215986"/>
                  <a:gd name="connsiteX7" fmla="*/ 0 w 2215986"/>
                  <a:gd name="connsiteY7" fmla="*/ 1416184 h 2215986"/>
                  <a:gd name="connsiteX8" fmla="*/ 0 w 2215986"/>
                  <a:gd name="connsiteY8" fmla="*/ 0 h 2215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15986" h="2215986">
                    <a:moveTo>
                      <a:pt x="0" y="0"/>
                    </a:moveTo>
                    <a:lnTo>
                      <a:pt x="175560" y="8865"/>
                    </a:lnTo>
                    <a:cubicBezTo>
                      <a:pt x="1246745" y="117650"/>
                      <a:pt x="2098337" y="969241"/>
                      <a:pt x="2207121" y="2040426"/>
                    </a:cubicBezTo>
                    <a:lnTo>
                      <a:pt x="2215986" y="2215986"/>
                    </a:lnTo>
                    <a:lnTo>
                      <a:pt x="799803" y="2215986"/>
                    </a:lnTo>
                    <a:lnTo>
                      <a:pt x="798249" y="2185223"/>
                    </a:lnTo>
                    <a:cubicBezTo>
                      <a:pt x="757152" y="1780550"/>
                      <a:pt x="435437" y="1458834"/>
                      <a:pt x="30763" y="1417737"/>
                    </a:cubicBezTo>
                    <a:lnTo>
                      <a:pt x="0" y="14161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4058411" y="3743798"/>
                <a:ext cx="1929762" cy="1929762"/>
              </a:xfrm>
              <a:custGeom>
                <a:avLst/>
                <a:gdLst>
                  <a:gd name="connsiteX0" fmla="*/ 0 w 2215986"/>
                  <a:gd name="connsiteY0" fmla="*/ 0 h 2215986"/>
                  <a:gd name="connsiteX1" fmla="*/ 1416184 w 2215986"/>
                  <a:gd name="connsiteY1" fmla="*/ 0 h 2215986"/>
                  <a:gd name="connsiteX2" fmla="*/ 1417737 w 2215986"/>
                  <a:gd name="connsiteY2" fmla="*/ 30763 h 2215986"/>
                  <a:gd name="connsiteX3" fmla="*/ 2185223 w 2215986"/>
                  <a:gd name="connsiteY3" fmla="*/ 798249 h 2215986"/>
                  <a:gd name="connsiteX4" fmla="*/ 2215986 w 2215986"/>
                  <a:gd name="connsiteY4" fmla="*/ 799803 h 2215986"/>
                  <a:gd name="connsiteX5" fmla="*/ 2215986 w 2215986"/>
                  <a:gd name="connsiteY5" fmla="*/ 2215986 h 2215986"/>
                  <a:gd name="connsiteX6" fmla="*/ 2040426 w 2215986"/>
                  <a:gd name="connsiteY6" fmla="*/ 2207121 h 2215986"/>
                  <a:gd name="connsiteX7" fmla="*/ 8865 w 2215986"/>
                  <a:gd name="connsiteY7" fmla="*/ 175560 h 2215986"/>
                  <a:gd name="connsiteX8" fmla="*/ 0 w 2215986"/>
                  <a:gd name="connsiteY8" fmla="*/ 0 h 2215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15986" h="2215986">
                    <a:moveTo>
                      <a:pt x="0" y="0"/>
                    </a:moveTo>
                    <a:lnTo>
                      <a:pt x="1416184" y="0"/>
                    </a:lnTo>
                    <a:lnTo>
                      <a:pt x="1417737" y="30763"/>
                    </a:lnTo>
                    <a:cubicBezTo>
                      <a:pt x="1458834" y="435437"/>
                      <a:pt x="1780550" y="757152"/>
                      <a:pt x="2185223" y="798249"/>
                    </a:cubicBezTo>
                    <a:lnTo>
                      <a:pt x="2215986" y="799803"/>
                    </a:lnTo>
                    <a:lnTo>
                      <a:pt x="2215986" y="2215986"/>
                    </a:lnTo>
                    <a:lnTo>
                      <a:pt x="2040426" y="2207121"/>
                    </a:lnTo>
                    <a:cubicBezTo>
                      <a:pt x="969241" y="2098337"/>
                      <a:pt x="117649" y="1246745"/>
                      <a:pt x="8865" y="1755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/>
              <a:lstStyle/>
              <a:p>
                <a:pPr defTabSz="914400"/>
                <a:endParaRPr lang="zh-CN" altLang="en-US" kern="0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6087710" y="3743798"/>
                <a:ext cx="1929762" cy="1929762"/>
              </a:xfrm>
              <a:custGeom>
                <a:avLst/>
                <a:gdLst>
                  <a:gd name="connsiteX0" fmla="*/ 799803 w 2215986"/>
                  <a:gd name="connsiteY0" fmla="*/ 0 h 2215986"/>
                  <a:gd name="connsiteX1" fmla="*/ 2215986 w 2215986"/>
                  <a:gd name="connsiteY1" fmla="*/ 0 h 2215986"/>
                  <a:gd name="connsiteX2" fmla="*/ 2207121 w 2215986"/>
                  <a:gd name="connsiteY2" fmla="*/ 175560 h 2215986"/>
                  <a:gd name="connsiteX3" fmla="*/ 175560 w 2215986"/>
                  <a:gd name="connsiteY3" fmla="*/ 2207121 h 2215986"/>
                  <a:gd name="connsiteX4" fmla="*/ 0 w 2215986"/>
                  <a:gd name="connsiteY4" fmla="*/ 2215986 h 2215986"/>
                  <a:gd name="connsiteX5" fmla="*/ 0 w 2215986"/>
                  <a:gd name="connsiteY5" fmla="*/ 799803 h 2215986"/>
                  <a:gd name="connsiteX6" fmla="*/ 30763 w 2215986"/>
                  <a:gd name="connsiteY6" fmla="*/ 798249 h 2215986"/>
                  <a:gd name="connsiteX7" fmla="*/ 798249 w 2215986"/>
                  <a:gd name="connsiteY7" fmla="*/ 30763 h 2215986"/>
                  <a:gd name="connsiteX8" fmla="*/ 799803 w 2215986"/>
                  <a:gd name="connsiteY8" fmla="*/ 0 h 2215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15986" h="2215986">
                    <a:moveTo>
                      <a:pt x="799803" y="0"/>
                    </a:moveTo>
                    <a:lnTo>
                      <a:pt x="2215986" y="0"/>
                    </a:lnTo>
                    <a:lnTo>
                      <a:pt x="2207121" y="175560"/>
                    </a:lnTo>
                    <a:cubicBezTo>
                      <a:pt x="2098337" y="1246745"/>
                      <a:pt x="1246745" y="2098337"/>
                      <a:pt x="175560" y="2207121"/>
                    </a:cubicBezTo>
                    <a:lnTo>
                      <a:pt x="0" y="2215986"/>
                    </a:lnTo>
                    <a:lnTo>
                      <a:pt x="0" y="799803"/>
                    </a:lnTo>
                    <a:lnTo>
                      <a:pt x="30763" y="798249"/>
                    </a:lnTo>
                    <a:cubicBezTo>
                      <a:pt x="435437" y="757152"/>
                      <a:pt x="757152" y="435437"/>
                      <a:pt x="798249" y="30763"/>
                    </a:cubicBezTo>
                    <a:lnTo>
                      <a:pt x="799803" y="0"/>
                    </a:lnTo>
                    <a:close/>
                  </a:path>
                </a:pathLst>
              </a:custGeom>
              <a:solidFill>
                <a:schemeClr val="accent1">
                  <a:alpha val="85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5993378" y="2978386"/>
              <a:ext cx="1258931" cy="1258931"/>
              <a:chOff x="5408476" y="3064564"/>
              <a:chExt cx="1258931" cy="1258931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35" name="任意多边形: 形状 34"/>
              <p:cNvSpPr/>
              <p:nvPr/>
            </p:nvSpPr>
            <p:spPr>
              <a:xfrm>
                <a:off x="5408476" y="3064564"/>
                <a:ext cx="579697" cy="579697"/>
              </a:xfrm>
              <a:custGeom>
                <a:avLst/>
                <a:gdLst>
                  <a:gd name="connsiteX0" fmla="*/ 665678 w 665678"/>
                  <a:gd name="connsiteY0" fmla="*/ 0 h 665678"/>
                  <a:gd name="connsiteX1" fmla="*/ 665678 w 665678"/>
                  <a:gd name="connsiteY1" fmla="*/ 665678 h 665678"/>
                  <a:gd name="connsiteX2" fmla="*/ 0 w 665678"/>
                  <a:gd name="connsiteY2" fmla="*/ 665678 h 665678"/>
                  <a:gd name="connsiteX3" fmla="*/ 861 w 665678"/>
                  <a:gd name="connsiteY3" fmla="*/ 648628 h 665678"/>
                  <a:gd name="connsiteX4" fmla="*/ 648628 w 665678"/>
                  <a:gd name="connsiteY4" fmla="*/ 861 h 665678"/>
                  <a:gd name="connsiteX5" fmla="*/ 665678 w 665678"/>
                  <a:gd name="connsiteY5" fmla="*/ 0 h 665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65678" h="665678">
                    <a:moveTo>
                      <a:pt x="665678" y="0"/>
                    </a:moveTo>
                    <a:lnTo>
                      <a:pt x="665678" y="665678"/>
                    </a:lnTo>
                    <a:lnTo>
                      <a:pt x="0" y="665678"/>
                    </a:lnTo>
                    <a:lnTo>
                      <a:pt x="861" y="648628"/>
                    </a:lnTo>
                    <a:cubicBezTo>
                      <a:pt x="35547" y="307079"/>
                      <a:pt x="307079" y="35547"/>
                      <a:pt x="648628" y="861"/>
                    </a:cubicBezTo>
                    <a:lnTo>
                      <a:pt x="665678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6087710" y="3064564"/>
                <a:ext cx="579697" cy="579697"/>
              </a:xfrm>
              <a:custGeom>
                <a:avLst/>
                <a:gdLst>
                  <a:gd name="connsiteX0" fmla="*/ 0 w 665678"/>
                  <a:gd name="connsiteY0" fmla="*/ 0 h 665678"/>
                  <a:gd name="connsiteX1" fmla="*/ 17050 w 665678"/>
                  <a:gd name="connsiteY1" fmla="*/ 861 h 665678"/>
                  <a:gd name="connsiteX2" fmla="*/ 664817 w 665678"/>
                  <a:gd name="connsiteY2" fmla="*/ 648628 h 665678"/>
                  <a:gd name="connsiteX3" fmla="*/ 665678 w 665678"/>
                  <a:gd name="connsiteY3" fmla="*/ 665678 h 665678"/>
                  <a:gd name="connsiteX4" fmla="*/ 0 w 665678"/>
                  <a:gd name="connsiteY4" fmla="*/ 665678 h 665678"/>
                  <a:gd name="connsiteX5" fmla="*/ 0 w 665678"/>
                  <a:gd name="connsiteY5" fmla="*/ 0 h 665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65678" h="665678">
                    <a:moveTo>
                      <a:pt x="0" y="0"/>
                    </a:moveTo>
                    <a:lnTo>
                      <a:pt x="17050" y="861"/>
                    </a:lnTo>
                    <a:cubicBezTo>
                      <a:pt x="358600" y="35547"/>
                      <a:pt x="630131" y="307079"/>
                      <a:pt x="664817" y="648628"/>
                    </a:cubicBezTo>
                    <a:lnTo>
                      <a:pt x="665678" y="665678"/>
                    </a:lnTo>
                    <a:lnTo>
                      <a:pt x="0" y="6656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5408476" y="3743798"/>
                <a:ext cx="579697" cy="579697"/>
              </a:xfrm>
              <a:custGeom>
                <a:avLst/>
                <a:gdLst>
                  <a:gd name="connsiteX0" fmla="*/ 0 w 665678"/>
                  <a:gd name="connsiteY0" fmla="*/ 0 h 665678"/>
                  <a:gd name="connsiteX1" fmla="*/ 665678 w 665678"/>
                  <a:gd name="connsiteY1" fmla="*/ 0 h 665678"/>
                  <a:gd name="connsiteX2" fmla="*/ 665678 w 665678"/>
                  <a:gd name="connsiteY2" fmla="*/ 665678 h 665678"/>
                  <a:gd name="connsiteX3" fmla="*/ 648628 w 665678"/>
                  <a:gd name="connsiteY3" fmla="*/ 664817 h 665678"/>
                  <a:gd name="connsiteX4" fmla="*/ 861 w 665678"/>
                  <a:gd name="connsiteY4" fmla="*/ 17050 h 665678"/>
                  <a:gd name="connsiteX5" fmla="*/ 0 w 665678"/>
                  <a:gd name="connsiteY5" fmla="*/ 0 h 665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65678" h="665678">
                    <a:moveTo>
                      <a:pt x="0" y="0"/>
                    </a:moveTo>
                    <a:lnTo>
                      <a:pt x="665678" y="0"/>
                    </a:lnTo>
                    <a:lnTo>
                      <a:pt x="665678" y="665678"/>
                    </a:lnTo>
                    <a:lnTo>
                      <a:pt x="648628" y="664817"/>
                    </a:lnTo>
                    <a:cubicBezTo>
                      <a:pt x="307079" y="630131"/>
                      <a:pt x="35547" y="358600"/>
                      <a:pt x="861" y="170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endParaRPr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6087710" y="3743798"/>
                <a:ext cx="579697" cy="579697"/>
              </a:xfrm>
              <a:custGeom>
                <a:avLst/>
                <a:gdLst>
                  <a:gd name="connsiteX0" fmla="*/ 0 w 665678"/>
                  <a:gd name="connsiteY0" fmla="*/ 0 h 665678"/>
                  <a:gd name="connsiteX1" fmla="*/ 665678 w 665678"/>
                  <a:gd name="connsiteY1" fmla="*/ 0 h 665678"/>
                  <a:gd name="connsiteX2" fmla="*/ 664817 w 665678"/>
                  <a:gd name="connsiteY2" fmla="*/ 17050 h 665678"/>
                  <a:gd name="connsiteX3" fmla="*/ 17050 w 665678"/>
                  <a:gd name="connsiteY3" fmla="*/ 664817 h 665678"/>
                  <a:gd name="connsiteX4" fmla="*/ 0 w 665678"/>
                  <a:gd name="connsiteY4" fmla="*/ 665678 h 665678"/>
                  <a:gd name="connsiteX5" fmla="*/ 0 w 665678"/>
                  <a:gd name="connsiteY5" fmla="*/ 0 h 665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65678" h="665678">
                    <a:moveTo>
                      <a:pt x="0" y="0"/>
                    </a:moveTo>
                    <a:lnTo>
                      <a:pt x="665678" y="0"/>
                    </a:lnTo>
                    <a:lnTo>
                      <a:pt x="664817" y="17050"/>
                    </a:lnTo>
                    <a:cubicBezTo>
                      <a:pt x="630131" y="358600"/>
                      <a:pt x="358600" y="630131"/>
                      <a:pt x="17050" y="664817"/>
                    </a:cubicBezTo>
                    <a:lnTo>
                      <a:pt x="0" y="6656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endParaRPr>
              </a:p>
            </p:txBody>
          </p:sp>
        </p:grpSp>
        <p:sp>
          <p:nvSpPr>
            <p:cNvPr id="39" name="TextBox 31"/>
            <p:cNvSpPr txBox="1">
              <a:spLocks noChangeArrowheads="1"/>
            </p:cNvSpPr>
            <p:nvPr/>
          </p:nvSpPr>
          <p:spPr bwMode="auto">
            <a:xfrm>
              <a:off x="9040553" y="1784656"/>
              <a:ext cx="2458387" cy="15295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marL="174625" indent="-174625" latinLnBrk="1">
                <a:lnSpc>
                  <a:spcPct val="13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marL="174625" marR="0" lvl="0" indent="-174625" defTabSz="914400" eaLnBrk="1" fontAlgn="auto" latinLnBrk="1" hangingPunct="1">
                <a:lnSpc>
                  <a:spcPct val="13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标题数字等都可以通过点击和重新输入进行更改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点击此处添加标题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4625" marR="0" lvl="0" indent="-174625" defTabSz="914400" eaLnBrk="1" fontAlgn="auto" latinLnBrk="1" hangingPunct="1">
                <a:lnSpc>
                  <a:spcPct val="13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顶部“开始”面板中可以对字体、字号、颜色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153850" y="2235004"/>
              <a:ext cx="1392726" cy="6288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>
                <a:lnSpc>
                  <a:spcPct val="130000"/>
                </a:lnSpc>
              </a:pPr>
              <a:r>
                <a:rPr lang="zh-CN" altLang="en-US" sz="1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标题数字都可以重新输入</a:t>
              </a:r>
              <a:endPara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6707401" y="2235004"/>
              <a:ext cx="1392726" cy="6288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>
                <a:lnSpc>
                  <a:spcPct val="130000"/>
                </a:lnSpc>
              </a:pPr>
              <a:r>
                <a:rPr lang="zh-CN" altLang="en-US" sz="1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标题数字都可以重新输入</a:t>
              </a:r>
              <a:endPara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5153850" y="4351873"/>
              <a:ext cx="1392726" cy="6288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>
                <a:lnSpc>
                  <a:spcPct val="130000"/>
                </a:lnSpc>
              </a:pPr>
              <a:r>
                <a:rPr lang="zh-CN" altLang="en-US" sz="1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标题数字都可以重新输入</a:t>
              </a:r>
              <a:endPara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6707401" y="4351873"/>
              <a:ext cx="1392726" cy="6288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>
                <a:lnSpc>
                  <a:spcPct val="130000"/>
                </a:lnSpc>
              </a:pPr>
              <a:r>
                <a:rPr lang="zh-CN" altLang="en-US" sz="1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标题数字都可以重新输入</a:t>
              </a:r>
              <a:endPara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TextBox 31"/>
            <p:cNvSpPr txBox="1">
              <a:spLocks noChangeArrowheads="1"/>
            </p:cNvSpPr>
            <p:nvPr/>
          </p:nvSpPr>
          <p:spPr bwMode="auto">
            <a:xfrm>
              <a:off x="9040553" y="3872759"/>
              <a:ext cx="2458387" cy="15295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marL="174625" indent="-174625" latinLnBrk="1">
                <a:lnSpc>
                  <a:spcPct val="13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marL="174625" marR="0" lvl="0" indent="-174625" defTabSz="914400" eaLnBrk="1" fontAlgn="auto" latinLnBrk="1" hangingPunct="1">
                <a:lnSpc>
                  <a:spcPct val="13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标题数字等都可以通过点击和重新输入进行更改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点击此处添加标题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4625" marR="0" lvl="0" indent="-174625" defTabSz="914400" eaLnBrk="1" fontAlgn="auto" latinLnBrk="1" hangingPunct="1">
                <a:lnSpc>
                  <a:spcPct val="13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顶部“开始”面板中可以对字体、字号、颜色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Box 31"/>
            <p:cNvSpPr txBox="1">
              <a:spLocks noChangeArrowheads="1"/>
            </p:cNvSpPr>
            <p:nvPr/>
          </p:nvSpPr>
          <p:spPr bwMode="auto">
            <a:xfrm>
              <a:off x="1677337" y="1784656"/>
              <a:ext cx="2458387" cy="15295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marL="174625" indent="-174625" latinLnBrk="1">
                <a:lnSpc>
                  <a:spcPct val="13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marL="174625" marR="0" lvl="0" indent="-174625" defTabSz="914400" eaLnBrk="1" fontAlgn="auto" latinLnBrk="1" hangingPunct="1">
                <a:lnSpc>
                  <a:spcPct val="13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标题数字等都可以通过点击和重新输入进行更改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点击此处添加标题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4625" marR="0" lvl="0" indent="-174625" defTabSz="914400" eaLnBrk="1" fontAlgn="auto" latinLnBrk="1" hangingPunct="1">
                <a:lnSpc>
                  <a:spcPct val="13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顶部“开始”面板中可以对字体、字号、颜色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Box 31"/>
            <p:cNvSpPr txBox="1">
              <a:spLocks noChangeArrowheads="1"/>
            </p:cNvSpPr>
            <p:nvPr/>
          </p:nvSpPr>
          <p:spPr bwMode="auto">
            <a:xfrm>
              <a:off x="1677337" y="3872759"/>
              <a:ext cx="2458387" cy="15295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marL="174625" indent="-174625" latinLnBrk="1">
                <a:lnSpc>
                  <a:spcPct val="13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marL="174625" marR="0" lvl="0" indent="-174625" defTabSz="914400" eaLnBrk="1" fontAlgn="auto" latinLnBrk="1" hangingPunct="1">
                <a:lnSpc>
                  <a:spcPct val="13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标题数字等都可以通过点击和重新输入进行更改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点击此处添加标题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4625" marR="0" lvl="0" indent="-174625" defTabSz="914400" eaLnBrk="1" fontAlgn="auto" latinLnBrk="1" hangingPunct="1">
                <a:lnSpc>
                  <a:spcPct val="13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顶部“开始”面板中可以对字体、字号、颜色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725932" y="3672639"/>
              <a:ext cx="409086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T</a:t>
              </a:r>
              <a:endParaRPr kumimoji="0" lang="zh-CN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109387" y="3672639"/>
              <a:ext cx="478016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O</a:t>
              </a:r>
              <a:endParaRPr kumimoji="0" lang="zh-CN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644980" y="3067401"/>
              <a:ext cx="570990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W</a:t>
              </a:r>
              <a:endParaRPr kumimoji="0" lang="zh-CN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147859" y="3067401"/>
              <a:ext cx="401072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BMW Type Global Bold" pitchFamily="2" charset="-122"/>
                </a:rPr>
                <a:t>S</a:t>
              </a:r>
              <a:endParaRPr kumimoji="0" lang="zh-CN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图形 2"/>
          <p:cNvGrpSpPr/>
          <p:nvPr/>
        </p:nvGrpSpPr>
        <p:grpSpPr>
          <a:xfrm>
            <a:off x="1126880" y="686251"/>
            <a:ext cx="9711605" cy="5944954"/>
            <a:chOff x="1126880" y="686251"/>
            <a:chExt cx="9711605" cy="5944954"/>
          </a:xfrm>
          <a:solidFill>
            <a:schemeClr val="bg1">
              <a:lumMod val="75000"/>
              <a:alpha val="30000"/>
            </a:schemeClr>
          </a:solidFill>
        </p:grpSpPr>
        <p:sp>
          <p:nvSpPr>
            <p:cNvPr id="54" name="任意多边形: 形状 53"/>
            <p:cNvSpPr/>
            <p:nvPr/>
          </p:nvSpPr>
          <p:spPr>
            <a:xfrm>
              <a:off x="8750944" y="68625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8841707" y="68625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8932469" y="68625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3791412" y="77701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3882175" y="77701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8660181" y="77701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8750944" y="77701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9762299" y="77701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9853062" y="77701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9943825" y="77701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1768701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1859464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2961582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3058828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3240353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3331116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3421878" y="8677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3609887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3700650" y="8677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3791412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3882175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3972938" y="8677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4063700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4160946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4251709" y="8677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7558063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7648826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7739588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7830351" y="8677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8660181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8750944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9302003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9574291" y="8677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9671537" y="8677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9762299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9853062" y="8677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9943825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10034587" y="8677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10125350" y="8677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10222596" y="8677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1587176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1677939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1768701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1859464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1956710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2961582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3058828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3149590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3240353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3331116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3421878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3512641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3609887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3700650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3791412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3882175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3972938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4063700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4251709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4342471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" name="任意多边形: 形状 113"/>
            <p:cNvSpPr/>
            <p:nvPr/>
          </p:nvSpPr>
          <p:spPr>
            <a:xfrm>
              <a:off x="4523997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多边形: 形状 114"/>
            <p:cNvSpPr/>
            <p:nvPr/>
          </p:nvSpPr>
          <p:spPr>
            <a:xfrm>
              <a:off x="4712005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多边形: 形状 115"/>
            <p:cNvSpPr/>
            <p:nvPr/>
          </p:nvSpPr>
          <p:spPr>
            <a:xfrm>
              <a:off x="4802768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4893530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4984293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5075056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/>
          </p:nvSpPr>
          <p:spPr>
            <a:xfrm>
              <a:off x="6728233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6818996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任意多边形: 形状 121"/>
            <p:cNvSpPr/>
            <p:nvPr/>
          </p:nvSpPr>
          <p:spPr>
            <a:xfrm>
              <a:off x="6916241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7921114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8018360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多边形: 形状 124"/>
            <p:cNvSpPr/>
            <p:nvPr/>
          </p:nvSpPr>
          <p:spPr>
            <a:xfrm>
              <a:off x="8109122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多边形: 形状 125"/>
            <p:cNvSpPr/>
            <p:nvPr/>
          </p:nvSpPr>
          <p:spPr>
            <a:xfrm>
              <a:off x="8472173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8841707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8932469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9023232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9120478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9211240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任意多边形: 形状 131"/>
            <p:cNvSpPr/>
            <p:nvPr/>
          </p:nvSpPr>
          <p:spPr>
            <a:xfrm>
              <a:off x="9302003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任意多边形: 形状 132"/>
            <p:cNvSpPr/>
            <p:nvPr/>
          </p:nvSpPr>
          <p:spPr>
            <a:xfrm>
              <a:off x="9392766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9483528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任意多边形: 形状 134"/>
            <p:cNvSpPr/>
            <p:nvPr/>
          </p:nvSpPr>
          <p:spPr>
            <a:xfrm>
              <a:off x="9574291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" name="任意多边形: 形状 135"/>
            <p:cNvSpPr/>
            <p:nvPr/>
          </p:nvSpPr>
          <p:spPr>
            <a:xfrm>
              <a:off x="9671537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" name="任意多边形: 形状 136"/>
            <p:cNvSpPr/>
            <p:nvPr/>
          </p:nvSpPr>
          <p:spPr>
            <a:xfrm>
              <a:off x="9762299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" name="任意多边形: 形状 137"/>
            <p:cNvSpPr/>
            <p:nvPr/>
          </p:nvSpPr>
          <p:spPr>
            <a:xfrm>
              <a:off x="9853062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9943825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多边形: 形状 139"/>
            <p:cNvSpPr/>
            <p:nvPr/>
          </p:nvSpPr>
          <p:spPr>
            <a:xfrm>
              <a:off x="10034587" y="96502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10125350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任意多边形: 形状 141"/>
            <p:cNvSpPr/>
            <p:nvPr/>
          </p:nvSpPr>
          <p:spPr>
            <a:xfrm>
              <a:off x="10222596" y="96502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任意多边形: 形状 142"/>
            <p:cNvSpPr/>
            <p:nvPr/>
          </p:nvSpPr>
          <p:spPr>
            <a:xfrm>
              <a:off x="1587176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" name="任意多边形: 形状 143"/>
            <p:cNvSpPr/>
            <p:nvPr/>
          </p:nvSpPr>
          <p:spPr>
            <a:xfrm>
              <a:off x="1677939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任意多边形: 形状 144"/>
            <p:cNvSpPr/>
            <p:nvPr/>
          </p:nvSpPr>
          <p:spPr>
            <a:xfrm>
              <a:off x="1768701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" name="任意多边形: 形状 145"/>
            <p:cNvSpPr/>
            <p:nvPr/>
          </p:nvSpPr>
          <p:spPr>
            <a:xfrm>
              <a:off x="1859464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" name="任意多边形: 形状 146"/>
            <p:cNvSpPr/>
            <p:nvPr/>
          </p:nvSpPr>
          <p:spPr>
            <a:xfrm>
              <a:off x="1956710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任意多边形: 形状 147"/>
            <p:cNvSpPr/>
            <p:nvPr/>
          </p:nvSpPr>
          <p:spPr>
            <a:xfrm>
              <a:off x="2047472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" name="任意多边形: 形状 148"/>
            <p:cNvSpPr/>
            <p:nvPr/>
          </p:nvSpPr>
          <p:spPr>
            <a:xfrm>
              <a:off x="2138235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任意多边形: 形状 149"/>
            <p:cNvSpPr/>
            <p:nvPr/>
          </p:nvSpPr>
          <p:spPr>
            <a:xfrm>
              <a:off x="2780057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任意多边形: 形状 150"/>
            <p:cNvSpPr/>
            <p:nvPr/>
          </p:nvSpPr>
          <p:spPr>
            <a:xfrm>
              <a:off x="2870819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" name="任意多边形: 形状 151"/>
            <p:cNvSpPr/>
            <p:nvPr/>
          </p:nvSpPr>
          <p:spPr>
            <a:xfrm>
              <a:off x="3058828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" name="任意多边形: 形状 152"/>
            <p:cNvSpPr/>
            <p:nvPr/>
          </p:nvSpPr>
          <p:spPr>
            <a:xfrm>
              <a:off x="3149590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3240353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" name="任意多边形: 形状 154"/>
            <p:cNvSpPr/>
            <p:nvPr/>
          </p:nvSpPr>
          <p:spPr>
            <a:xfrm>
              <a:off x="3421878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3512641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" name="任意多边形: 形状 156"/>
            <p:cNvSpPr/>
            <p:nvPr/>
          </p:nvSpPr>
          <p:spPr>
            <a:xfrm>
              <a:off x="3609887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" name="任意多边形: 形状 157"/>
            <p:cNvSpPr/>
            <p:nvPr/>
          </p:nvSpPr>
          <p:spPr>
            <a:xfrm>
              <a:off x="3700650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3791412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任意多边形: 形状 159"/>
            <p:cNvSpPr/>
            <p:nvPr/>
          </p:nvSpPr>
          <p:spPr>
            <a:xfrm>
              <a:off x="3882175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: 形状 160"/>
            <p:cNvSpPr/>
            <p:nvPr/>
          </p:nvSpPr>
          <p:spPr>
            <a:xfrm>
              <a:off x="4063700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: 形状 161"/>
            <p:cNvSpPr/>
            <p:nvPr/>
          </p:nvSpPr>
          <p:spPr>
            <a:xfrm>
              <a:off x="4160946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: 形状 162"/>
            <p:cNvSpPr/>
            <p:nvPr/>
          </p:nvSpPr>
          <p:spPr>
            <a:xfrm>
              <a:off x="4251709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: 形状 163"/>
            <p:cNvSpPr/>
            <p:nvPr/>
          </p:nvSpPr>
          <p:spPr>
            <a:xfrm>
              <a:off x="4342471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任意多边形: 形状 164"/>
            <p:cNvSpPr/>
            <p:nvPr/>
          </p:nvSpPr>
          <p:spPr>
            <a:xfrm>
              <a:off x="4433234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任意多边形: 形状 165"/>
            <p:cNvSpPr/>
            <p:nvPr/>
          </p:nvSpPr>
          <p:spPr>
            <a:xfrm>
              <a:off x="4523997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" name="任意多边形: 形状 166"/>
            <p:cNvSpPr/>
            <p:nvPr/>
          </p:nvSpPr>
          <p:spPr>
            <a:xfrm>
              <a:off x="4614759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" name="任意多边形: 形状 167"/>
            <p:cNvSpPr/>
            <p:nvPr/>
          </p:nvSpPr>
          <p:spPr>
            <a:xfrm>
              <a:off x="4712005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" name="任意多边形: 形状 168"/>
            <p:cNvSpPr/>
            <p:nvPr/>
          </p:nvSpPr>
          <p:spPr>
            <a:xfrm>
              <a:off x="4802768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4893530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" name="任意多边形: 形状 170"/>
            <p:cNvSpPr/>
            <p:nvPr/>
          </p:nvSpPr>
          <p:spPr>
            <a:xfrm>
              <a:off x="4984293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" name="任意多边形: 形状 171"/>
            <p:cNvSpPr/>
            <p:nvPr/>
          </p:nvSpPr>
          <p:spPr>
            <a:xfrm>
              <a:off x="5075056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" name="任意多边形: 形状 172"/>
            <p:cNvSpPr/>
            <p:nvPr/>
          </p:nvSpPr>
          <p:spPr>
            <a:xfrm>
              <a:off x="5165818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" name="任意多边形: 形状 173"/>
            <p:cNvSpPr/>
            <p:nvPr/>
          </p:nvSpPr>
          <p:spPr>
            <a:xfrm>
              <a:off x="5263064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6637470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6728233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" name="任意多边形: 形状 176"/>
            <p:cNvSpPr/>
            <p:nvPr/>
          </p:nvSpPr>
          <p:spPr>
            <a:xfrm>
              <a:off x="6818996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" name="任意多边形: 形状 177"/>
            <p:cNvSpPr/>
            <p:nvPr/>
          </p:nvSpPr>
          <p:spPr>
            <a:xfrm>
              <a:off x="7648826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" name="任意多边形: 形状 178"/>
            <p:cNvSpPr/>
            <p:nvPr/>
          </p:nvSpPr>
          <p:spPr>
            <a:xfrm>
              <a:off x="7739588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" name="任意多边形: 形状 179"/>
            <p:cNvSpPr/>
            <p:nvPr/>
          </p:nvSpPr>
          <p:spPr>
            <a:xfrm>
              <a:off x="7830351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" name="任意多边形: 形状 180"/>
            <p:cNvSpPr/>
            <p:nvPr/>
          </p:nvSpPr>
          <p:spPr>
            <a:xfrm>
              <a:off x="7921114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" name="任意多边形: 形状 181"/>
            <p:cNvSpPr/>
            <p:nvPr/>
          </p:nvSpPr>
          <p:spPr>
            <a:xfrm>
              <a:off x="8018360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" name="任意多边形: 形状 182"/>
            <p:cNvSpPr/>
            <p:nvPr/>
          </p:nvSpPr>
          <p:spPr>
            <a:xfrm>
              <a:off x="8109122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" name="任意多边形: 形状 183"/>
            <p:cNvSpPr/>
            <p:nvPr/>
          </p:nvSpPr>
          <p:spPr>
            <a:xfrm>
              <a:off x="8381410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" name="任意多边形: 形状 184"/>
            <p:cNvSpPr/>
            <p:nvPr/>
          </p:nvSpPr>
          <p:spPr>
            <a:xfrm>
              <a:off x="8472173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" name="任意多边形: 形状 185"/>
            <p:cNvSpPr/>
            <p:nvPr/>
          </p:nvSpPr>
          <p:spPr>
            <a:xfrm>
              <a:off x="8569419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" name="任意多边形: 形状 186"/>
            <p:cNvSpPr/>
            <p:nvPr/>
          </p:nvSpPr>
          <p:spPr>
            <a:xfrm>
              <a:off x="8660181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" name="任意多边形: 形状 187"/>
            <p:cNvSpPr/>
            <p:nvPr/>
          </p:nvSpPr>
          <p:spPr>
            <a:xfrm>
              <a:off x="8750944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任意多边形: 形状 188"/>
            <p:cNvSpPr/>
            <p:nvPr/>
          </p:nvSpPr>
          <p:spPr>
            <a:xfrm>
              <a:off x="8841707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任意多边形: 形状 189"/>
            <p:cNvSpPr/>
            <p:nvPr/>
          </p:nvSpPr>
          <p:spPr>
            <a:xfrm>
              <a:off x="8932469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多边形: 形状 190"/>
            <p:cNvSpPr/>
            <p:nvPr/>
          </p:nvSpPr>
          <p:spPr>
            <a:xfrm>
              <a:off x="9023232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9120478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9211240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" name="任意多边形: 形状 193"/>
            <p:cNvSpPr/>
            <p:nvPr/>
          </p:nvSpPr>
          <p:spPr>
            <a:xfrm>
              <a:off x="9302003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" name="任意多边形: 形状 194"/>
            <p:cNvSpPr/>
            <p:nvPr/>
          </p:nvSpPr>
          <p:spPr>
            <a:xfrm>
              <a:off x="9392766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9483528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9574291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任意多边形: 形状 197"/>
            <p:cNvSpPr/>
            <p:nvPr/>
          </p:nvSpPr>
          <p:spPr>
            <a:xfrm>
              <a:off x="9671537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任意多边形: 形状 198"/>
            <p:cNvSpPr/>
            <p:nvPr/>
          </p:nvSpPr>
          <p:spPr>
            <a:xfrm>
              <a:off x="9762299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9853062" y="105578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9943825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10034587" y="105578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任意多边形: 形状 202"/>
            <p:cNvSpPr/>
            <p:nvPr/>
          </p:nvSpPr>
          <p:spPr>
            <a:xfrm>
              <a:off x="1405651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任意多边形: 形状 203"/>
            <p:cNvSpPr/>
            <p:nvPr/>
          </p:nvSpPr>
          <p:spPr>
            <a:xfrm>
              <a:off x="1496413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1587176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1677939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任意多边形: 形状 206"/>
            <p:cNvSpPr/>
            <p:nvPr/>
          </p:nvSpPr>
          <p:spPr>
            <a:xfrm>
              <a:off x="1768701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任意多边形: 形状 207"/>
            <p:cNvSpPr/>
            <p:nvPr/>
          </p:nvSpPr>
          <p:spPr>
            <a:xfrm>
              <a:off x="1859464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任意多边形: 形状 208"/>
            <p:cNvSpPr/>
            <p:nvPr/>
          </p:nvSpPr>
          <p:spPr>
            <a:xfrm>
              <a:off x="1956710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2047472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2138235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多边形: 形状 211"/>
            <p:cNvSpPr/>
            <p:nvPr/>
          </p:nvSpPr>
          <p:spPr>
            <a:xfrm>
              <a:off x="2228998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多边形: 形状 212"/>
            <p:cNvSpPr/>
            <p:nvPr/>
          </p:nvSpPr>
          <p:spPr>
            <a:xfrm>
              <a:off x="2689294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" name="任意多边形: 形状 213"/>
            <p:cNvSpPr/>
            <p:nvPr/>
          </p:nvSpPr>
          <p:spPr>
            <a:xfrm>
              <a:off x="2780057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" name="任意多边形: 形状 214"/>
            <p:cNvSpPr/>
            <p:nvPr/>
          </p:nvSpPr>
          <p:spPr>
            <a:xfrm>
              <a:off x="2870819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" name="任意多边形: 形状 215"/>
            <p:cNvSpPr/>
            <p:nvPr/>
          </p:nvSpPr>
          <p:spPr>
            <a:xfrm>
              <a:off x="2961582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" name="任意多边形: 形状 216"/>
            <p:cNvSpPr/>
            <p:nvPr/>
          </p:nvSpPr>
          <p:spPr>
            <a:xfrm>
              <a:off x="3331116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3421878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" name="任意多边形: 形状 218"/>
            <p:cNvSpPr/>
            <p:nvPr/>
          </p:nvSpPr>
          <p:spPr>
            <a:xfrm>
              <a:off x="3512641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3609887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" name="任意多边形: 形状 220"/>
            <p:cNvSpPr/>
            <p:nvPr/>
          </p:nvSpPr>
          <p:spPr>
            <a:xfrm>
              <a:off x="3700650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" name="任意多边形: 形状 221"/>
            <p:cNvSpPr/>
            <p:nvPr/>
          </p:nvSpPr>
          <p:spPr>
            <a:xfrm>
              <a:off x="3791412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" name="任意多边形: 形状 222"/>
            <p:cNvSpPr/>
            <p:nvPr/>
          </p:nvSpPr>
          <p:spPr>
            <a:xfrm>
              <a:off x="4063700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" name="任意多边形: 形状 223"/>
            <p:cNvSpPr/>
            <p:nvPr/>
          </p:nvSpPr>
          <p:spPr>
            <a:xfrm>
              <a:off x="4160946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" name="任意多边形: 形状 224"/>
            <p:cNvSpPr/>
            <p:nvPr/>
          </p:nvSpPr>
          <p:spPr>
            <a:xfrm>
              <a:off x="4251709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" name="任意多边形: 形状 225"/>
            <p:cNvSpPr/>
            <p:nvPr/>
          </p:nvSpPr>
          <p:spPr>
            <a:xfrm>
              <a:off x="4342471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" name="任意多边形: 形状 226"/>
            <p:cNvSpPr/>
            <p:nvPr/>
          </p:nvSpPr>
          <p:spPr>
            <a:xfrm>
              <a:off x="4433234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" name="任意多边形: 形状 227"/>
            <p:cNvSpPr/>
            <p:nvPr/>
          </p:nvSpPr>
          <p:spPr>
            <a:xfrm>
              <a:off x="4523997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" name="任意多边形: 形状 228"/>
            <p:cNvSpPr/>
            <p:nvPr/>
          </p:nvSpPr>
          <p:spPr>
            <a:xfrm>
              <a:off x="4614759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" name="任意多边形: 形状 229"/>
            <p:cNvSpPr/>
            <p:nvPr/>
          </p:nvSpPr>
          <p:spPr>
            <a:xfrm>
              <a:off x="4712005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" name="任意多边形: 形状 230"/>
            <p:cNvSpPr/>
            <p:nvPr/>
          </p:nvSpPr>
          <p:spPr>
            <a:xfrm>
              <a:off x="4802768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" name="任意多边形: 形状 231"/>
            <p:cNvSpPr/>
            <p:nvPr/>
          </p:nvSpPr>
          <p:spPr>
            <a:xfrm>
              <a:off x="4893530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" name="任意多边形: 形状 232"/>
            <p:cNvSpPr/>
            <p:nvPr/>
          </p:nvSpPr>
          <p:spPr>
            <a:xfrm>
              <a:off x="4984293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" name="任意多边形: 形状 233"/>
            <p:cNvSpPr/>
            <p:nvPr/>
          </p:nvSpPr>
          <p:spPr>
            <a:xfrm>
              <a:off x="5075056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" name="任意多边形: 形状 234"/>
            <p:cNvSpPr/>
            <p:nvPr/>
          </p:nvSpPr>
          <p:spPr>
            <a:xfrm>
              <a:off x="5165818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" name="任意多边形: 形状 235"/>
            <p:cNvSpPr/>
            <p:nvPr/>
          </p:nvSpPr>
          <p:spPr>
            <a:xfrm>
              <a:off x="5263064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" name="任意多边形: 形状 236"/>
            <p:cNvSpPr/>
            <p:nvPr/>
          </p:nvSpPr>
          <p:spPr>
            <a:xfrm>
              <a:off x="5904886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" name="任意多边形: 形状 237"/>
            <p:cNvSpPr/>
            <p:nvPr/>
          </p:nvSpPr>
          <p:spPr>
            <a:xfrm>
              <a:off x="5995649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" name="任意多边形: 形状 238"/>
            <p:cNvSpPr/>
            <p:nvPr/>
          </p:nvSpPr>
          <p:spPr>
            <a:xfrm>
              <a:off x="6086411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" name="任意多边形: 形状 239"/>
            <p:cNvSpPr/>
            <p:nvPr/>
          </p:nvSpPr>
          <p:spPr>
            <a:xfrm>
              <a:off x="6177174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" name="任意多边形: 形状 240"/>
            <p:cNvSpPr/>
            <p:nvPr/>
          </p:nvSpPr>
          <p:spPr>
            <a:xfrm>
              <a:off x="7558063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" name="任意多边形: 形状 241"/>
            <p:cNvSpPr/>
            <p:nvPr/>
          </p:nvSpPr>
          <p:spPr>
            <a:xfrm>
              <a:off x="7648826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" name="任意多边形: 形状 242"/>
            <p:cNvSpPr/>
            <p:nvPr/>
          </p:nvSpPr>
          <p:spPr>
            <a:xfrm>
              <a:off x="7739588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" name="任意多边形: 形状 243"/>
            <p:cNvSpPr/>
            <p:nvPr/>
          </p:nvSpPr>
          <p:spPr>
            <a:xfrm>
              <a:off x="7830351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" name="任意多边形: 形状 244"/>
            <p:cNvSpPr/>
            <p:nvPr/>
          </p:nvSpPr>
          <p:spPr>
            <a:xfrm>
              <a:off x="7921114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" name="任意多边形: 形状 245"/>
            <p:cNvSpPr/>
            <p:nvPr/>
          </p:nvSpPr>
          <p:spPr>
            <a:xfrm>
              <a:off x="8018360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" name="任意多边形: 形状 246"/>
            <p:cNvSpPr/>
            <p:nvPr/>
          </p:nvSpPr>
          <p:spPr>
            <a:xfrm>
              <a:off x="8109122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" name="任意多边形: 形状 247"/>
            <p:cNvSpPr/>
            <p:nvPr/>
          </p:nvSpPr>
          <p:spPr>
            <a:xfrm>
              <a:off x="8199885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" name="任意多边形: 形状 248"/>
            <p:cNvSpPr/>
            <p:nvPr/>
          </p:nvSpPr>
          <p:spPr>
            <a:xfrm>
              <a:off x="8290648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" name="任意多边形: 形状 249"/>
            <p:cNvSpPr/>
            <p:nvPr/>
          </p:nvSpPr>
          <p:spPr>
            <a:xfrm>
              <a:off x="8381410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多边形: 形状 250"/>
            <p:cNvSpPr/>
            <p:nvPr/>
          </p:nvSpPr>
          <p:spPr>
            <a:xfrm>
              <a:off x="8472173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" name="任意多边形: 形状 251"/>
            <p:cNvSpPr/>
            <p:nvPr/>
          </p:nvSpPr>
          <p:spPr>
            <a:xfrm>
              <a:off x="8569419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" name="任意多边形: 形状 252"/>
            <p:cNvSpPr/>
            <p:nvPr/>
          </p:nvSpPr>
          <p:spPr>
            <a:xfrm>
              <a:off x="8660181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" name="任意多边形: 形状 253"/>
            <p:cNvSpPr/>
            <p:nvPr/>
          </p:nvSpPr>
          <p:spPr>
            <a:xfrm>
              <a:off x="8750944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" name="任意多边形: 形状 254"/>
            <p:cNvSpPr/>
            <p:nvPr/>
          </p:nvSpPr>
          <p:spPr>
            <a:xfrm>
              <a:off x="8841707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" name="任意多边形: 形状 255"/>
            <p:cNvSpPr/>
            <p:nvPr/>
          </p:nvSpPr>
          <p:spPr>
            <a:xfrm>
              <a:off x="8932469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" name="任意多边形: 形状 256"/>
            <p:cNvSpPr/>
            <p:nvPr/>
          </p:nvSpPr>
          <p:spPr>
            <a:xfrm>
              <a:off x="9023232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" name="任意多边形: 形状 257"/>
            <p:cNvSpPr/>
            <p:nvPr/>
          </p:nvSpPr>
          <p:spPr>
            <a:xfrm>
              <a:off x="9120478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多边形: 形状 258"/>
            <p:cNvSpPr/>
            <p:nvPr/>
          </p:nvSpPr>
          <p:spPr>
            <a:xfrm>
              <a:off x="9211240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" name="任意多边形: 形状 259"/>
            <p:cNvSpPr/>
            <p:nvPr/>
          </p:nvSpPr>
          <p:spPr>
            <a:xfrm>
              <a:off x="9302003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" name="任意多边形: 形状 260"/>
            <p:cNvSpPr/>
            <p:nvPr/>
          </p:nvSpPr>
          <p:spPr>
            <a:xfrm>
              <a:off x="9392766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" name="任意多边形: 形状 261"/>
            <p:cNvSpPr/>
            <p:nvPr/>
          </p:nvSpPr>
          <p:spPr>
            <a:xfrm>
              <a:off x="9483528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" name="任意多边形: 形状 262"/>
            <p:cNvSpPr/>
            <p:nvPr/>
          </p:nvSpPr>
          <p:spPr>
            <a:xfrm>
              <a:off x="9574291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" name="任意多边形: 形状 263"/>
            <p:cNvSpPr/>
            <p:nvPr/>
          </p:nvSpPr>
          <p:spPr>
            <a:xfrm>
              <a:off x="9671537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" name="任意多边形: 形状 264"/>
            <p:cNvSpPr/>
            <p:nvPr/>
          </p:nvSpPr>
          <p:spPr>
            <a:xfrm>
              <a:off x="9762299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" name="任意多边形: 形状 265"/>
            <p:cNvSpPr/>
            <p:nvPr/>
          </p:nvSpPr>
          <p:spPr>
            <a:xfrm>
              <a:off x="9853062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1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6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" name="任意多边形: 形状 266"/>
            <p:cNvSpPr/>
            <p:nvPr/>
          </p:nvSpPr>
          <p:spPr>
            <a:xfrm>
              <a:off x="9943825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8" name="任意多边形: 形状 267"/>
            <p:cNvSpPr/>
            <p:nvPr/>
          </p:nvSpPr>
          <p:spPr>
            <a:xfrm>
              <a:off x="10034587" y="114654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9" name="任意多边形: 形状 268"/>
            <p:cNvSpPr/>
            <p:nvPr/>
          </p:nvSpPr>
          <p:spPr>
            <a:xfrm>
              <a:off x="10125350" y="114654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多边形: 形状 269"/>
            <p:cNvSpPr/>
            <p:nvPr/>
          </p:nvSpPr>
          <p:spPr>
            <a:xfrm>
              <a:off x="1496413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1" name="任意多边形: 形状 270"/>
            <p:cNvSpPr/>
            <p:nvPr/>
          </p:nvSpPr>
          <p:spPr>
            <a:xfrm>
              <a:off x="1587176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2" name="任意多边形: 形状 271"/>
            <p:cNvSpPr/>
            <p:nvPr/>
          </p:nvSpPr>
          <p:spPr>
            <a:xfrm>
              <a:off x="1677939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3" name="任意多边形: 形状 272"/>
            <p:cNvSpPr/>
            <p:nvPr/>
          </p:nvSpPr>
          <p:spPr>
            <a:xfrm>
              <a:off x="1768701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4" name="任意多边形: 形状 273"/>
            <p:cNvSpPr/>
            <p:nvPr/>
          </p:nvSpPr>
          <p:spPr>
            <a:xfrm>
              <a:off x="1859464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" name="任意多边形: 形状 274"/>
            <p:cNvSpPr/>
            <p:nvPr/>
          </p:nvSpPr>
          <p:spPr>
            <a:xfrm>
              <a:off x="1956710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" name="任意多边形: 形状 275"/>
            <p:cNvSpPr/>
            <p:nvPr/>
          </p:nvSpPr>
          <p:spPr>
            <a:xfrm>
              <a:off x="2047472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" name="任意多边形: 形状 276"/>
            <p:cNvSpPr/>
            <p:nvPr/>
          </p:nvSpPr>
          <p:spPr>
            <a:xfrm>
              <a:off x="2138235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" name="任意多边形: 形状 277"/>
            <p:cNvSpPr/>
            <p:nvPr/>
          </p:nvSpPr>
          <p:spPr>
            <a:xfrm>
              <a:off x="2228998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" name="任意多边形: 形状 278"/>
            <p:cNvSpPr/>
            <p:nvPr/>
          </p:nvSpPr>
          <p:spPr>
            <a:xfrm>
              <a:off x="2319760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0" name="任意多边形: 形状 279"/>
            <p:cNvSpPr/>
            <p:nvPr/>
          </p:nvSpPr>
          <p:spPr>
            <a:xfrm>
              <a:off x="2410523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1" name="任意多边形: 形状 280"/>
            <p:cNvSpPr/>
            <p:nvPr/>
          </p:nvSpPr>
          <p:spPr>
            <a:xfrm>
              <a:off x="2507769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2" name="任意多边形: 形状 281"/>
            <p:cNvSpPr/>
            <p:nvPr/>
          </p:nvSpPr>
          <p:spPr>
            <a:xfrm>
              <a:off x="2598531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3" name="任意多边形: 形状 282"/>
            <p:cNvSpPr/>
            <p:nvPr/>
          </p:nvSpPr>
          <p:spPr>
            <a:xfrm>
              <a:off x="2780057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4" name="任意多边形: 形状 283"/>
            <p:cNvSpPr/>
            <p:nvPr/>
          </p:nvSpPr>
          <p:spPr>
            <a:xfrm>
              <a:off x="2870819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5" name="任意多边形: 形状 284"/>
            <p:cNvSpPr/>
            <p:nvPr/>
          </p:nvSpPr>
          <p:spPr>
            <a:xfrm>
              <a:off x="2961582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多边形: 形状 285"/>
            <p:cNvSpPr/>
            <p:nvPr/>
          </p:nvSpPr>
          <p:spPr>
            <a:xfrm>
              <a:off x="3058828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" name="任意多边形: 形状 286"/>
            <p:cNvSpPr/>
            <p:nvPr/>
          </p:nvSpPr>
          <p:spPr>
            <a:xfrm>
              <a:off x="3149590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" name="任意多边形: 形状 287"/>
            <p:cNvSpPr/>
            <p:nvPr/>
          </p:nvSpPr>
          <p:spPr>
            <a:xfrm>
              <a:off x="3240353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多边形: 形状 288"/>
            <p:cNvSpPr/>
            <p:nvPr/>
          </p:nvSpPr>
          <p:spPr>
            <a:xfrm>
              <a:off x="3331116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多边形: 形状 289"/>
            <p:cNvSpPr/>
            <p:nvPr/>
          </p:nvSpPr>
          <p:spPr>
            <a:xfrm>
              <a:off x="3421878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" name="任意多边形: 形状 290"/>
            <p:cNvSpPr/>
            <p:nvPr/>
          </p:nvSpPr>
          <p:spPr>
            <a:xfrm>
              <a:off x="3512641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2" name="任意多边形: 形状 291"/>
            <p:cNvSpPr/>
            <p:nvPr/>
          </p:nvSpPr>
          <p:spPr>
            <a:xfrm>
              <a:off x="3609887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3" name="任意多边形: 形状 292"/>
            <p:cNvSpPr/>
            <p:nvPr/>
          </p:nvSpPr>
          <p:spPr>
            <a:xfrm>
              <a:off x="3700650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" name="任意多边形: 形状 293"/>
            <p:cNvSpPr/>
            <p:nvPr/>
          </p:nvSpPr>
          <p:spPr>
            <a:xfrm>
              <a:off x="3791412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" name="任意多边形: 形状 294"/>
            <p:cNvSpPr/>
            <p:nvPr/>
          </p:nvSpPr>
          <p:spPr>
            <a:xfrm>
              <a:off x="4063700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95"/>
            <p:cNvSpPr/>
            <p:nvPr/>
          </p:nvSpPr>
          <p:spPr>
            <a:xfrm>
              <a:off x="4160946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96"/>
            <p:cNvSpPr/>
            <p:nvPr/>
          </p:nvSpPr>
          <p:spPr>
            <a:xfrm>
              <a:off x="4251709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多边形: 形状 297"/>
            <p:cNvSpPr/>
            <p:nvPr/>
          </p:nvSpPr>
          <p:spPr>
            <a:xfrm>
              <a:off x="4342471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" name="任意多边形: 形状 298"/>
            <p:cNvSpPr/>
            <p:nvPr/>
          </p:nvSpPr>
          <p:spPr>
            <a:xfrm>
              <a:off x="4433234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多边形: 形状 299"/>
            <p:cNvSpPr/>
            <p:nvPr/>
          </p:nvSpPr>
          <p:spPr>
            <a:xfrm>
              <a:off x="4523997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" name="任意多边形: 形状 300"/>
            <p:cNvSpPr/>
            <p:nvPr/>
          </p:nvSpPr>
          <p:spPr>
            <a:xfrm>
              <a:off x="4614759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" name="任意多边形: 形状 301"/>
            <p:cNvSpPr/>
            <p:nvPr/>
          </p:nvSpPr>
          <p:spPr>
            <a:xfrm>
              <a:off x="4712005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" name="任意多边形: 形状 302"/>
            <p:cNvSpPr/>
            <p:nvPr/>
          </p:nvSpPr>
          <p:spPr>
            <a:xfrm>
              <a:off x="4802768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4" name="任意多边形: 形状 303"/>
            <p:cNvSpPr/>
            <p:nvPr/>
          </p:nvSpPr>
          <p:spPr>
            <a:xfrm>
              <a:off x="4893530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5" name="任意多边形: 形状 304"/>
            <p:cNvSpPr/>
            <p:nvPr/>
          </p:nvSpPr>
          <p:spPr>
            <a:xfrm>
              <a:off x="4984293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6" name="任意多边形: 形状 305"/>
            <p:cNvSpPr/>
            <p:nvPr/>
          </p:nvSpPr>
          <p:spPr>
            <a:xfrm>
              <a:off x="5075056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7" name="任意多边形: 形状 306"/>
            <p:cNvSpPr/>
            <p:nvPr/>
          </p:nvSpPr>
          <p:spPr>
            <a:xfrm>
              <a:off x="5165818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8" name="任意多边形: 形状 307"/>
            <p:cNvSpPr/>
            <p:nvPr/>
          </p:nvSpPr>
          <p:spPr>
            <a:xfrm>
              <a:off x="5814123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9" name="任意多边形: 形状 308"/>
            <p:cNvSpPr/>
            <p:nvPr/>
          </p:nvSpPr>
          <p:spPr>
            <a:xfrm>
              <a:off x="5904886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0" name="任意多边形: 形状 309"/>
            <p:cNvSpPr/>
            <p:nvPr/>
          </p:nvSpPr>
          <p:spPr>
            <a:xfrm>
              <a:off x="5995649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1" name="任意多边形: 形状 310"/>
            <p:cNvSpPr/>
            <p:nvPr/>
          </p:nvSpPr>
          <p:spPr>
            <a:xfrm>
              <a:off x="6086411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2" name="任意多边形: 形状 311"/>
            <p:cNvSpPr/>
            <p:nvPr/>
          </p:nvSpPr>
          <p:spPr>
            <a:xfrm>
              <a:off x="6916241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多边形: 形状 312"/>
            <p:cNvSpPr/>
            <p:nvPr/>
          </p:nvSpPr>
          <p:spPr>
            <a:xfrm>
              <a:off x="7007004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4" name="任意多边形: 形状 313"/>
            <p:cNvSpPr/>
            <p:nvPr/>
          </p:nvSpPr>
          <p:spPr>
            <a:xfrm>
              <a:off x="7558063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5" name="任意多边形: 形状 314"/>
            <p:cNvSpPr/>
            <p:nvPr/>
          </p:nvSpPr>
          <p:spPr>
            <a:xfrm>
              <a:off x="7648826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多边形: 形状 315"/>
            <p:cNvSpPr/>
            <p:nvPr/>
          </p:nvSpPr>
          <p:spPr>
            <a:xfrm>
              <a:off x="7739588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多边形: 形状 316"/>
            <p:cNvSpPr/>
            <p:nvPr/>
          </p:nvSpPr>
          <p:spPr>
            <a:xfrm>
              <a:off x="7830351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多边形: 形状 317"/>
            <p:cNvSpPr/>
            <p:nvPr/>
          </p:nvSpPr>
          <p:spPr>
            <a:xfrm>
              <a:off x="7921114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多边形: 形状 318"/>
            <p:cNvSpPr/>
            <p:nvPr/>
          </p:nvSpPr>
          <p:spPr>
            <a:xfrm>
              <a:off x="8018360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多边形: 形状 319"/>
            <p:cNvSpPr/>
            <p:nvPr/>
          </p:nvSpPr>
          <p:spPr>
            <a:xfrm>
              <a:off x="8109122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多边形: 形状 320"/>
            <p:cNvSpPr/>
            <p:nvPr/>
          </p:nvSpPr>
          <p:spPr>
            <a:xfrm>
              <a:off x="8199885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多边形: 形状 321"/>
            <p:cNvSpPr/>
            <p:nvPr/>
          </p:nvSpPr>
          <p:spPr>
            <a:xfrm>
              <a:off x="8290648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3" name="任意多边形: 形状 322"/>
            <p:cNvSpPr/>
            <p:nvPr/>
          </p:nvSpPr>
          <p:spPr>
            <a:xfrm>
              <a:off x="8381410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4" name="任意多边形: 形状 323"/>
            <p:cNvSpPr/>
            <p:nvPr/>
          </p:nvSpPr>
          <p:spPr>
            <a:xfrm>
              <a:off x="8472173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5" name="任意多边形: 形状 324"/>
            <p:cNvSpPr/>
            <p:nvPr/>
          </p:nvSpPr>
          <p:spPr>
            <a:xfrm>
              <a:off x="8569419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多边形: 形状 325"/>
            <p:cNvSpPr/>
            <p:nvPr/>
          </p:nvSpPr>
          <p:spPr>
            <a:xfrm>
              <a:off x="8660181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多边形: 形状 326"/>
            <p:cNvSpPr/>
            <p:nvPr/>
          </p:nvSpPr>
          <p:spPr>
            <a:xfrm>
              <a:off x="8750944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多边形: 形状 327"/>
            <p:cNvSpPr/>
            <p:nvPr/>
          </p:nvSpPr>
          <p:spPr>
            <a:xfrm>
              <a:off x="8841707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9" name="任意多边形: 形状 328"/>
            <p:cNvSpPr/>
            <p:nvPr/>
          </p:nvSpPr>
          <p:spPr>
            <a:xfrm>
              <a:off x="8932469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0" name="任意多边形: 形状 329"/>
            <p:cNvSpPr/>
            <p:nvPr/>
          </p:nvSpPr>
          <p:spPr>
            <a:xfrm>
              <a:off x="9023232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1" name="任意多边形: 形状 330"/>
            <p:cNvSpPr/>
            <p:nvPr/>
          </p:nvSpPr>
          <p:spPr>
            <a:xfrm>
              <a:off x="9120478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2" name="任意多边形: 形状 331"/>
            <p:cNvSpPr/>
            <p:nvPr/>
          </p:nvSpPr>
          <p:spPr>
            <a:xfrm>
              <a:off x="9211240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3" name="任意多边形: 形状 332"/>
            <p:cNvSpPr/>
            <p:nvPr/>
          </p:nvSpPr>
          <p:spPr>
            <a:xfrm>
              <a:off x="9302003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4" name="任意多边形: 形状 333"/>
            <p:cNvSpPr/>
            <p:nvPr/>
          </p:nvSpPr>
          <p:spPr>
            <a:xfrm>
              <a:off x="9392766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5" name="任意多边形: 形状 334"/>
            <p:cNvSpPr/>
            <p:nvPr/>
          </p:nvSpPr>
          <p:spPr>
            <a:xfrm>
              <a:off x="9483528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6" name="任意多边形: 形状 335"/>
            <p:cNvSpPr/>
            <p:nvPr/>
          </p:nvSpPr>
          <p:spPr>
            <a:xfrm>
              <a:off x="9574291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7" name="任意多边形: 形状 336"/>
            <p:cNvSpPr/>
            <p:nvPr/>
          </p:nvSpPr>
          <p:spPr>
            <a:xfrm>
              <a:off x="9671537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8" name="任意多边形: 形状 337"/>
            <p:cNvSpPr/>
            <p:nvPr/>
          </p:nvSpPr>
          <p:spPr>
            <a:xfrm>
              <a:off x="9762299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9" name="任意多边形: 形状 338"/>
            <p:cNvSpPr/>
            <p:nvPr/>
          </p:nvSpPr>
          <p:spPr>
            <a:xfrm>
              <a:off x="9853062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0" name="任意多边形: 形状 339"/>
            <p:cNvSpPr/>
            <p:nvPr/>
          </p:nvSpPr>
          <p:spPr>
            <a:xfrm>
              <a:off x="9943825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1" name="任意多边形: 形状 340"/>
            <p:cNvSpPr/>
            <p:nvPr/>
          </p:nvSpPr>
          <p:spPr>
            <a:xfrm>
              <a:off x="10034587" y="123731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多边形: 形状 341"/>
            <p:cNvSpPr/>
            <p:nvPr/>
          </p:nvSpPr>
          <p:spPr>
            <a:xfrm>
              <a:off x="10125350" y="123731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多边形: 形状 342"/>
            <p:cNvSpPr/>
            <p:nvPr/>
          </p:nvSpPr>
          <p:spPr>
            <a:xfrm>
              <a:off x="1405651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多边形: 形状 343"/>
            <p:cNvSpPr/>
            <p:nvPr/>
          </p:nvSpPr>
          <p:spPr>
            <a:xfrm>
              <a:off x="1496413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多边形: 形状 344"/>
            <p:cNvSpPr/>
            <p:nvPr/>
          </p:nvSpPr>
          <p:spPr>
            <a:xfrm>
              <a:off x="1587176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多边形: 形状 345"/>
            <p:cNvSpPr/>
            <p:nvPr/>
          </p:nvSpPr>
          <p:spPr>
            <a:xfrm>
              <a:off x="1677939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多边形: 形状 346"/>
            <p:cNvSpPr/>
            <p:nvPr/>
          </p:nvSpPr>
          <p:spPr>
            <a:xfrm>
              <a:off x="1768701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8" name="任意多边形: 形状 347"/>
            <p:cNvSpPr/>
            <p:nvPr/>
          </p:nvSpPr>
          <p:spPr>
            <a:xfrm>
              <a:off x="1859464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多边形: 形状 348"/>
            <p:cNvSpPr/>
            <p:nvPr/>
          </p:nvSpPr>
          <p:spPr>
            <a:xfrm>
              <a:off x="1956710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多边形: 形状 349"/>
            <p:cNvSpPr/>
            <p:nvPr/>
          </p:nvSpPr>
          <p:spPr>
            <a:xfrm>
              <a:off x="2047472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多边形: 形状 350"/>
            <p:cNvSpPr/>
            <p:nvPr/>
          </p:nvSpPr>
          <p:spPr>
            <a:xfrm>
              <a:off x="2138235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多边形: 形状 351"/>
            <p:cNvSpPr/>
            <p:nvPr/>
          </p:nvSpPr>
          <p:spPr>
            <a:xfrm>
              <a:off x="2228998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多边形: 形状 352"/>
            <p:cNvSpPr/>
            <p:nvPr/>
          </p:nvSpPr>
          <p:spPr>
            <a:xfrm>
              <a:off x="2319760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4" name="任意多边形: 形状 353"/>
            <p:cNvSpPr/>
            <p:nvPr/>
          </p:nvSpPr>
          <p:spPr>
            <a:xfrm>
              <a:off x="2410523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多边形: 形状 354"/>
            <p:cNvSpPr/>
            <p:nvPr/>
          </p:nvSpPr>
          <p:spPr>
            <a:xfrm>
              <a:off x="2507769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多边形: 形状 355"/>
            <p:cNvSpPr/>
            <p:nvPr/>
          </p:nvSpPr>
          <p:spPr>
            <a:xfrm>
              <a:off x="2598531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多边形: 形状 356"/>
            <p:cNvSpPr/>
            <p:nvPr/>
          </p:nvSpPr>
          <p:spPr>
            <a:xfrm>
              <a:off x="2689294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多边形: 形状 357"/>
            <p:cNvSpPr/>
            <p:nvPr/>
          </p:nvSpPr>
          <p:spPr>
            <a:xfrm>
              <a:off x="2870819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多边形: 形状 358"/>
            <p:cNvSpPr/>
            <p:nvPr/>
          </p:nvSpPr>
          <p:spPr>
            <a:xfrm>
              <a:off x="2961582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多边形: 形状 359"/>
            <p:cNvSpPr/>
            <p:nvPr/>
          </p:nvSpPr>
          <p:spPr>
            <a:xfrm>
              <a:off x="3058828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多边形: 形状 360"/>
            <p:cNvSpPr/>
            <p:nvPr/>
          </p:nvSpPr>
          <p:spPr>
            <a:xfrm>
              <a:off x="3149590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多边形: 形状 361"/>
            <p:cNvSpPr/>
            <p:nvPr/>
          </p:nvSpPr>
          <p:spPr>
            <a:xfrm>
              <a:off x="3331116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多边形: 形状 362"/>
            <p:cNvSpPr/>
            <p:nvPr/>
          </p:nvSpPr>
          <p:spPr>
            <a:xfrm>
              <a:off x="3421878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多边形: 形状 363"/>
            <p:cNvSpPr/>
            <p:nvPr/>
          </p:nvSpPr>
          <p:spPr>
            <a:xfrm>
              <a:off x="3512641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多边形: 形状 364"/>
            <p:cNvSpPr/>
            <p:nvPr/>
          </p:nvSpPr>
          <p:spPr>
            <a:xfrm>
              <a:off x="3609887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多边形: 形状 365"/>
            <p:cNvSpPr/>
            <p:nvPr/>
          </p:nvSpPr>
          <p:spPr>
            <a:xfrm>
              <a:off x="3700650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多边形: 形状 366"/>
            <p:cNvSpPr/>
            <p:nvPr/>
          </p:nvSpPr>
          <p:spPr>
            <a:xfrm>
              <a:off x="3791412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多边形: 形状 367"/>
            <p:cNvSpPr/>
            <p:nvPr/>
          </p:nvSpPr>
          <p:spPr>
            <a:xfrm>
              <a:off x="4251709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多边形: 形状 368"/>
            <p:cNvSpPr/>
            <p:nvPr/>
          </p:nvSpPr>
          <p:spPr>
            <a:xfrm>
              <a:off x="4342471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多边形: 形状 369"/>
            <p:cNvSpPr/>
            <p:nvPr/>
          </p:nvSpPr>
          <p:spPr>
            <a:xfrm>
              <a:off x="4433234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1" name="任意多边形: 形状 370"/>
            <p:cNvSpPr/>
            <p:nvPr/>
          </p:nvSpPr>
          <p:spPr>
            <a:xfrm>
              <a:off x="4523997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2" name="任意多边形: 形状 371"/>
            <p:cNvSpPr/>
            <p:nvPr/>
          </p:nvSpPr>
          <p:spPr>
            <a:xfrm>
              <a:off x="4614759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3" name="任意多边形: 形状 372"/>
            <p:cNvSpPr/>
            <p:nvPr/>
          </p:nvSpPr>
          <p:spPr>
            <a:xfrm>
              <a:off x="4712005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4" name="任意多边形: 形状 373"/>
            <p:cNvSpPr/>
            <p:nvPr/>
          </p:nvSpPr>
          <p:spPr>
            <a:xfrm>
              <a:off x="4802768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5" name="任意多边形: 形状 374"/>
            <p:cNvSpPr/>
            <p:nvPr/>
          </p:nvSpPr>
          <p:spPr>
            <a:xfrm>
              <a:off x="4893530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6" name="任意多边形: 形状 375"/>
            <p:cNvSpPr/>
            <p:nvPr/>
          </p:nvSpPr>
          <p:spPr>
            <a:xfrm>
              <a:off x="4984293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7" name="任意多边形: 形状 376"/>
            <p:cNvSpPr/>
            <p:nvPr/>
          </p:nvSpPr>
          <p:spPr>
            <a:xfrm>
              <a:off x="5075056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8" name="任意多边形: 形状 377"/>
            <p:cNvSpPr/>
            <p:nvPr/>
          </p:nvSpPr>
          <p:spPr>
            <a:xfrm>
              <a:off x="5165818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9" name="任意多边形: 形状 378"/>
            <p:cNvSpPr/>
            <p:nvPr/>
          </p:nvSpPr>
          <p:spPr>
            <a:xfrm>
              <a:off x="5904886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0" name="任意多边形: 形状 379"/>
            <p:cNvSpPr/>
            <p:nvPr/>
          </p:nvSpPr>
          <p:spPr>
            <a:xfrm>
              <a:off x="5995649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1" name="任意多边形: 形状 380"/>
            <p:cNvSpPr/>
            <p:nvPr/>
          </p:nvSpPr>
          <p:spPr>
            <a:xfrm>
              <a:off x="6818996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2" name="任意多边形: 形状 381"/>
            <p:cNvSpPr/>
            <p:nvPr/>
          </p:nvSpPr>
          <p:spPr>
            <a:xfrm>
              <a:off x="6916241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3" name="任意多边形: 形状 382"/>
            <p:cNvSpPr/>
            <p:nvPr/>
          </p:nvSpPr>
          <p:spPr>
            <a:xfrm>
              <a:off x="7467300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4" name="任意多边形: 形状 383"/>
            <p:cNvSpPr/>
            <p:nvPr/>
          </p:nvSpPr>
          <p:spPr>
            <a:xfrm>
              <a:off x="7558063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5" name="任意多边形: 形状 384"/>
            <p:cNvSpPr/>
            <p:nvPr/>
          </p:nvSpPr>
          <p:spPr>
            <a:xfrm>
              <a:off x="7648826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6" name="任意多边形: 形状 385"/>
            <p:cNvSpPr/>
            <p:nvPr/>
          </p:nvSpPr>
          <p:spPr>
            <a:xfrm>
              <a:off x="7739588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7" name="任意多边形: 形状 386"/>
            <p:cNvSpPr/>
            <p:nvPr/>
          </p:nvSpPr>
          <p:spPr>
            <a:xfrm>
              <a:off x="7830351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8" name="任意多边形: 形状 387"/>
            <p:cNvSpPr/>
            <p:nvPr/>
          </p:nvSpPr>
          <p:spPr>
            <a:xfrm>
              <a:off x="7921114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9" name="任意多边形: 形状 388"/>
            <p:cNvSpPr/>
            <p:nvPr/>
          </p:nvSpPr>
          <p:spPr>
            <a:xfrm>
              <a:off x="8018360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0" name="任意多边形: 形状 389"/>
            <p:cNvSpPr/>
            <p:nvPr/>
          </p:nvSpPr>
          <p:spPr>
            <a:xfrm>
              <a:off x="8109122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1" name="任意多边形: 形状 390"/>
            <p:cNvSpPr/>
            <p:nvPr/>
          </p:nvSpPr>
          <p:spPr>
            <a:xfrm>
              <a:off x="8199885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2" name="任意多边形: 形状 391"/>
            <p:cNvSpPr/>
            <p:nvPr/>
          </p:nvSpPr>
          <p:spPr>
            <a:xfrm>
              <a:off x="8290648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3" name="任意多边形: 形状 392"/>
            <p:cNvSpPr/>
            <p:nvPr/>
          </p:nvSpPr>
          <p:spPr>
            <a:xfrm>
              <a:off x="8381410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4" name="任意多边形: 形状 393"/>
            <p:cNvSpPr/>
            <p:nvPr/>
          </p:nvSpPr>
          <p:spPr>
            <a:xfrm>
              <a:off x="8472173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5" name="任意多边形: 形状 394"/>
            <p:cNvSpPr/>
            <p:nvPr/>
          </p:nvSpPr>
          <p:spPr>
            <a:xfrm>
              <a:off x="8569419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6" name="任意多边形: 形状 395"/>
            <p:cNvSpPr/>
            <p:nvPr/>
          </p:nvSpPr>
          <p:spPr>
            <a:xfrm>
              <a:off x="8660181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7" name="任意多边形: 形状 396"/>
            <p:cNvSpPr/>
            <p:nvPr/>
          </p:nvSpPr>
          <p:spPr>
            <a:xfrm>
              <a:off x="8750944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8" name="任意多边形: 形状 397"/>
            <p:cNvSpPr/>
            <p:nvPr/>
          </p:nvSpPr>
          <p:spPr>
            <a:xfrm>
              <a:off x="8841707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9" name="任意多边形: 形状 398"/>
            <p:cNvSpPr/>
            <p:nvPr/>
          </p:nvSpPr>
          <p:spPr>
            <a:xfrm>
              <a:off x="8932469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0" name="任意多边形: 形状 399"/>
            <p:cNvSpPr/>
            <p:nvPr/>
          </p:nvSpPr>
          <p:spPr>
            <a:xfrm>
              <a:off x="9023232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1" name="任意多边形: 形状 400"/>
            <p:cNvSpPr/>
            <p:nvPr/>
          </p:nvSpPr>
          <p:spPr>
            <a:xfrm>
              <a:off x="9120478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2" name="任意多边形: 形状 401"/>
            <p:cNvSpPr/>
            <p:nvPr/>
          </p:nvSpPr>
          <p:spPr>
            <a:xfrm>
              <a:off x="9211240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3" name="任意多边形: 形状 402"/>
            <p:cNvSpPr/>
            <p:nvPr/>
          </p:nvSpPr>
          <p:spPr>
            <a:xfrm>
              <a:off x="9302003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4" name="任意多边形: 形状 403"/>
            <p:cNvSpPr/>
            <p:nvPr/>
          </p:nvSpPr>
          <p:spPr>
            <a:xfrm>
              <a:off x="9392766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5" name="任意多边形: 形状 404"/>
            <p:cNvSpPr/>
            <p:nvPr/>
          </p:nvSpPr>
          <p:spPr>
            <a:xfrm>
              <a:off x="9483528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6" name="任意多边形: 形状 405"/>
            <p:cNvSpPr/>
            <p:nvPr/>
          </p:nvSpPr>
          <p:spPr>
            <a:xfrm>
              <a:off x="9574291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7" name="任意多边形: 形状 406"/>
            <p:cNvSpPr/>
            <p:nvPr/>
          </p:nvSpPr>
          <p:spPr>
            <a:xfrm>
              <a:off x="9671537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8" name="任意多边形: 形状 407"/>
            <p:cNvSpPr/>
            <p:nvPr/>
          </p:nvSpPr>
          <p:spPr>
            <a:xfrm>
              <a:off x="9762299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9" name="任意多边形: 形状 408"/>
            <p:cNvSpPr/>
            <p:nvPr/>
          </p:nvSpPr>
          <p:spPr>
            <a:xfrm>
              <a:off x="9853062" y="132807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0" name="任意多边形: 形状 409"/>
            <p:cNvSpPr/>
            <p:nvPr/>
          </p:nvSpPr>
          <p:spPr>
            <a:xfrm>
              <a:off x="9943825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1" name="任意多边形: 形状 410"/>
            <p:cNvSpPr/>
            <p:nvPr/>
          </p:nvSpPr>
          <p:spPr>
            <a:xfrm>
              <a:off x="10034587" y="132807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2" name="任意多边形: 形状 411"/>
            <p:cNvSpPr/>
            <p:nvPr/>
          </p:nvSpPr>
          <p:spPr>
            <a:xfrm>
              <a:off x="1308405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3" name="任意多边形: 形状 412"/>
            <p:cNvSpPr/>
            <p:nvPr/>
          </p:nvSpPr>
          <p:spPr>
            <a:xfrm>
              <a:off x="1405651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4" name="任意多边形: 形状 413"/>
            <p:cNvSpPr/>
            <p:nvPr/>
          </p:nvSpPr>
          <p:spPr>
            <a:xfrm>
              <a:off x="1496413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5" name="任意多边形: 形状 414"/>
            <p:cNvSpPr/>
            <p:nvPr/>
          </p:nvSpPr>
          <p:spPr>
            <a:xfrm>
              <a:off x="1587176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6" name="任意多边形: 形状 415"/>
            <p:cNvSpPr/>
            <p:nvPr/>
          </p:nvSpPr>
          <p:spPr>
            <a:xfrm>
              <a:off x="1677939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7" name="任意多边形: 形状 416"/>
            <p:cNvSpPr/>
            <p:nvPr/>
          </p:nvSpPr>
          <p:spPr>
            <a:xfrm>
              <a:off x="1768701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8" name="任意多边形: 形状 417"/>
            <p:cNvSpPr/>
            <p:nvPr/>
          </p:nvSpPr>
          <p:spPr>
            <a:xfrm>
              <a:off x="1859464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9" name="任意多边形: 形状 418"/>
            <p:cNvSpPr/>
            <p:nvPr/>
          </p:nvSpPr>
          <p:spPr>
            <a:xfrm>
              <a:off x="1956710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多边形: 形状 419"/>
            <p:cNvSpPr/>
            <p:nvPr/>
          </p:nvSpPr>
          <p:spPr>
            <a:xfrm>
              <a:off x="2047472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多边形: 形状 420"/>
            <p:cNvSpPr/>
            <p:nvPr/>
          </p:nvSpPr>
          <p:spPr>
            <a:xfrm>
              <a:off x="2138235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多边形: 形状 421"/>
            <p:cNvSpPr/>
            <p:nvPr/>
          </p:nvSpPr>
          <p:spPr>
            <a:xfrm>
              <a:off x="2228998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3" name="任意多边形: 形状 422"/>
            <p:cNvSpPr/>
            <p:nvPr/>
          </p:nvSpPr>
          <p:spPr>
            <a:xfrm>
              <a:off x="2319760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4" name="任意多边形: 形状 423"/>
            <p:cNvSpPr/>
            <p:nvPr/>
          </p:nvSpPr>
          <p:spPr>
            <a:xfrm>
              <a:off x="2410523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5" name="任意多边形: 形状 424"/>
            <p:cNvSpPr/>
            <p:nvPr/>
          </p:nvSpPr>
          <p:spPr>
            <a:xfrm>
              <a:off x="2507769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6" name="任意多边形: 形状 425"/>
            <p:cNvSpPr/>
            <p:nvPr/>
          </p:nvSpPr>
          <p:spPr>
            <a:xfrm>
              <a:off x="2598531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7" name="任意多边形: 形状 426"/>
            <p:cNvSpPr/>
            <p:nvPr/>
          </p:nvSpPr>
          <p:spPr>
            <a:xfrm>
              <a:off x="2689294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8" name="任意多边形: 形状 427"/>
            <p:cNvSpPr/>
            <p:nvPr/>
          </p:nvSpPr>
          <p:spPr>
            <a:xfrm>
              <a:off x="2780057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9" name="任意多边形: 形状 428"/>
            <p:cNvSpPr/>
            <p:nvPr/>
          </p:nvSpPr>
          <p:spPr>
            <a:xfrm>
              <a:off x="2961582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0" name="任意多边形: 形状 429"/>
            <p:cNvSpPr/>
            <p:nvPr/>
          </p:nvSpPr>
          <p:spPr>
            <a:xfrm>
              <a:off x="3058828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1" name="任意多边形: 形状 430"/>
            <p:cNvSpPr/>
            <p:nvPr/>
          </p:nvSpPr>
          <p:spPr>
            <a:xfrm>
              <a:off x="3149590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2" name="任意多边形: 形状 431"/>
            <p:cNvSpPr/>
            <p:nvPr/>
          </p:nvSpPr>
          <p:spPr>
            <a:xfrm>
              <a:off x="3331116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3" name="任意多边形: 形状 432"/>
            <p:cNvSpPr/>
            <p:nvPr/>
          </p:nvSpPr>
          <p:spPr>
            <a:xfrm>
              <a:off x="3421878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4" name="任意多边形: 形状 433"/>
            <p:cNvSpPr/>
            <p:nvPr/>
          </p:nvSpPr>
          <p:spPr>
            <a:xfrm>
              <a:off x="3512641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5" name="任意多边形: 形状 434"/>
            <p:cNvSpPr/>
            <p:nvPr/>
          </p:nvSpPr>
          <p:spPr>
            <a:xfrm>
              <a:off x="3609887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6" name="任意多边形: 形状 435"/>
            <p:cNvSpPr/>
            <p:nvPr/>
          </p:nvSpPr>
          <p:spPr>
            <a:xfrm>
              <a:off x="3700650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7" name="任意多边形: 形状 436"/>
            <p:cNvSpPr/>
            <p:nvPr/>
          </p:nvSpPr>
          <p:spPr>
            <a:xfrm>
              <a:off x="3791412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8" name="任意多边形: 形状 437"/>
            <p:cNvSpPr/>
            <p:nvPr/>
          </p:nvSpPr>
          <p:spPr>
            <a:xfrm>
              <a:off x="4342471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9" name="任意多边形: 形状 438"/>
            <p:cNvSpPr/>
            <p:nvPr/>
          </p:nvSpPr>
          <p:spPr>
            <a:xfrm>
              <a:off x="4433234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0" name="任意多边形: 形状 439"/>
            <p:cNvSpPr/>
            <p:nvPr/>
          </p:nvSpPr>
          <p:spPr>
            <a:xfrm>
              <a:off x="4523997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1" name="任意多边形: 形状 440"/>
            <p:cNvSpPr/>
            <p:nvPr/>
          </p:nvSpPr>
          <p:spPr>
            <a:xfrm>
              <a:off x="4614759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2" name="任意多边形: 形状 441"/>
            <p:cNvSpPr/>
            <p:nvPr/>
          </p:nvSpPr>
          <p:spPr>
            <a:xfrm>
              <a:off x="4712005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3" name="任意多边形: 形状 442"/>
            <p:cNvSpPr/>
            <p:nvPr/>
          </p:nvSpPr>
          <p:spPr>
            <a:xfrm>
              <a:off x="4802768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4" name="任意多边形: 形状 443"/>
            <p:cNvSpPr/>
            <p:nvPr/>
          </p:nvSpPr>
          <p:spPr>
            <a:xfrm>
              <a:off x="4893530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5" name="任意多边形: 形状 444"/>
            <p:cNvSpPr/>
            <p:nvPr/>
          </p:nvSpPr>
          <p:spPr>
            <a:xfrm>
              <a:off x="4984293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6" name="任意多边形: 形状 445"/>
            <p:cNvSpPr/>
            <p:nvPr/>
          </p:nvSpPr>
          <p:spPr>
            <a:xfrm>
              <a:off x="5075056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7" name="任意多边形: 形状 446"/>
            <p:cNvSpPr/>
            <p:nvPr/>
          </p:nvSpPr>
          <p:spPr>
            <a:xfrm>
              <a:off x="5165818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8" name="任意多边形: 形状 447"/>
            <p:cNvSpPr/>
            <p:nvPr/>
          </p:nvSpPr>
          <p:spPr>
            <a:xfrm>
              <a:off x="6818996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9" name="任意多边形: 形状 448"/>
            <p:cNvSpPr/>
            <p:nvPr/>
          </p:nvSpPr>
          <p:spPr>
            <a:xfrm>
              <a:off x="7188529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0" name="任意多边形: 形状 449"/>
            <p:cNvSpPr/>
            <p:nvPr/>
          </p:nvSpPr>
          <p:spPr>
            <a:xfrm>
              <a:off x="7279292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1" name="任意多边形: 形状 450"/>
            <p:cNvSpPr/>
            <p:nvPr/>
          </p:nvSpPr>
          <p:spPr>
            <a:xfrm>
              <a:off x="7370055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2" name="任意多边形: 形状 451"/>
            <p:cNvSpPr/>
            <p:nvPr/>
          </p:nvSpPr>
          <p:spPr>
            <a:xfrm>
              <a:off x="7467300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3" name="任意多边形: 形状 452"/>
            <p:cNvSpPr/>
            <p:nvPr/>
          </p:nvSpPr>
          <p:spPr>
            <a:xfrm>
              <a:off x="7558063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4" name="任意多边形: 形状 453"/>
            <p:cNvSpPr/>
            <p:nvPr/>
          </p:nvSpPr>
          <p:spPr>
            <a:xfrm>
              <a:off x="7648826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5" name="任意多边形: 形状 454"/>
            <p:cNvSpPr/>
            <p:nvPr/>
          </p:nvSpPr>
          <p:spPr>
            <a:xfrm>
              <a:off x="7739588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6" name="任意多边形: 形状 455"/>
            <p:cNvSpPr/>
            <p:nvPr/>
          </p:nvSpPr>
          <p:spPr>
            <a:xfrm>
              <a:off x="7830351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7" name="任意多边形: 形状 456"/>
            <p:cNvSpPr/>
            <p:nvPr/>
          </p:nvSpPr>
          <p:spPr>
            <a:xfrm>
              <a:off x="7921114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8" name="任意多边形: 形状 457"/>
            <p:cNvSpPr/>
            <p:nvPr/>
          </p:nvSpPr>
          <p:spPr>
            <a:xfrm>
              <a:off x="8018360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9" name="任意多边形: 形状 458"/>
            <p:cNvSpPr/>
            <p:nvPr/>
          </p:nvSpPr>
          <p:spPr>
            <a:xfrm>
              <a:off x="8109122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0" name="任意多边形: 形状 459"/>
            <p:cNvSpPr/>
            <p:nvPr/>
          </p:nvSpPr>
          <p:spPr>
            <a:xfrm>
              <a:off x="8199885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1" name="任意多边形: 形状 460"/>
            <p:cNvSpPr/>
            <p:nvPr/>
          </p:nvSpPr>
          <p:spPr>
            <a:xfrm>
              <a:off x="8290648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2" name="任意多边形: 形状 461"/>
            <p:cNvSpPr/>
            <p:nvPr/>
          </p:nvSpPr>
          <p:spPr>
            <a:xfrm>
              <a:off x="8381410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3" name="任意多边形: 形状 462"/>
            <p:cNvSpPr/>
            <p:nvPr/>
          </p:nvSpPr>
          <p:spPr>
            <a:xfrm>
              <a:off x="8472173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4" name="任意多边形: 形状 463"/>
            <p:cNvSpPr/>
            <p:nvPr/>
          </p:nvSpPr>
          <p:spPr>
            <a:xfrm>
              <a:off x="8569419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5" name="任意多边形: 形状 464"/>
            <p:cNvSpPr/>
            <p:nvPr/>
          </p:nvSpPr>
          <p:spPr>
            <a:xfrm>
              <a:off x="8660181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6" name="任意多边形: 形状 465"/>
            <p:cNvSpPr/>
            <p:nvPr/>
          </p:nvSpPr>
          <p:spPr>
            <a:xfrm>
              <a:off x="8750944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7" name="任意多边形: 形状 466"/>
            <p:cNvSpPr/>
            <p:nvPr/>
          </p:nvSpPr>
          <p:spPr>
            <a:xfrm>
              <a:off x="8841707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8" name="任意多边形: 形状 467"/>
            <p:cNvSpPr/>
            <p:nvPr/>
          </p:nvSpPr>
          <p:spPr>
            <a:xfrm>
              <a:off x="8932469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9" name="任意多边形: 形状 468"/>
            <p:cNvSpPr/>
            <p:nvPr/>
          </p:nvSpPr>
          <p:spPr>
            <a:xfrm>
              <a:off x="9023232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0" name="任意多边形: 形状 469"/>
            <p:cNvSpPr/>
            <p:nvPr/>
          </p:nvSpPr>
          <p:spPr>
            <a:xfrm>
              <a:off x="9120478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1" name="任意多边形: 形状 470"/>
            <p:cNvSpPr/>
            <p:nvPr/>
          </p:nvSpPr>
          <p:spPr>
            <a:xfrm>
              <a:off x="9211240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2" name="任意多边形: 形状 471"/>
            <p:cNvSpPr/>
            <p:nvPr/>
          </p:nvSpPr>
          <p:spPr>
            <a:xfrm>
              <a:off x="9302003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3" name="任意多边形: 形状 472"/>
            <p:cNvSpPr/>
            <p:nvPr/>
          </p:nvSpPr>
          <p:spPr>
            <a:xfrm>
              <a:off x="9392766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4" name="任意多边形: 形状 473"/>
            <p:cNvSpPr/>
            <p:nvPr/>
          </p:nvSpPr>
          <p:spPr>
            <a:xfrm>
              <a:off x="9483528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5" name="任意多边形: 形状 474"/>
            <p:cNvSpPr/>
            <p:nvPr/>
          </p:nvSpPr>
          <p:spPr>
            <a:xfrm>
              <a:off x="9574291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6" name="任意多边形: 形状 475"/>
            <p:cNvSpPr/>
            <p:nvPr/>
          </p:nvSpPr>
          <p:spPr>
            <a:xfrm>
              <a:off x="9671537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7" name="任意多边形: 形状 476"/>
            <p:cNvSpPr/>
            <p:nvPr/>
          </p:nvSpPr>
          <p:spPr>
            <a:xfrm>
              <a:off x="9762299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8" name="任意多边形: 形状 477"/>
            <p:cNvSpPr/>
            <p:nvPr/>
          </p:nvSpPr>
          <p:spPr>
            <a:xfrm>
              <a:off x="9853062" y="14188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9" name="任意多边形: 形状 478"/>
            <p:cNvSpPr/>
            <p:nvPr/>
          </p:nvSpPr>
          <p:spPr>
            <a:xfrm>
              <a:off x="9943825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0" name="任意多边形: 形状 479"/>
            <p:cNvSpPr/>
            <p:nvPr/>
          </p:nvSpPr>
          <p:spPr>
            <a:xfrm>
              <a:off x="10034587" y="14188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1" name="任意多边形: 形状 480"/>
            <p:cNvSpPr/>
            <p:nvPr/>
          </p:nvSpPr>
          <p:spPr>
            <a:xfrm>
              <a:off x="1217642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2" name="任意多边形: 形状 481"/>
            <p:cNvSpPr/>
            <p:nvPr/>
          </p:nvSpPr>
          <p:spPr>
            <a:xfrm>
              <a:off x="1308405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3" name="任意多边形: 形状 482"/>
            <p:cNvSpPr/>
            <p:nvPr/>
          </p:nvSpPr>
          <p:spPr>
            <a:xfrm>
              <a:off x="1405651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4" name="任意多边形: 形状 483"/>
            <p:cNvSpPr/>
            <p:nvPr/>
          </p:nvSpPr>
          <p:spPr>
            <a:xfrm>
              <a:off x="1496413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5" name="任意多边形: 形状 484"/>
            <p:cNvSpPr/>
            <p:nvPr/>
          </p:nvSpPr>
          <p:spPr>
            <a:xfrm>
              <a:off x="1587176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6" name="任意多边形: 形状 485"/>
            <p:cNvSpPr/>
            <p:nvPr/>
          </p:nvSpPr>
          <p:spPr>
            <a:xfrm>
              <a:off x="1677939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7" name="任意多边形: 形状 486"/>
            <p:cNvSpPr/>
            <p:nvPr/>
          </p:nvSpPr>
          <p:spPr>
            <a:xfrm>
              <a:off x="1768701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8" name="任意多边形: 形状 487"/>
            <p:cNvSpPr/>
            <p:nvPr/>
          </p:nvSpPr>
          <p:spPr>
            <a:xfrm>
              <a:off x="1859464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9" name="任意多边形: 形状 488"/>
            <p:cNvSpPr/>
            <p:nvPr/>
          </p:nvSpPr>
          <p:spPr>
            <a:xfrm>
              <a:off x="1956710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0" name="任意多边形: 形状 489"/>
            <p:cNvSpPr/>
            <p:nvPr/>
          </p:nvSpPr>
          <p:spPr>
            <a:xfrm>
              <a:off x="2047472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1" name="任意多边形: 形状 490"/>
            <p:cNvSpPr/>
            <p:nvPr/>
          </p:nvSpPr>
          <p:spPr>
            <a:xfrm>
              <a:off x="2138235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2" name="任意多边形: 形状 491"/>
            <p:cNvSpPr/>
            <p:nvPr/>
          </p:nvSpPr>
          <p:spPr>
            <a:xfrm>
              <a:off x="2228998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3" name="任意多边形: 形状 492"/>
            <p:cNvSpPr/>
            <p:nvPr/>
          </p:nvSpPr>
          <p:spPr>
            <a:xfrm>
              <a:off x="2319760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4" name="任意多边形: 形状 493"/>
            <p:cNvSpPr/>
            <p:nvPr/>
          </p:nvSpPr>
          <p:spPr>
            <a:xfrm>
              <a:off x="2410523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5" name="任意多边形: 形状 494"/>
            <p:cNvSpPr/>
            <p:nvPr/>
          </p:nvSpPr>
          <p:spPr>
            <a:xfrm>
              <a:off x="2507769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6" name="任意多边形: 形状 495"/>
            <p:cNvSpPr/>
            <p:nvPr/>
          </p:nvSpPr>
          <p:spPr>
            <a:xfrm>
              <a:off x="2598531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7" name="任意多边形: 形状 496"/>
            <p:cNvSpPr/>
            <p:nvPr/>
          </p:nvSpPr>
          <p:spPr>
            <a:xfrm>
              <a:off x="2689294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8" name="任意多边形: 形状 497"/>
            <p:cNvSpPr/>
            <p:nvPr/>
          </p:nvSpPr>
          <p:spPr>
            <a:xfrm>
              <a:off x="2780057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9" name="任意多边形: 形状 498"/>
            <p:cNvSpPr/>
            <p:nvPr/>
          </p:nvSpPr>
          <p:spPr>
            <a:xfrm>
              <a:off x="2870819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0" name="任意多边形: 形状 499"/>
            <p:cNvSpPr/>
            <p:nvPr/>
          </p:nvSpPr>
          <p:spPr>
            <a:xfrm>
              <a:off x="2961582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1" name="任意多边形: 形状 500"/>
            <p:cNvSpPr/>
            <p:nvPr/>
          </p:nvSpPr>
          <p:spPr>
            <a:xfrm>
              <a:off x="3058828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2" name="任意多边形: 形状 501"/>
            <p:cNvSpPr/>
            <p:nvPr/>
          </p:nvSpPr>
          <p:spPr>
            <a:xfrm>
              <a:off x="3331116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3" name="任意多边形: 形状 502"/>
            <p:cNvSpPr/>
            <p:nvPr/>
          </p:nvSpPr>
          <p:spPr>
            <a:xfrm>
              <a:off x="3421878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4" name="任意多边形: 形状 503"/>
            <p:cNvSpPr/>
            <p:nvPr/>
          </p:nvSpPr>
          <p:spPr>
            <a:xfrm>
              <a:off x="3609887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5" name="任意多边形: 形状 504"/>
            <p:cNvSpPr/>
            <p:nvPr/>
          </p:nvSpPr>
          <p:spPr>
            <a:xfrm>
              <a:off x="3700650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6" name="任意多边形: 形状 505"/>
            <p:cNvSpPr/>
            <p:nvPr/>
          </p:nvSpPr>
          <p:spPr>
            <a:xfrm>
              <a:off x="3791412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7" name="任意多边形: 形状 506"/>
            <p:cNvSpPr/>
            <p:nvPr/>
          </p:nvSpPr>
          <p:spPr>
            <a:xfrm>
              <a:off x="3882175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8" name="任意多边形: 形状 507"/>
            <p:cNvSpPr/>
            <p:nvPr/>
          </p:nvSpPr>
          <p:spPr>
            <a:xfrm>
              <a:off x="4342471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9" name="任意多边形: 形状 508"/>
            <p:cNvSpPr/>
            <p:nvPr/>
          </p:nvSpPr>
          <p:spPr>
            <a:xfrm>
              <a:off x="4433234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0" name="任意多边形: 形状 509"/>
            <p:cNvSpPr/>
            <p:nvPr/>
          </p:nvSpPr>
          <p:spPr>
            <a:xfrm>
              <a:off x="4523997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1" name="任意多边形: 形状 510"/>
            <p:cNvSpPr/>
            <p:nvPr/>
          </p:nvSpPr>
          <p:spPr>
            <a:xfrm>
              <a:off x="4614759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2" name="任意多边形: 形状 511"/>
            <p:cNvSpPr/>
            <p:nvPr/>
          </p:nvSpPr>
          <p:spPr>
            <a:xfrm>
              <a:off x="4712005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3" name="任意多边形: 形状 512"/>
            <p:cNvSpPr/>
            <p:nvPr/>
          </p:nvSpPr>
          <p:spPr>
            <a:xfrm>
              <a:off x="4802768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4" name="任意多边形: 形状 513"/>
            <p:cNvSpPr/>
            <p:nvPr/>
          </p:nvSpPr>
          <p:spPr>
            <a:xfrm>
              <a:off x="4893530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5" name="任意多边形: 形状 514"/>
            <p:cNvSpPr/>
            <p:nvPr/>
          </p:nvSpPr>
          <p:spPr>
            <a:xfrm>
              <a:off x="4984293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6" name="任意多边形: 形状 515"/>
            <p:cNvSpPr/>
            <p:nvPr/>
          </p:nvSpPr>
          <p:spPr>
            <a:xfrm>
              <a:off x="5075056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7" name="任意多边形: 形状 516"/>
            <p:cNvSpPr/>
            <p:nvPr/>
          </p:nvSpPr>
          <p:spPr>
            <a:xfrm>
              <a:off x="5165818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8" name="任意多边形: 形状 517"/>
            <p:cNvSpPr/>
            <p:nvPr/>
          </p:nvSpPr>
          <p:spPr>
            <a:xfrm>
              <a:off x="6818996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9" name="任意多边形: 形状 518"/>
            <p:cNvSpPr/>
            <p:nvPr/>
          </p:nvSpPr>
          <p:spPr>
            <a:xfrm>
              <a:off x="7188529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0" name="任意多边形: 形状 519"/>
            <p:cNvSpPr/>
            <p:nvPr/>
          </p:nvSpPr>
          <p:spPr>
            <a:xfrm>
              <a:off x="7279292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1" name="任意多边形: 形状 520"/>
            <p:cNvSpPr/>
            <p:nvPr/>
          </p:nvSpPr>
          <p:spPr>
            <a:xfrm>
              <a:off x="7370055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2" name="任意多边形: 形状 521"/>
            <p:cNvSpPr/>
            <p:nvPr/>
          </p:nvSpPr>
          <p:spPr>
            <a:xfrm>
              <a:off x="7467300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3" name="任意多边形: 形状 522"/>
            <p:cNvSpPr/>
            <p:nvPr/>
          </p:nvSpPr>
          <p:spPr>
            <a:xfrm>
              <a:off x="7558063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4" name="任意多边形: 形状 523"/>
            <p:cNvSpPr/>
            <p:nvPr/>
          </p:nvSpPr>
          <p:spPr>
            <a:xfrm>
              <a:off x="7648826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5" name="任意多边形: 形状 524"/>
            <p:cNvSpPr/>
            <p:nvPr/>
          </p:nvSpPr>
          <p:spPr>
            <a:xfrm>
              <a:off x="7739588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6" name="任意多边形: 形状 525"/>
            <p:cNvSpPr/>
            <p:nvPr/>
          </p:nvSpPr>
          <p:spPr>
            <a:xfrm>
              <a:off x="7830351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7" name="任意多边形: 形状 526"/>
            <p:cNvSpPr/>
            <p:nvPr/>
          </p:nvSpPr>
          <p:spPr>
            <a:xfrm>
              <a:off x="7921114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8" name="任意多边形: 形状 527"/>
            <p:cNvSpPr/>
            <p:nvPr/>
          </p:nvSpPr>
          <p:spPr>
            <a:xfrm>
              <a:off x="8018360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9" name="任意多边形: 形状 528"/>
            <p:cNvSpPr/>
            <p:nvPr/>
          </p:nvSpPr>
          <p:spPr>
            <a:xfrm>
              <a:off x="8109122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0" name="任意多边形: 形状 529"/>
            <p:cNvSpPr/>
            <p:nvPr/>
          </p:nvSpPr>
          <p:spPr>
            <a:xfrm>
              <a:off x="8199885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1" name="任意多边形: 形状 530"/>
            <p:cNvSpPr/>
            <p:nvPr/>
          </p:nvSpPr>
          <p:spPr>
            <a:xfrm>
              <a:off x="8290648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2" name="任意多边形: 形状 531"/>
            <p:cNvSpPr/>
            <p:nvPr/>
          </p:nvSpPr>
          <p:spPr>
            <a:xfrm>
              <a:off x="8381410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3" name="任意多边形: 形状 532"/>
            <p:cNvSpPr/>
            <p:nvPr/>
          </p:nvSpPr>
          <p:spPr>
            <a:xfrm>
              <a:off x="8472173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4" name="任意多边形: 形状 533"/>
            <p:cNvSpPr/>
            <p:nvPr/>
          </p:nvSpPr>
          <p:spPr>
            <a:xfrm>
              <a:off x="8569419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5" name="任意多边形: 形状 534"/>
            <p:cNvSpPr/>
            <p:nvPr/>
          </p:nvSpPr>
          <p:spPr>
            <a:xfrm>
              <a:off x="8660181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6" name="任意多边形: 形状 535"/>
            <p:cNvSpPr/>
            <p:nvPr/>
          </p:nvSpPr>
          <p:spPr>
            <a:xfrm>
              <a:off x="8750944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7" name="任意多边形: 形状 536"/>
            <p:cNvSpPr/>
            <p:nvPr/>
          </p:nvSpPr>
          <p:spPr>
            <a:xfrm>
              <a:off x="8841707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8" name="任意多边形: 形状 537"/>
            <p:cNvSpPr/>
            <p:nvPr/>
          </p:nvSpPr>
          <p:spPr>
            <a:xfrm>
              <a:off x="8932469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9" name="任意多边形: 形状 538"/>
            <p:cNvSpPr/>
            <p:nvPr/>
          </p:nvSpPr>
          <p:spPr>
            <a:xfrm>
              <a:off x="9023232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0" name="任意多边形: 形状 539"/>
            <p:cNvSpPr/>
            <p:nvPr/>
          </p:nvSpPr>
          <p:spPr>
            <a:xfrm>
              <a:off x="9120478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1" name="任意多边形: 形状 540"/>
            <p:cNvSpPr/>
            <p:nvPr/>
          </p:nvSpPr>
          <p:spPr>
            <a:xfrm>
              <a:off x="9211240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2" name="任意多边形: 形状 541"/>
            <p:cNvSpPr/>
            <p:nvPr/>
          </p:nvSpPr>
          <p:spPr>
            <a:xfrm>
              <a:off x="9302003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3" name="任意多边形: 形状 542"/>
            <p:cNvSpPr/>
            <p:nvPr/>
          </p:nvSpPr>
          <p:spPr>
            <a:xfrm>
              <a:off x="9392766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4" name="任意多边形: 形状 543"/>
            <p:cNvSpPr/>
            <p:nvPr/>
          </p:nvSpPr>
          <p:spPr>
            <a:xfrm>
              <a:off x="9483528" y="151608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5" name="任意多边形: 形状 544"/>
            <p:cNvSpPr/>
            <p:nvPr/>
          </p:nvSpPr>
          <p:spPr>
            <a:xfrm>
              <a:off x="9574291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6" name="任意多边形: 形状 545"/>
            <p:cNvSpPr/>
            <p:nvPr/>
          </p:nvSpPr>
          <p:spPr>
            <a:xfrm>
              <a:off x="9853062" y="151608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7" name="任意多边形: 形状 546"/>
            <p:cNvSpPr/>
            <p:nvPr/>
          </p:nvSpPr>
          <p:spPr>
            <a:xfrm>
              <a:off x="1405651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8" name="任意多边形: 形状 547"/>
            <p:cNvSpPr/>
            <p:nvPr/>
          </p:nvSpPr>
          <p:spPr>
            <a:xfrm>
              <a:off x="1496413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9" name="任意多边形: 形状 548"/>
            <p:cNvSpPr/>
            <p:nvPr/>
          </p:nvSpPr>
          <p:spPr>
            <a:xfrm>
              <a:off x="1587176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0" name="任意多边形: 形状 549"/>
            <p:cNvSpPr/>
            <p:nvPr/>
          </p:nvSpPr>
          <p:spPr>
            <a:xfrm>
              <a:off x="1677939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1" name="任意多边形: 形状 550"/>
            <p:cNvSpPr/>
            <p:nvPr/>
          </p:nvSpPr>
          <p:spPr>
            <a:xfrm>
              <a:off x="1768701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2" name="任意多边形: 形状 551"/>
            <p:cNvSpPr/>
            <p:nvPr/>
          </p:nvSpPr>
          <p:spPr>
            <a:xfrm>
              <a:off x="1859464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3" name="任意多边形: 形状 552"/>
            <p:cNvSpPr/>
            <p:nvPr/>
          </p:nvSpPr>
          <p:spPr>
            <a:xfrm>
              <a:off x="1956710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4" name="任意多边形: 形状 553"/>
            <p:cNvSpPr/>
            <p:nvPr/>
          </p:nvSpPr>
          <p:spPr>
            <a:xfrm>
              <a:off x="2047472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5" name="任意多边形: 形状 554"/>
            <p:cNvSpPr/>
            <p:nvPr/>
          </p:nvSpPr>
          <p:spPr>
            <a:xfrm>
              <a:off x="2138235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6" name="任意多边形: 形状 555"/>
            <p:cNvSpPr/>
            <p:nvPr/>
          </p:nvSpPr>
          <p:spPr>
            <a:xfrm>
              <a:off x="2228998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7" name="任意多边形: 形状 556"/>
            <p:cNvSpPr/>
            <p:nvPr/>
          </p:nvSpPr>
          <p:spPr>
            <a:xfrm>
              <a:off x="2319760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8" name="任意多边形: 形状 557"/>
            <p:cNvSpPr/>
            <p:nvPr/>
          </p:nvSpPr>
          <p:spPr>
            <a:xfrm>
              <a:off x="2410523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9" name="任意多边形: 形状 558"/>
            <p:cNvSpPr/>
            <p:nvPr/>
          </p:nvSpPr>
          <p:spPr>
            <a:xfrm>
              <a:off x="2507769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0" name="任意多边形: 形状 559"/>
            <p:cNvSpPr/>
            <p:nvPr/>
          </p:nvSpPr>
          <p:spPr>
            <a:xfrm>
              <a:off x="2598531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1" name="任意多边形: 形状 560"/>
            <p:cNvSpPr/>
            <p:nvPr/>
          </p:nvSpPr>
          <p:spPr>
            <a:xfrm>
              <a:off x="2689294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2" name="任意多边形: 形状 561"/>
            <p:cNvSpPr/>
            <p:nvPr/>
          </p:nvSpPr>
          <p:spPr>
            <a:xfrm>
              <a:off x="2780057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3" name="任意多边形: 形状 562"/>
            <p:cNvSpPr/>
            <p:nvPr/>
          </p:nvSpPr>
          <p:spPr>
            <a:xfrm>
              <a:off x="2870819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4" name="任意多边形: 形状 563"/>
            <p:cNvSpPr/>
            <p:nvPr/>
          </p:nvSpPr>
          <p:spPr>
            <a:xfrm>
              <a:off x="2961582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5" name="任意多边形: 形状 564"/>
            <p:cNvSpPr/>
            <p:nvPr/>
          </p:nvSpPr>
          <p:spPr>
            <a:xfrm>
              <a:off x="3058828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6" name="任意多边形: 形状 565"/>
            <p:cNvSpPr/>
            <p:nvPr/>
          </p:nvSpPr>
          <p:spPr>
            <a:xfrm>
              <a:off x="3149590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7" name="任意多边形: 形状 566"/>
            <p:cNvSpPr/>
            <p:nvPr/>
          </p:nvSpPr>
          <p:spPr>
            <a:xfrm>
              <a:off x="3240353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8" name="任意多边形: 形状 567"/>
            <p:cNvSpPr/>
            <p:nvPr/>
          </p:nvSpPr>
          <p:spPr>
            <a:xfrm>
              <a:off x="3331116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9" name="任意多边形: 形状 568"/>
            <p:cNvSpPr/>
            <p:nvPr/>
          </p:nvSpPr>
          <p:spPr>
            <a:xfrm>
              <a:off x="3421878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0" name="任意多边形: 形状 569"/>
            <p:cNvSpPr/>
            <p:nvPr/>
          </p:nvSpPr>
          <p:spPr>
            <a:xfrm>
              <a:off x="3512641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1" name="任意多边形: 形状 570"/>
            <p:cNvSpPr/>
            <p:nvPr/>
          </p:nvSpPr>
          <p:spPr>
            <a:xfrm>
              <a:off x="3609887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2" name="任意多边形: 形状 571"/>
            <p:cNvSpPr/>
            <p:nvPr/>
          </p:nvSpPr>
          <p:spPr>
            <a:xfrm>
              <a:off x="3791412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3" name="任意多边形: 形状 572"/>
            <p:cNvSpPr/>
            <p:nvPr/>
          </p:nvSpPr>
          <p:spPr>
            <a:xfrm>
              <a:off x="3882175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4" name="任意多边形: 形状 573"/>
            <p:cNvSpPr/>
            <p:nvPr/>
          </p:nvSpPr>
          <p:spPr>
            <a:xfrm>
              <a:off x="3972938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5" name="任意多边形: 形状 574"/>
            <p:cNvSpPr/>
            <p:nvPr/>
          </p:nvSpPr>
          <p:spPr>
            <a:xfrm>
              <a:off x="4342471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6" name="任意多边形: 形状 575"/>
            <p:cNvSpPr/>
            <p:nvPr/>
          </p:nvSpPr>
          <p:spPr>
            <a:xfrm>
              <a:off x="4433234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7" name="任意多边形: 形状 576"/>
            <p:cNvSpPr/>
            <p:nvPr/>
          </p:nvSpPr>
          <p:spPr>
            <a:xfrm>
              <a:off x="4523997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8" name="任意多边形: 形状 577"/>
            <p:cNvSpPr/>
            <p:nvPr/>
          </p:nvSpPr>
          <p:spPr>
            <a:xfrm>
              <a:off x="4614759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9" name="任意多边形: 形状 578"/>
            <p:cNvSpPr/>
            <p:nvPr/>
          </p:nvSpPr>
          <p:spPr>
            <a:xfrm>
              <a:off x="4712005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0" name="任意多边形: 形状 579"/>
            <p:cNvSpPr/>
            <p:nvPr/>
          </p:nvSpPr>
          <p:spPr>
            <a:xfrm>
              <a:off x="4802768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1" name="任意多边形: 形状 580"/>
            <p:cNvSpPr/>
            <p:nvPr/>
          </p:nvSpPr>
          <p:spPr>
            <a:xfrm>
              <a:off x="4893530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2" name="任意多边形: 形状 581"/>
            <p:cNvSpPr/>
            <p:nvPr/>
          </p:nvSpPr>
          <p:spPr>
            <a:xfrm>
              <a:off x="4984293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3" name="任意多边形: 形状 582"/>
            <p:cNvSpPr/>
            <p:nvPr/>
          </p:nvSpPr>
          <p:spPr>
            <a:xfrm>
              <a:off x="5075056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4" name="任意多边形: 形状 583"/>
            <p:cNvSpPr/>
            <p:nvPr/>
          </p:nvSpPr>
          <p:spPr>
            <a:xfrm>
              <a:off x="6916241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5" name="任意多边形: 形状 584"/>
            <p:cNvSpPr/>
            <p:nvPr/>
          </p:nvSpPr>
          <p:spPr>
            <a:xfrm>
              <a:off x="7007004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6" name="任意多边形: 形状 585"/>
            <p:cNvSpPr/>
            <p:nvPr/>
          </p:nvSpPr>
          <p:spPr>
            <a:xfrm>
              <a:off x="7097767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7" name="任意多边形: 形状 586"/>
            <p:cNvSpPr/>
            <p:nvPr/>
          </p:nvSpPr>
          <p:spPr>
            <a:xfrm>
              <a:off x="7188529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8" name="任意多边形: 形状 587"/>
            <p:cNvSpPr/>
            <p:nvPr/>
          </p:nvSpPr>
          <p:spPr>
            <a:xfrm>
              <a:off x="7279292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9" name="任意多边形: 形状 588"/>
            <p:cNvSpPr/>
            <p:nvPr/>
          </p:nvSpPr>
          <p:spPr>
            <a:xfrm>
              <a:off x="7370055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0" name="任意多边形: 形状 589"/>
            <p:cNvSpPr/>
            <p:nvPr/>
          </p:nvSpPr>
          <p:spPr>
            <a:xfrm>
              <a:off x="7467300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1" name="任意多边形: 形状 590"/>
            <p:cNvSpPr/>
            <p:nvPr/>
          </p:nvSpPr>
          <p:spPr>
            <a:xfrm>
              <a:off x="7558063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2" name="任意多边形: 形状 591"/>
            <p:cNvSpPr/>
            <p:nvPr/>
          </p:nvSpPr>
          <p:spPr>
            <a:xfrm>
              <a:off x="7648826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3" name="任意多边形: 形状 592"/>
            <p:cNvSpPr/>
            <p:nvPr/>
          </p:nvSpPr>
          <p:spPr>
            <a:xfrm>
              <a:off x="7739588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4" name="任意多边形: 形状 593"/>
            <p:cNvSpPr/>
            <p:nvPr/>
          </p:nvSpPr>
          <p:spPr>
            <a:xfrm>
              <a:off x="7830351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5" name="任意多边形: 形状 594"/>
            <p:cNvSpPr/>
            <p:nvPr/>
          </p:nvSpPr>
          <p:spPr>
            <a:xfrm>
              <a:off x="7921114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6" name="任意多边形: 形状 595"/>
            <p:cNvSpPr/>
            <p:nvPr/>
          </p:nvSpPr>
          <p:spPr>
            <a:xfrm>
              <a:off x="8018360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7" name="任意多边形: 形状 596"/>
            <p:cNvSpPr/>
            <p:nvPr/>
          </p:nvSpPr>
          <p:spPr>
            <a:xfrm>
              <a:off x="8109122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8" name="任意多边形: 形状 597"/>
            <p:cNvSpPr/>
            <p:nvPr/>
          </p:nvSpPr>
          <p:spPr>
            <a:xfrm>
              <a:off x="8199885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9" name="任意多边形: 形状 598"/>
            <p:cNvSpPr/>
            <p:nvPr/>
          </p:nvSpPr>
          <p:spPr>
            <a:xfrm>
              <a:off x="8290648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0" name="任意多边形: 形状 599"/>
            <p:cNvSpPr/>
            <p:nvPr/>
          </p:nvSpPr>
          <p:spPr>
            <a:xfrm>
              <a:off x="8381410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1" name="任意多边形: 形状 600"/>
            <p:cNvSpPr/>
            <p:nvPr/>
          </p:nvSpPr>
          <p:spPr>
            <a:xfrm>
              <a:off x="8472173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2" name="任意多边形: 形状 601"/>
            <p:cNvSpPr/>
            <p:nvPr/>
          </p:nvSpPr>
          <p:spPr>
            <a:xfrm>
              <a:off x="8569419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3" name="任意多边形: 形状 602"/>
            <p:cNvSpPr/>
            <p:nvPr/>
          </p:nvSpPr>
          <p:spPr>
            <a:xfrm>
              <a:off x="8660181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4" name="任意多边形: 形状 603"/>
            <p:cNvSpPr/>
            <p:nvPr/>
          </p:nvSpPr>
          <p:spPr>
            <a:xfrm>
              <a:off x="8750944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5" name="任意多边形: 形状 604"/>
            <p:cNvSpPr/>
            <p:nvPr/>
          </p:nvSpPr>
          <p:spPr>
            <a:xfrm>
              <a:off x="8841707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6" name="任意多边形: 形状 605"/>
            <p:cNvSpPr/>
            <p:nvPr/>
          </p:nvSpPr>
          <p:spPr>
            <a:xfrm>
              <a:off x="8932469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7" name="任意多边形: 形状 606"/>
            <p:cNvSpPr/>
            <p:nvPr/>
          </p:nvSpPr>
          <p:spPr>
            <a:xfrm>
              <a:off x="9023232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8" name="任意多边形: 形状 607"/>
            <p:cNvSpPr/>
            <p:nvPr/>
          </p:nvSpPr>
          <p:spPr>
            <a:xfrm>
              <a:off x="9120478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9" name="任意多边形: 形状 608"/>
            <p:cNvSpPr/>
            <p:nvPr/>
          </p:nvSpPr>
          <p:spPr>
            <a:xfrm>
              <a:off x="9211240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0" name="任意多边形: 形状 609"/>
            <p:cNvSpPr/>
            <p:nvPr/>
          </p:nvSpPr>
          <p:spPr>
            <a:xfrm>
              <a:off x="9302003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1" name="任意多边形: 形状 610"/>
            <p:cNvSpPr/>
            <p:nvPr/>
          </p:nvSpPr>
          <p:spPr>
            <a:xfrm>
              <a:off x="9392766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2" name="任意多边形: 形状 611"/>
            <p:cNvSpPr/>
            <p:nvPr/>
          </p:nvSpPr>
          <p:spPr>
            <a:xfrm>
              <a:off x="9483528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3" name="任意多边形: 形状 612"/>
            <p:cNvSpPr/>
            <p:nvPr/>
          </p:nvSpPr>
          <p:spPr>
            <a:xfrm>
              <a:off x="9574291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4" name="任意多边形: 形状 613"/>
            <p:cNvSpPr/>
            <p:nvPr/>
          </p:nvSpPr>
          <p:spPr>
            <a:xfrm>
              <a:off x="9762299" y="160684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5" name="任意多边形: 形状 614"/>
            <p:cNvSpPr/>
            <p:nvPr/>
          </p:nvSpPr>
          <p:spPr>
            <a:xfrm>
              <a:off x="9853062" y="160684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6" name="任意多边形: 形状 615"/>
            <p:cNvSpPr/>
            <p:nvPr/>
          </p:nvSpPr>
          <p:spPr>
            <a:xfrm>
              <a:off x="1308405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7" name="任意多边形: 形状 616"/>
            <p:cNvSpPr/>
            <p:nvPr/>
          </p:nvSpPr>
          <p:spPr>
            <a:xfrm>
              <a:off x="1405651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8" name="任意多边形: 形状 617"/>
            <p:cNvSpPr/>
            <p:nvPr/>
          </p:nvSpPr>
          <p:spPr>
            <a:xfrm>
              <a:off x="1496413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9" name="任意多边形: 形状 618"/>
            <p:cNvSpPr/>
            <p:nvPr/>
          </p:nvSpPr>
          <p:spPr>
            <a:xfrm>
              <a:off x="1859464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0" name="任意多边形: 形状 619"/>
            <p:cNvSpPr/>
            <p:nvPr/>
          </p:nvSpPr>
          <p:spPr>
            <a:xfrm>
              <a:off x="1956710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1" name="任意多边形: 形状 620"/>
            <p:cNvSpPr/>
            <p:nvPr/>
          </p:nvSpPr>
          <p:spPr>
            <a:xfrm>
              <a:off x="2047472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2" name="任意多边形: 形状 621"/>
            <p:cNvSpPr/>
            <p:nvPr/>
          </p:nvSpPr>
          <p:spPr>
            <a:xfrm>
              <a:off x="2138235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3" name="任意多边形: 形状 622"/>
            <p:cNvSpPr/>
            <p:nvPr/>
          </p:nvSpPr>
          <p:spPr>
            <a:xfrm>
              <a:off x="2228998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4" name="任意多边形: 形状 623"/>
            <p:cNvSpPr/>
            <p:nvPr/>
          </p:nvSpPr>
          <p:spPr>
            <a:xfrm>
              <a:off x="2319760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5" name="任意多边形: 形状 624"/>
            <p:cNvSpPr/>
            <p:nvPr/>
          </p:nvSpPr>
          <p:spPr>
            <a:xfrm>
              <a:off x="2410523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6" name="任意多边形: 形状 625"/>
            <p:cNvSpPr/>
            <p:nvPr/>
          </p:nvSpPr>
          <p:spPr>
            <a:xfrm>
              <a:off x="2507769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7" name="任意多边形: 形状 626"/>
            <p:cNvSpPr/>
            <p:nvPr/>
          </p:nvSpPr>
          <p:spPr>
            <a:xfrm>
              <a:off x="2598531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8" name="任意多边形: 形状 627"/>
            <p:cNvSpPr/>
            <p:nvPr/>
          </p:nvSpPr>
          <p:spPr>
            <a:xfrm>
              <a:off x="2689294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9" name="任意多边形: 形状 628"/>
            <p:cNvSpPr/>
            <p:nvPr/>
          </p:nvSpPr>
          <p:spPr>
            <a:xfrm>
              <a:off x="2780057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0" name="任意多边形: 形状 629"/>
            <p:cNvSpPr/>
            <p:nvPr/>
          </p:nvSpPr>
          <p:spPr>
            <a:xfrm>
              <a:off x="2870819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1" name="任意多边形: 形状 630"/>
            <p:cNvSpPr/>
            <p:nvPr/>
          </p:nvSpPr>
          <p:spPr>
            <a:xfrm>
              <a:off x="2961582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2" name="任意多边形: 形状 631"/>
            <p:cNvSpPr/>
            <p:nvPr/>
          </p:nvSpPr>
          <p:spPr>
            <a:xfrm>
              <a:off x="3058828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3" name="任意多边形: 形状 632"/>
            <p:cNvSpPr/>
            <p:nvPr/>
          </p:nvSpPr>
          <p:spPr>
            <a:xfrm>
              <a:off x="3149590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4" name="任意多边形: 形状 633"/>
            <p:cNvSpPr/>
            <p:nvPr/>
          </p:nvSpPr>
          <p:spPr>
            <a:xfrm>
              <a:off x="3240353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5" name="任意多边形: 形状 634"/>
            <p:cNvSpPr/>
            <p:nvPr/>
          </p:nvSpPr>
          <p:spPr>
            <a:xfrm>
              <a:off x="3331116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6" name="任意多边形: 形状 635"/>
            <p:cNvSpPr/>
            <p:nvPr/>
          </p:nvSpPr>
          <p:spPr>
            <a:xfrm>
              <a:off x="3421878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7" name="任意多边形: 形状 636"/>
            <p:cNvSpPr/>
            <p:nvPr/>
          </p:nvSpPr>
          <p:spPr>
            <a:xfrm>
              <a:off x="3512641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8" name="任意多边形: 形状 637"/>
            <p:cNvSpPr/>
            <p:nvPr/>
          </p:nvSpPr>
          <p:spPr>
            <a:xfrm>
              <a:off x="3791412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9" name="任意多边形: 形状 638"/>
            <p:cNvSpPr/>
            <p:nvPr/>
          </p:nvSpPr>
          <p:spPr>
            <a:xfrm>
              <a:off x="3882175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0" name="任意多边形: 形状 639"/>
            <p:cNvSpPr/>
            <p:nvPr/>
          </p:nvSpPr>
          <p:spPr>
            <a:xfrm>
              <a:off x="3972938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1" name="任意多边形: 形状 640"/>
            <p:cNvSpPr/>
            <p:nvPr/>
          </p:nvSpPr>
          <p:spPr>
            <a:xfrm>
              <a:off x="4342471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2" name="任意多边形: 形状 641"/>
            <p:cNvSpPr/>
            <p:nvPr/>
          </p:nvSpPr>
          <p:spPr>
            <a:xfrm>
              <a:off x="4433234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3" name="任意多边形: 形状 642"/>
            <p:cNvSpPr/>
            <p:nvPr/>
          </p:nvSpPr>
          <p:spPr>
            <a:xfrm>
              <a:off x="4523997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4" name="任意多边形: 形状 643"/>
            <p:cNvSpPr/>
            <p:nvPr/>
          </p:nvSpPr>
          <p:spPr>
            <a:xfrm>
              <a:off x="4614759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5" name="任意多边形: 形状 644"/>
            <p:cNvSpPr/>
            <p:nvPr/>
          </p:nvSpPr>
          <p:spPr>
            <a:xfrm>
              <a:off x="4712005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6" name="任意多边形: 形状 645"/>
            <p:cNvSpPr/>
            <p:nvPr/>
          </p:nvSpPr>
          <p:spPr>
            <a:xfrm>
              <a:off x="4802768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7" name="任意多边形: 形状 646"/>
            <p:cNvSpPr/>
            <p:nvPr/>
          </p:nvSpPr>
          <p:spPr>
            <a:xfrm>
              <a:off x="4893530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8" name="任意多边形: 形状 647"/>
            <p:cNvSpPr/>
            <p:nvPr/>
          </p:nvSpPr>
          <p:spPr>
            <a:xfrm>
              <a:off x="4984293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9" name="任意多边形: 形状 648"/>
            <p:cNvSpPr/>
            <p:nvPr/>
          </p:nvSpPr>
          <p:spPr>
            <a:xfrm>
              <a:off x="5075056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0" name="任意多边形: 形状 649"/>
            <p:cNvSpPr/>
            <p:nvPr/>
          </p:nvSpPr>
          <p:spPr>
            <a:xfrm>
              <a:off x="6086411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1" name="任意多边形: 形状 650"/>
            <p:cNvSpPr/>
            <p:nvPr/>
          </p:nvSpPr>
          <p:spPr>
            <a:xfrm>
              <a:off x="6177174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2" name="任意多边形: 形状 651"/>
            <p:cNvSpPr/>
            <p:nvPr/>
          </p:nvSpPr>
          <p:spPr>
            <a:xfrm>
              <a:off x="6267937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3" name="任意多边形: 形状 652"/>
            <p:cNvSpPr/>
            <p:nvPr/>
          </p:nvSpPr>
          <p:spPr>
            <a:xfrm>
              <a:off x="6365182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4" name="任意多边形: 形状 653"/>
            <p:cNvSpPr/>
            <p:nvPr/>
          </p:nvSpPr>
          <p:spPr>
            <a:xfrm>
              <a:off x="6728233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5" name="任意多边形: 形状 654"/>
            <p:cNvSpPr/>
            <p:nvPr/>
          </p:nvSpPr>
          <p:spPr>
            <a:xfrm>
              <a:off x="6818996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6" name="任意多边形: 形状 655"/>
            <p:cNvSpPr/>
            <p:nvPr/>
          </p:nvSpPr>
          <p:spPr>
            <a:xfrm>
              <a:off x="6916241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7" name="任意多边形: 形状 656"/>
            <p:cNvSpPr/>
            <p:nvPr/>
          </p:nvSpPr>
          <p:spPr>
            <a:xfrm>
              <a:off x="7007004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8" name="任意多边形: 形状 657"/>
            <p:cNvSpPr/>
            <p:nvPr/>
          </p:nvSpPr>
          <p:spPr>
            <a:xfrm>
              <a:off x="7097767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9" name="任意多边形: 形状 658"/>
            <p:cNvSpPr/>
            <p:nvPr/>
          </p:nvSpPr>
          <p:spPr>
            <a:xfrm>
              <a:off x="7188529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0" name="任意多边形: 形状 659"/>
            <p:cNvSpPr/>
            <p:nvPr/>
          </p:nvSpPr>
          <p:spPr>
            <a:xfrm>
              <a:off x="7279292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1" name="任意多边形: 形状 660"/>
            <p:cNvSpPr/>
            <p:nvPr/>
          </p:nvSpPr>
          <p:spPr>
            <a:xfrm>
              <a:off x="7370055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2" name="任意多边形: 形状 661"/>
            <p:cNvSpPr/>
            <p:nvPr/>
          </p:nvSpPr>
          <p:spPr>
            <a:xfrm>
              <a:off x="7467300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3" name="任意多边形: 形状 662"/>
            <p:cNvSpPr/>
            <p:nvPr/>
          </p:nvSpPr>
          <p:spPr>
            <a:xfrm>
              <a:off x="7558063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4" name="任意多边形: 形状 663"/>
            <p:cNvSpPr/>
            <p:nvPr/>
          </p:nvSpPr>
          <p:spPr>
            <a:xfrm>
              <a:off x="7648826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5" name="任意多边形: 形状 664"/>
            <p:cNvSpPr/>
            <p:nvPr/>
          </p:nvSpPr>
          <p:spPr>
            <a:xfrm>
              <a:off x="7739588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6" name="任意多边形: 形状 665"/>
            <p:cNvSpPr/>
            <p:nvPr/>
          </p:nvSpPr>
          <p:spPr>
            <a:xfrm>
              <a:off x="7830351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7" name="任意多边形: 形状 666"/>
            <p:cNvSpPr/>
            <p:nvPr/>
          </p:nvSpPr>
          <p:spPr>
            <a:xfrm>
              <a:off x="7921114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8" name="任意多边形: 形状 667"/>
            <p:cNvSpPr/>
            <p:nvPr/>
          </p:nvSpPr>
          <p:spPr>
            <a:xfrm>
              <a:off x="8018360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9" name="任意多边形: 形状 668"/>
            <p:cNvSpPr/>
            <p:nvPr/>
          </p:nvSpPr>
          <p:spPr>
            <a:xfrm>
              <a:off x="8109122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0" name="任意多边形: 形状 669"/>
            <p:cNvSpPr/>
            <p:nvPr/>
          </p:nvSpPr>
          <p:spPr>
            <a:xfrm>
              <a:off x="8199885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1" name="任意多边形: 形状 670"/>
            <p:cNvSpPr/>
            <p:nvPr/>
          </p:nvSpPr>
          <p:spPr>
            <a:xfrm>
              <a:off x="8290648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2" name="任意多边形: 形状 671"/>
            <p:cNvSpPr/>
            <p:nvPr/>
          </p:nvSpPr>
          <p:spPr>
            <a:xfrm>
              <a:off x="8381410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3" name="任意多边形: 形状 672"/>
            <p:cNvSpPr/>
            <p:nvPr/>
          </p:nvSpPr>
          <p:spPr>
            <a:xfrm>
              <a:off x="8472173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4" name="任意多边形: 形状 673"/>
            <p:cNvSpPr/>
            <p:nvPr/>
          </p:nvSpPr>
          <p:spPr>
            <a:xfrm>
              <a:off x="8569419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5" name="任意多边形: 形状 674"/>
            <p:cNvSpPr/>
            <p:nvPr/>
          </p:nvSpPr>
          <p:spPr>
            <a:xfrm>
              <a:off x="8660181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6" name="任意多边形: 形状 675"/>
            <p:cNvSpPr/>
            <p:nvPr/>
          </p:nvSpPr>
          <p:spPr>
            <a:xfrm>
              <a:off x="8750944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7" name="任意多边形: 形状 676"/>
            <p:cNvSpPr/>
            <p:nvPr/>
          </p:nvSpPr>
          <p:spPr>
            <a:xfrm>
              <a:off x="8841707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8" name="任意多边形: 形状 677"/>
            <p:cNvSpPr/>
            <p:nvPr/>
          </p:nvSpPr>
          <p:spPr>
            <a:xfrm>
              <a:off x="8932469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9" name="任意多边形: 形状 678"/>
            <p:cNvSpPr/>
            <p:nvPr/>
          </p:nvSpPr>
          <p:spPr>
            <a:xfrm>
              <a:off x="9023232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0" name="任意多边形: 形状 679"/>
            <p:cNvSpPr/>
            <p:nvPr/>
          </p:nvSpPr>
          <p:spPr>
            <a:xfrm>
              <a:off x="9120478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1" name="任意多边形: 形状 680"/>
            <p:cNvSpPr/>
            <p:nvPr/>
          </p:nvSpPr>
          <p:spPr>
            <a:xfrm>
              <a:off x="9211240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2" name="任意多边形: 形状 681"/>
            <p:cNvSpPr/>
            <p:nvPr/>
          </p:nvSpPr>
          <p:spPr>
            <a:xfrm>
              <a:off x="9302003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3" name="任意多边形: 形状 682"/>
            <p:cNvSpPr/>
            <p:nvPr/>
          </p:nvSpPr>
          <p:spPr>
            <a:xfrm>
              <a:off x="9302003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4" name="任意多边形: 形状 683"/>
            <p:cNvSpPr/>
            <p:nvPr/>
          </p:nvSpPr>
          <p:spPr>
            <a:xfrm>
              <a:off x="9392766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5" name="任意多边形: 形状 684"/>
            <p:cNvSpPr/>
            <p:nvPr/>
          </p:nvSpPr>
          <p:spPr>
            <a:xfrm>
              <a:off x="9762299" y="169760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6" name="任意多边形: 形状 685"/>
            <p:cNvSpPr/>
            <p:nvPr/>
          </p:nvSpPr>
          <p:spPr>
            <a:xfrm>
              <a:off x="9853062" y="169760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1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6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7" name="任意多边形: 形状 686"/>
            <p:cNvSpPr/>
            <p:nvPr/>
          </p:nvSpPr>
          <p:spPr>
            <a:xfrm>
              <a:off x="1126880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8" name="任意多边形: 形状 687"/>
            <p:cNvSpPr/>
            <p:nvPr/>
          </p:nvSpPr>
          <p:spPr>
            <a:xfrm>
              <a:off x="1217642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9" name="任意多边形: 形状 688"/>
            <p:cNvSpPr/>
            <p:nvPr/>
          </p:nvSpPr>
          <p:spPr>
            <a:xfrm>
              <a:off x="1308405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0" name="任意多边形: 形状 689"/>
            <p:cNvSpPr/>
            <p:nvPr/>
          </p:nvSpPr>
          <p:spPr>
            <a:xfrm>
              <a:off x="1405651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1" name="任意多边形: 形状 690"/>
            <p:cNvSpPr/>
            <p:nvPr/>
          </p:nvSpPr>
          <p:spPr>
            <a:xfrm>
              <a:off x="1956710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2" name="任意多边形: 形状 691"/>
            <p:cNvSpPr/>
            <p:nvPr/>
          </p:nvSpPr>
          <p:spPr>
            <a:xfrm>
              <a:off x="2047472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3" name="任意多边形: 形状 692"/>
            <p:cNvSpPr/>
            <p:nvPr/>
          </p:nvSpPr>
          <p:spPr>
            <a:xfrm>
              <a:off x="2138235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4" name="任意多边形: 形状 693"/>
            <p:cNvSpPr/>
            <p:nvPr/>
          </p:nvSpPr>
          <p:spPr>
            <a:xfrm>
              <a:off x="2228998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5" name="任意多边形: 形状 694"/>
            <p:cNvSpPr/>
            <p:nvPr/>
          </p:nvSpPr>
          <p:spPr>
            <a:xfrm>
              <a:off x="2319760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6" name="任意多边形: 形状 695"/>
            <p:cNvSpPr/>
            <p:nvPr/>
          </p:nvSpPr>
          <p:spPr>
            <a:xfrm>
              <a:off x="2410523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7" name="任意多边形: 形状 696"/>
            <p:cNvSpPr/>
            <p:nvPr/>
          </p:nvSpPr>
          <p:spPr>
            <a:xfrm>
              <a:off x="2507769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8" name="任意多边形: 形状 697"/>
            <p:cNvSpPr/>
            <p:nvPr/>
          </p:nvSpPr>
          <p:spPr>
            <a:xfrm>
              <a:off x="2598531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9" name="任意多边形: 形状 698"/>
            <p:cNvSpPr/>
            <p:nvPr/>
          </p:nvSpPr>
          <p:spPr>
            <a:xfrm>
              <a:off x="2689294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0" name="任意多边形: 形状 699"/>
            <p:cNvSpPr/>
            <p:nvPr/>
          </p:nvSpPr>
          <p:spPr>
            <a:xfrm>
              <a:off x="2780057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1" name="任意多边形: 形状 700"/>
            <p:cNvSpPr/>
            <p:nvPr/>
          </p:nvSpPr>
          <p:spPr>
            <a:xfrm>
              <a:off x="2870819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2" name="任意多边形: 形状 701"/>
            <p:cNvSpPr/>
            <p:nvPr/>
          </p:nvSpPr>
          <p:spPr>
            <a:xfrm>
              <a:off x="2961582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3" name="任意多边形: 形状 702"/>
            <p:cNvSpPr/>
            <p:nvPr/>
          </p:nvSpPr>
          <p:spPr>
            <a:xfrm>
              <a:off x="3058828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4" name="任意多边形: 形状 703"/>
            <p:cNvSpPr/>
            <p:nvPr/>
          </p:nvSpPr>
          <p:spPr>
            <a:xfrm>
              <a:off x="3149590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5" name="任意多边形: 形状 704"/>
            <p:cNvSpPr/>
            <p:nvPr/>
          </p:nvSpPr>
          <p:spPr>
            <a:xfrm>
              <a:off x="3240353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6" name="任意多边形: 形状 705"/>
            <p:cNvSpPr/>
            <p:nvPr/>
          </p:nvSpPr>
          <p:spPr>
            <a:xfrm>
              <a:off x="3331116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7" name="任意多边形: 形状 706"/>
            <p:cNvSpPr/>
            <p:nvPr/>
          </p:nvSpPr>
          <p:spPr>
            <a:xfrm>
              <a:off x="3421878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8" name="任意多边形: 形状 707"/>
            <p:cNvSpPr/>
            <p:nvPr/>
          </p:nvSpPr>
          <p:spPr>
            <a:xfrm>
              <a:off x="3512641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9" name="任意多边形: 形状 708"/>
            <p:cNvSpPr/>
            <p:nvPr/>
          </p:nvSpPr>
          <p:spPr>
            <a:xfrm>
              <a:off x="3700650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0" name="任意多边形: 形状 709"/>
            <p:cNvSpPr/>
            <p:nvPr/>
          </p:nvSpPr>
          <p:spPr>
            <a:xfrm>
              <a:off x="3791412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1" name="任意多边形: 形状 710"/>
            <p:cNvSpPr/>
            <p:nvPr/>
          </p:nvSpPr>
          <p:spPr>
            <a:xfrm>
              <a:off x="3882175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2" name="任意多边形: 形状 711"/>
            <p:cNvSpPr/>
            <p:nvPr/>
          </p:nvSpPr>
          <p:spPr>
            <a:xfrm>
              <a:off x="3972938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3" name="任意多边形: 形状 712"/>
            <p:cNvSpPr/>
            <p:nvPr/>
          </p:nvSpPr>
          <p:spPr>
            <a:xfrm>
              <a:off x="4063700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4" name="任意多边形: 形状 713"/>
            <p:cNvSpPr/>
            <p:nvPr/>
          </p:nvSpPr>
          <p:spPr>
            <a:xfrm>
              <a:off x="4433234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5" name="任意多边形: 形状 714"/>
            <p:cNvSpPr/>
            <p:nvPr/>
          </p:nvSpPr>
          <p:spPr>
            <a:xfrm>
              <a:off x="4523997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6" name="任意多边形: 形状 715"/>
            <p:cNvSpPr/>
            <p:nvPr/>
          </p:nvSpPr>
          <p:spPr>
            <a:xfrm>
              <a:off x="4614759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7" name="任意多边形: 形状 716"/>
            <p:cNvSpPr/>
            <p:nvPr/>
          </p:nvSpPr>
          <p:spPr>
            <a:xfrm>
              <a:off x="4712005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8" name="任意多边形: 形状 717"/>
            <p:cNvSpPr/>
            <p:nvPr/>
          </p:nvSpPr>
          <p:spPr>
            <a:xfrm>
              <a:off x="4802768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9" name="任意多边形: 形状 718"/>
            <p:cNvSpPr/>
            <p:nvPr/>
          </p:nvSpPr>
          <p:spPr>
            <a:xfrm>
              <a:off x="4893530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0" name="任意多边形: 形状 719"/>
            <p:cNvSpPr/>
            <p:nvPr/>
          </p:nvSpPr>
          <p:spPr>
            <a:xfrm>
              <a:off x="5995649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1" name="任意多边形: 形状 720"/>
            <p:cNvSpPr/>
            <p:nvPr/>
          </p:nvSpPr>
          <p:spPr>
            <a:xfrm>
              <a:off x="6086411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2" name="任意多边形: 形状 721"/>
            <p:cNvSpPr/>
            <p:nvPr/>
          </p:nvSpPr>
          <p:spPr>
            <a:xfrm>
              <a:off x="6177174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3" name="任意多边形: 形状 722"/>
            <p:cNvSpPr/>
            <p:nvPr/>
          </p:nvSpPr>
          <p:spPr>
            <a:xfrm>
              <a:off x="6267937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4" name="任意多边形: 形状 723"/>
            <p:cNvSpPr/>
            <p:nvPr/>
          </p:nvSpPr>
          <p:spPr>
            <a:xfrm>
              <a:off x="6365182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5" name="任意多边形: 形状 724"/>
            <p:cNvSpPr/>
            <p:nvPr/>
          </p:nvSpPr>
          <p:spPr>
            <a:xfrm>
              <a:off x="6455945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6" name="任意多边形: 形状 725"/>
            <p:cNvSpPr/>
            <p:nvPr/>
          </p:nvSpPr>
          <p:spPr>
            <a:xfrm>
              <a:off x="6546708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7" name="任意多边形: 形状 726"/>
            <p:cNvSpPr/>
            <p:nvPr/>
          </p:nvSpPr>
          <p:spPr>
            <a:xfrm>
              <a:off x="6637470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8" name="任意多边形: 形状 727"/>
            <p:cNvSpPr/>
            <p:nvPr/>
          </p:nvSpPr>
          <p:spPr>
            <a:xfrm>
              <a:off x="6728233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9" name="任意多边形: 形状 728"/>
            <p:cNvSpPr/>
            <p:nvPr/>
          </p:nvSpPr>
          <p:spPr>
            <a:xfrm>
              <a:off x="6818996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0" name="任意多边形: 形状 729"/>
            <p:cNvSpPr/>
            <p:nvPr/>
          </p:nvSpPr>
          <p:spPr>
            <a:xfrm>
              <a:off x="6916241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1" name="任意多边形: 形状 730"/>
            <p:cNvSpPr/>
            <p:nvPr/>
          </p:nvSpPr>
          <p:spPr>
            <a:xfrm>
              <a:off x="7007004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2" name="任意多边形: 形状 731"/>
            <p:cNvSpPr/>
            <p:nvPr/>
          </p:nvSpPr>
          <p:spPr>
            <a:xfrm>
              <a:off x="7097767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3" name="任意多边形: 形状 732"/>
            <p:cNvSpPr/>
            <p:nvPr/>
          </p:nvSpPr>
          <p:spPr>
            <a:xfrm>
              <a:off x="7188529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4" name="任意多边形: 形状 733"/>
            <p:cNvSpPr/>
            <p:nvPr/>
          </p:nvSpPr>
          <p:spPr>
            <a:xfrm>
              <a:off x="7279292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5" name="任意多边形: 形状 734"/>
            <p:cNvSpPr/>
            <p:nvPr/>
          </p:nvSpPr>
          <p:spPr>
            <a:xfrm>
              <a:off x="7370055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6" name="任意多边形: 形状 735"/>
            <p:cNvSpPr/>
            <p:nvPr/>
          </p:nvSpPr>
          <p:spPr>
            <a:xfrm>
              <a:off x="7467300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7" name="任意多边形: 形状 736"/>
            <p:cNvSpPr/>
            <p:nvPr/>
          </p:nvSpPr>
          <p:spPr>
            <a:xfrm>
              <a:off x="7558063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8" name="任意多边形: 形状 737"/>
            <p:cNvSpPr/>
            <p:nvPr/>
          </p:nvSpPr>
          <p:spPr>
            <a:xfrm>
              <a:off x="7648826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9" name="任意多边形: 形状 738"/>
            <p:cNvSpPr/>
            <p:nvPr/>
          </p:nvSpPr>
          <p:spPr>
            <a:xfrm>
              <a:off x="7739588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0" name="任意多边形: 形状 739"/>
            <p:cNvSpPr/>
            <p:nvPr/>
          </p:nvSpPr>
          <p:spPr>
            <a:xfrm>
              <a:off x="7830351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1" name="任意多边形: 形状 740"/>
            <p:cNvSpPr/>
            <p:nvPr/>
          </p:nvSpPr>
          <p:spPr>
            <a:xfrm>
              <a:off x="7921114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2" name="任意多边形: 形状 741"/>
            <p:cNvSpPr/>
            <p:nvPr/>
          </p:nvSpPr>
          <p:spPr>
            <a:xfrm>
              <a:off x="8018360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3" name="任意多边形: 形状 742"/>
            <p:cNvSpPr/>
            <p:nvPr/>
          </p:nvSpPr>
          <p:spPr>
            <a:xfrm>
              <a:off x="8109122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4" name="任意多边形: 形状 743"/>
            <p:cNvSpPr/>
            <p:nvPr/>
          </p:nvSpPr>
          <p:spPr>
            <a:xfrm>
              <a:off x="8199885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5" name="任意多边形: 形状 744"/>
            <p:cNvSpPr/>
            <p:nvPr/>
          </p:nvSpPr>
          <p:spPr>
            <a:xfrm>
              <a:off x="8290648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6" name="任意多边形: 形状 745"/>
            <p:cNvSpPr/>
            <p:nvPr/>
          </p:nvSpPr>
          <p:spPr>
            <a:xfrm>
              <a:off x="8381410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7" name="任意多边形: 形状 746"/>
            <p:cNvSpPr/>
            <p:nvPr/>
          </p:nvSpPr>
          <p:spPr>
            <a:xfrm>
              <a:off x="8472173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8" name="任意多边形: 形状 747"/>
            <p:cNvSpPr/>
            <p:nvPr/>
          </p:nvSpPr>
          <p:spPr>
            <a:xfrm>
              <a:off x="8569419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9" name="任意多边形: 形状 748"/>
            <p:cNvSpPr/>
            <p:nvPr/>
          </p:nvSpPr>
          <p:spPr>
            <a:xfrm>
              <a:off x="8660181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0" name="任意多边形: 形状 749"/>
            <p:cNvSpPr/>
            <p:nvPr/>
          </p:nvSpPr>
          <p:spPr>
            <a:xfrm>
              <a:off x="8750944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1" name="任意多边形: 形状 750"/>
            <p:cNvSpPr/>
            <p:nvPr/>
          </p:nvSpPr>
          <p:spPr>
            <a:xfrm>
              <a:off x="8841707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2" name="任意多边形: 形状 751"/>
            <p:cNvSpPr/>
            <p:nvPr/>
          </p:nvSpPr>
          <p:spPr>
            <a:xfrm>
              <a:off x="8932469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3" name="任意多边形: 形状 752"/>
            <p:cNvSpPr/>
            <p:nvPr/>
          </p:nvSpPr>
          <p:spPr>
            <a:xfrm>
              <a:off x="9023232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4" name="任意多边形: 形状 753"/>
            <p:cNvSpPr/>
            <p:nvPr/>
          </p:nvSpPr>
          <p:spPr>
            <a:xfrm>
              <a:off x="9120478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5" name="任意多边形: 形状 754"/>
            <p:cNvSpPr/>
            <p:nvPr/>
          </p:nvSpPr>
          <p:spPr>
            <a:xfrm>
              <a:off x="9211240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6" name="任意多边形: 形状 755"/>
            <p:cNvSpPr/>
            <p:nvPr/>
          </p:nvSpPr>
          <p:spPr>
            <a:xfrm>
              <a:off x="9762299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7" name="任意多边形: 形状 756"/>
            <p:cNvSpPr/>
            <p:nvPr/>
          </p:nvSpPr>
          <p:spPr>
            <a:xfrm>
              <a:off x="9853062" y="178836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8" name="任意多边形: 形状 757"/>
            <p:cNvSpPr/>
            <p:nvPr/>
          </p:nvSpPr>
          <p:spPr>
            <a:xfrm>
              <a:off x="9943825" y="178836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9" name="任意多边形: 形状 758"/>
            <p:cNvSpPr/>
            <p:nvPr/>
          </p:nvSpPr>
          <p:spPr>
            <a:xfrm>
              <a:off x="2047472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0" name="任意多边形: 形状 759"/>
            <p:cNvSpPr/>
            <p:nvPr/>
          </p:nvSpPr>
          <p:spPr>
            <a:xfrm>
              <a:off x="2138235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1" name="任意多边形: 形状 760"/>
            <p:cNvSpPr/>
            <p:nvPr/>
          </p:nvSpPr>
          <p:spPr>
            <a:xfrm>
              <a:off x="2228998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2" name="任意多边形: 形状 761"/>
            <p:cNvSpPr/>
            <p:nvPr/>
          </p:nvSpPr>
          <p:spPr>
            <a:xfrm>
              <a:off x="2319760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3" name="任意多边形: 形状 762"/>
            <p:cNvSpPr/>
            <p:nvPr/>
          </p:nvSpPr>
          <p:spPr>
            <a:xfrm>
              <a:off x="2410523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4" name="任意多边形: 形状 763"/>
            <p:cNvSpPr/>
            <p:nvPr/>
          </p:nvSpPr>
          <p:spPr>
            <a:xfrm>
              <a:off x="2507769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5" name="任意多边形: 形状 764"/>
            <p:cNvSpPr/>
            <p:nvPr/>
          </p:nvSpPr>
          <p:spPr>
            <a:xfrm>
              <a:off x="2598531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6" name="任意多边形: 形状 765"/>
            <p:cNvSpPr/>
            <p:nvPr/>
          </p:nvSpPr>
          <p:spPr>
            <a:xfrm>
              <a:off x="2689294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7" name="任意多边形: 形状 766"/>
            <p:cNvSpPr/>
            <p:nvPr/>
          </p:nvSpPr>
          <p:spPr>
            <a:xfrm>
              <a:off x="2780057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8" name="任意多边形: 形状 767"/>
            <p:cNvSpPr/>
            <p:nvPr/>
          </p:nvSpPr>
          <p:spPr>
            <a:xfrm>
              <a:off x="2870819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9" name="任意多边形: 形状 768"/>
            <p:cNvSpPr/>
            <p:nvPr/>
          </p:nvSpPr>
          <p:spPr>
            <a:xfrm>
              <a:off x="2961582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0" name="任意多边形: 形状 769"/>
            <p:cNvSpPr/>
            <p:nvPr/>
          </p:nvSpPr>
          <p:spPr>
            <a:xfrm>
              <a:off x="3058828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1" name="任意多边形: 形状 770"/>
            <p:cNvSpPr/>
            <p:nvPr/>
          </p:nvSpPr>
          <p:spPr>
            <a:xfrm>
              <a:off x="3149590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2" name="任意多边形: 形状 771"/>
            <p:cNvSpPr/>
            <p:nvPr/>
          </p:nvSpPr>
          <p:spPr>
            <a:xfrm>
              <a:off x="3512641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3" name="任意多边形: 形状 772"/>
            <p:cNvSpPr/>
            <p:nvPr/>
          </p:nvSpPr>
          <p:spPr>
            <a:xfrm>
              <a:off x="3700650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4" name="任意多边形: 形状 773"/>
            <p:cNvSpPr/>
            <p:nvPr/>
          </p:nvSpPr>
          <p:spPr>
            <a:xfrm>
              <a:off x="3791412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5" name="任意多边形: 形状 774"/>
            <p:cNvSpPr/>
            <p:nvPr/>
          </p:nvSpPr>
          <p:spPr>
            <a:xfrm>
              <a:off x="3882175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6" name="任意多边形: 形状 775"/>
            <p:cNvSpPr/>
            <p:nvPr/>
          </p:nvSpPr>
          <p:spPr>
            <a:xfrm>
              <a:off x="3972938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7" name="任意多边形: 形状 776"/>
            <p:cNvSpPr/>
            <p:nvPr/>
          </p:nvSpPr>
          <p:spPr>
            <a:xfrm>
              <a:off x="4342471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8" name="任意多边形: 形状 777"/>
            <p:cNvSpPr/>
            <p:nvPr/>
          </p:nvSpPr>
          <p:spPr>
            <a:xfrm>
              <a:off x="4433234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9" name="任意多边形: 形状 778"/>
            <p:cNvSpPr/>
            <p:nvPr/>
          </p:nvSpPr>
          <p:spPr>
            <a:xfrm>
              <a:off x="4523997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0" name="任意多边形: 形状 779"/>
            <p:cNvSpPr/>
            <p:nvPr/>
          </p:nvSpPr>
          <p:spPr>
            <a:xfrm>
              <a:off x="4614759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1" name="任意多边形: 形状 780"/>
            <p:cNvSpPr/>
            <p:nvPr/>
          </p:nvSpPr>
          <p:spPr>
            <a:xfrm>
              <a:off x="4712005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2" name="任意多边形: 形状 781"/>
            <p:cNvSpPr/>
            <p:nvPr/>
          </p:nvSpPr>
          <p:spPr>
            <a:xfrm>
              <a:off x="4984293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3" name="任意多边形: 形状 782"/>
            <p:cNvSpPr/>
            <p:nvPr/>
          </p:nvSpPr>
          <p:spPr>
            <a:xfrm>
              <a:off x="5165818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4" name="任意多边形: 形状 783"/>
            <p:cNvSpPr/>
            <p:nvPr/>
          </p:nvSpPr>
          <p:spPr>
            <a:xfrm>
              <a:off x="5904886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5" name="任意多边形: 形状 784"/>
            <p:cNvSpPr/>
            <p:nvPr/>
          </p:nvSpPr>
          <p:spPr>
            <a:xfrm>
              <a:off x="5995649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6" name="任意多边形: 形状 785"/>
            <p:cNvSpPr/>
            <p:nvPr/>
          </p:nvSpPr>
          <p:spPr>
            <a:xfrm>
              <a:off x="6086411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7" name="任意多边形: 形状 786"/>
            <p:cNvSpPr/>
            <p:nvPr/>
          </p:nvSpPr>
          <p:spPr>
            <a:xfrm>
              <a:off x="6177174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8" name="任意多边形: 形状 787"/>
            <p:cNvSpPr/>
            <p:nvPr/>
          </p:nvSpPr>
          <p:spPr>
            <a:xfrm>
              <a:off x="6267937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9" name="任意多边形: 形状 788"/>
            <p:cNvSpPr/>
            <p:nvPr/>
          </p:nvSpPr>
          <p:spPr>
            <a:xfrm>
              <a:off x="6365182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0" name="任意多边形: 形状 789"/>
            <p:cNvSpPr/>
            <p:nvPr/>
          </p:nvSpPr>
          <p:spPr>
            <a:xfrm>
              <a:off x="6455945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1" name="任意多边形: 形状 790"/>
            <p:cNvSpPr/>
            <p:nvPr/>
          </p:nvSpPr>
          <p:spPr>
            <a:xfrm>
              <a:off x="6546708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2" name="任意多边形: 形状 791"/>
            <p:cNvSpPr/>
            <p:nvPr/>
          </p:nvSpPr>
          <p:spPr>
            <a:xfrm>
              <a:off x="6637470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3" name="任意多边形: 形状 792"/>
            <p:cNvSpPr/>
            <p:nvPr/>
          </p:nvSpPr>
          <p:spPr>
            <a:xfrm>
              <a:off x="6728233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4" name="任意多边形: 形状 793"/>
            <p:cNvSpPr/>
            <p:nvPr/>
          </p:nvSpPr>
          <p:spPr>
            <a:xfrm>
              <a:off x="6818996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5" name="任意多边形: 形状 794"/>
            <p:cNvSpPr/>
            <p:nvPr/>
          </p:nvSpPr>
          <p:spPr>
            <a:xfrm>
              <a:off x="6916241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6" name="任意多边形: 形状 795"/>
            <p:cNvSpPr/>
            <p:nvPr/>
          </p:nvSpPr>
          <p:spPr>
            <a:xfrm>
              <a:off x="7007004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7" name="任意多边形: 形状 796"/>
            <p:cNvSpPr/>
            <p:nvPr/>
          </p:nvSpPr>
          <p:spPr>
            <a:xfrm>
              <a:off x="7097767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8" name="任意多边形: 形状 797"/>
            <p:cNvSpPr/>
            <p:nvPr/>
          </p:nvSpPr>
          <p:spPr>
            <a:xfrm>
              <a:off x="7188529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9" name="任意多边形: 形状 798"/>
            <p:cNvSpPr/>
            <p:nvPr/>
          </p:nvSpPr>
          <p:spPr>
            <a:xfrm>
              <a:off x="7279292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0" name="任意多边形: 形状 799"/>
            <p:cNvSpPr/>
            <p:nvPr/>
          </p:nvSpPr>
          <p:spPr>
            <a:xfrm>
              <a:off x="7370055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1" name="任意多边形: 形状 800"/>
            <p:cNvSpPr/>
            <p:nvPr/>
          </p:nvSpPr>
          <p:spPr>
            <a:xfrm>
              <a:off x="7467300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2" name="任意多边形: 形状 801"/>
            <p:cNvSpPr/>
            <p:nvPr/>
          </p:nvSpPr>
          <p:spPr>
            <a:xfrm>
              <a:off x="7558063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3" name="任意多边形: 形状 802"/>
            <p:cNvSpPr/>
            <p:nvPr/>
          </p:nvSpPr>
          <p:spPr>
            <a:xfrm>
              <a:off x="7648826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4" name="任意多边形: 形状 803"/>
            <p:cNvSpPr/>
            <p:nvPr/>
          </p:nvSpPr>
          <p:spPr>
            <a:xfrm>
              <a:off x="7739588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5" name="任意多边形: 形状 804"/>
            <p:cNvSpPr/>
            <p:nvPr/>
          </p:nvSpPr>
          <p:spPr>
            <a:xfrm>
              <a:off x="7830351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6" name="任意多边形: 形状 805"/>
            <p:cNvSpPr/>
            <p:nvPr/>
          </p:nvSpPr>
          <p:spPr>
            <a:xfrm>
              <a:off x="7921114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7" name="任意多边形: 形状 806"/>
            <p:cNvSpPr/>
            <p:nvPr/>
          </p:nvSpPr>
          <p:spPr>
            <a:xfrm>
              <a:off x="8018360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8" name="任意多边形: 形状 807"/>
            <p:cNvSpPr/>
            <p:nvPr/>
          </p:nvSpPr>
          <p:spPr>
            <a:xfrm>
              <a:off x="8109122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9" name="任意多边形: 形状 808"/>
            <p:cNvSpPr/>
            <p:nvPr/>
          </p:nvSpPr>
          <p:spPr>
            <a:xfrm>
              <a:off x="8199885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0" name="任意多边形: 形状 809"/>
            <p:cNvSpPr/>
            <p:nvPr/>
          </p:nvSpPr>
          <p:spPr>
            <a:xfrm>
              <a:off x="8290648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1" name="任意多边形: 形状 810"/>
            <p:cNvSpPr/>
            <p:nvPr/>
          </p:nvSpPr>
          <p:spPr>
            <a:xfrm>
              <a:off x="8381410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2" name="任意多边形: 形状 811"/>
            <p:cNvSpPr/>
            <p:nvPr/>
          </p:nvSpPr>
          <p:spPr>
            <a:xfrm>
              <a:off x="8472173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3" name="任意多边形: 形状 812"/>
            <p:cNvSpPr/>
            <p:nvPr/>
          </p:nvSpPr>
          <p:spPr>
            <a:xfrm>
              <a:off x="8569419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4" name="任意多边形: 形状 813"/>
            <p:cNvSpPr/>
            <p:nvPr/>
          </p:nvSpPr>
          <p:spPr>
            <a:xfrm>
              <a:off x="8660181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5" name="任意多边形: 形状 814"/>
            <p:cNvSpPr/>
            <p:nvPr/>
          </p:nvSpPr>
          <p:spPr>
            <a:xfrm>
              <a:off x="8750944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6" name="任意多边形: 形状 815"/>
            <p:cNvSpPr/>
            <p:nvPr/>
          </p:nvSpPr>
          <p:spPr>
            <a:xfrm>
              <a:off x="8841707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7" name="任意多边形: 形状 816"/>
            <p:cNvSpPr/>
            <p:nvPr/>
          </p:nvSpPr>
          <p:spPr>
            <a:xfrm>
              <a:off x="8932469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8" name="任意多边形: 形状 817"/>
            <p:cNvSpPr/>
            <p:nvPr/>
          </p:nvSpPr>
          <p:spPr>
            <a:xfrm>
              <a:off x="9023232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9" name="任意多边形: 形状 818"/>
            <p:cNvSpPr/>
            <p:nvPr/>
          </p:nvSpPr>
          <p:spPr>
            <a:xfrm>
              <a:off x="9120478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0" name="任意多边形: 形状 819"/>
            <p:cNvSpPr/>
            <p:nvPr/>
          </p:nvSpPr>
          <p:spPr>
            <a:xfrm>
              <a:off x="9211240" y="187913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1" name="任意多边形: 形状 820"/>
            <p:cNvSpPr/>
            <p:nvPr/>
          </p:nvSpPr>
          <p:spPr>
            <a:xfrm>
              <a:off x="9853062" y="187913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2" name="任意多边形: 形状 821"/>
            <p:cNvSpPr/>
            <p:nvPr/>
          </p:nvSpPr>
          <p:spPr>
            <a:xfrm>
              <a:off x="2047472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3" name="任意多边形: 形状 822"/>
            <p:cNvSpPr/>
            <p:nvPr/>
          </p:nvSpPr>
          <p:spPr>
            <a:xfrm>
              <a:off x="2138235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4" name="任意多边形: 形状 823"/>
            <p:cNvSpPr/>
            <p:nvPr/>
          </p:nvSpPr>
          <p:spPr>
            <a:xfrm>
              <a:off x="2228998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5" name="任意多边形: 形状 824"/>
            <p:cNvSpPr/>
            <p:nvPr/>
          </p:nvSpPr>
          <p:spPr>
            <a:xfrm>
              <a:off x="2319760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6" name="任意多边形: 形状 825"/>
            <p:cNvSpPr/>
            <p:nvPr/>
          </p:nvSpPr>
          <p:spPr>
            <a:xfrm>
              <a:off x="2410523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7" name="任意多边形: 形状 826"/>
            <p:cNvSpPr/>
            <p:nvPr/>
          </p:nvSpPr>
          <p:spPr>
            <a:xfrm>
              <a:off x="2507769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8" name="任意多边形: 形状 827"/>
            <p:cNvSpPr/>
            <p:nvPr/>
          </p:nvSpPr>
          <p:spPr>
            <a:xfrm>
              <a:off x="2598531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9" name="任意多边形: 形状 828"/>
            <p:cNvSpPr/>
            <p:nvPr/>
          </p:nvSpPr>
          <p:spPr>
            <a:xfrm>
              <a:off x="2689294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0" name="任意多边形: 形状 829"/>
            <p:cNvSpPr/>
            <p:nvPr/>
          </p:nvSpPr>
          <p:spPr>
            <a:xfrm>
              <a:off x="2780057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1" name="任意多边形: 形状 830"/>
            <p:cNvSpPr/>
            <p:nvPr/>
          </p:nvSpPr>
          <p:spPr>
            <a:xfrm>
              <a:off x="2870819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2" name="任意多边形: 形状 831"/>
            <p:cNvSpPr/>
            <p:nvPr/>
          </p:nvSpPr>
          <p:spPr>
            <a:xfrm>
              <a:off x="2961582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3" name="任意多边形: 形状 832"/>
            <p:cNvSpPr/>
            <p:nvPr/>
          </p:nvSpPr>
          <p:spPr>
            <a:xfrm>
              <a:off x="3058828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4" name="任意多边形: 形状 833"/>
            <p:cNvSpPr/>
            <p:nvPr/>
          </p:nvSpPr>
          <p:spPr>
            <a:xfrm>
              <a:off x="3609887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5" name="任意多边形: 形状 834"/>
            <p:cNvSpPr/>
            <p:nvPr/>
          </p:nvSpPr>
          <p:spPr>
            <a:xfrm>
              <a:off x="3700650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6" name="任意多边形: 形状 835"/>
            <p:cNvSpPr/>
            <p:nvPr/>
          </p:nvSpPr>
          <p:spPr>
            <a:xfrm>
              <a:off x="3791412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7" name="任意多边形: 形状 836"/>
            <p:cNvSpPr/>
            <p:nvPr/>
          </p:nvSpPr>
          <p:spPr>
            <a:xfrm>
              <a:off x="3882175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8" name="任意多边形: 形状 837"/>
            <p:cNvSpPr/>
            <p:nvPr/>
          </p:nvSpPr>
          <p:spPr>
            <a:xfrm>
              <a:off x="4342471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9" name="任意多边形: 形状 838"/>
            <p:cNvSpPr/>
            <p:nvPr/>
          </p:nvSpPr>
          <p:spPr>
            <a:xfrm>
              <a:off x="4433234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0" name="任意多边形: 形状 839"/>
            <p:cNvSpPr/>
            <p:nvPr/>
          </p:nvSpPr>
          <p:spPr>
            <a:xfrm>
              <a:off x="4523997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1" name="任意多边形: 形状 840"/>
            <p:cNvSpPr/>
            <p:nvPr/>
          </p:nvSpPr>
          <p:spPr>
            <a:xfrm>
              <a:off x="4984293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2" name="任意多边形: 形状 841"/>
            <p:cNvSpPr/>
            <p:nvPr/>
          </p:nvSpPr>
          <p:spPr>
            <a:xfrm>
              <a:off x="5075056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3" name="任意多边形: 形状 842"/>
            <p:cNvSpPr/>
            <p:nvPr/>
          </p:nvSpPr>
          <p:spPr>
            <a:xfrm>
              <a:off x="5165818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4" name="任意多边形: 形状 843"/>
            <p:cNvSpPr/>
            <p:nvPr/>
          </p:nvSpPr>
          <p:spPr>
            <a:xfrm>
              <a:off x="5263064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5" name="任意多边形: 形状 844"/>
            <p:cNvSpPr/>
            <p:nvPr/>
          </p:nvSpPr>
          <p:spPr>
            <a:xfrm>
              <a:off x="5814123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6" name="任意多边形: 形状 845"/>
            <p:cNvSpPr/>
            <p:nvPr/>
          </p:nvSpPr>
          <p:spPr>
            <a:xfrm>
              <a:off x="5904886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7" name="任意多边形: 形状 846"/>
            <p:cNvSpPr/>
            <p:nvPr/>
          </p:nvSpPr>
          <p:spPr>
            <a:xfrm>
              <a:off x="5995649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8" name="任意多边形: 形状 847"/>
            <p:cNvSpPr/>
            <p:nvPr/>
          </p:nvSpPr>
          <p:spPr>
            <a:xfrm>
              <a:off x="6086411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9" name="任意多边形: 形状 848"/>
            <p:cNvSpPr/>
            <p:nvPr/>
          </p:nvSpPr>
          <p:spPr>
            <a:xfrm>
              <a:off x="6267937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0" name="任意多边形: 形状 849"/>
            <p:cNvSpPr/>
            <p:nvPr/>
          </p:nvSpPr>
          <p:spPr>
            <a:xfrm>
              <a:off x="6365182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1" name="任意多边形: 形状 850"/>
            <p:cNvSpPr/>
            <p:nvPr/>
          </p:nvSpPr>
          <p:spPr>
            <a:xfrm>
              <a:off x="6455945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2" name="任意多边形: 形状 851"/>
            <p:cNvSpPr/>
            <p:nvPr/>
          </p:nvSpPr>
          <p:spPr>
            <a:xfrm>
              <a:off x="6546708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3" name="任意多边形: 形状 852"/>
            <p:cNvSpPr/>
            <p:nvPr/>
          </p:nvSpPr>
          <p:spPr>
            <a:xfrm>
              <a:off x="6637470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4" name="任意多边形: 形状 853"/>
            <p:cNvSpPr/>
            <p:nvPr/>
          </p:nvSpPr>
          <p:spPr>
            <a:xfrm>
              <a:off x="6728233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5" name="任意多边形: 形状 854"/>
            <p:cNvSpPr/>
            <p:nvPr/>
          </p:nvSpPr>
          <p:spPr>
            <a:xfrm>
              <a:off x="6818996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6" name="任意多边形: 形状 855"/>
            <p:cNvSpPr/>
            <p:nvPr/>
          </p:nvSpPr>
          <p:spPr>
            <a:xfrm>
              <a:off x="6916241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7" name="任意多边形: 形状 856"/>
            <p:cNvSpPr/>
            <p:nvPr/>
          </p:nvSpPr>
          <p:spPr>
            <a:xfrm>
              <a:off x="7007004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8" name="任意多边形: 形状 857"/>
            <p:cNvSpPr/>
            <p:nvPr/>
          </p:nvSpPr>
          <p:spPr>
            <a:xfrm>
              <a:off x="7097767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9" name="任意多边形: 形状 858"/>
            <p:cNvSpPr/>
            <p:nvPr/>
          </p:nvSpPr>
          <p:spPr>
            <a:xfrm>
              <a:off x="7188529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0" name="任意多边形: 形状 859"/>
            <p:cNvSpPr/>
            <p:nvPr/>
          </p:nvSpPr>
          <p:spPr>
            <a:xfrm>
              <a:off x="7279292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1" name="任意多边形: 形状 860"/>
            <p:cNvSpPr/>
            <p:nvPr/>
          </p:nvSpPr>
          <p:spPr>
            <a:xfrm>
              <a:off x="7370055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2" name="任意多边形: 形状 861"/>
            <p:cNvSpPr/>
            <p:nvPr/>
          </p:nvSpPr>
          <p:spPr>
            <a:xfrm>
              <a:off x="7467300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3" name="任意多边形: 形状 862"/>
            <p:cNvSpPr/>
            <p:nvPr/>
          </p:nvSpPr>
          <p:spPr>
            <a:xfrm>
              <a:off x="7558063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4" name="任意多边形: 形状 863"/>
            <p:cNvSpPr/>
            <p:nvPr/>
          </p:nvSpPr>
          <p:spPr>
            <a:xfrm>
              <a:off x="7648826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5" name="任意多边形: 形状 864"/>
            <p:cNvSpPr/>
            <p:nvPr/>
          </p:nvSpPr>
          <p:spPr>
            <a:xfrm>
              <a:off x="7739588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6" name="任意多边形: 形状 865"/>
            <p:cNvSpPr/>
            <p:nvPr/>
          </p:nvSpPr>
          <p:spPr>
            <a:xfrm>
              <a:off x="7830351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7" name="任意多边形: 形状 866"/>
            <p:cNvSpPr/>
            <p:nvPr/>
          </p:nvSpPr>
          <p:spPr>
            <a:xfrm>
              <a:off x="7921114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8" name="任意多边形: 形状 867"/>
            <p:cNvSpPr/>
            <p:nvPr/>
          </p:nvSpPr>
          <p:spPr>
            <a:xfrm>
              <a:off x="8018360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9" name="任意多边形: 形状 868"/>
            <p:cNvSpPr/>
            <p:nvPr/>
          </p:nvSpPr>
          <p:spPr>
            <a:xfrm>
              <a:off x="8109122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0" name="任意多边形: 形状 869"/>
            <p:cNvSpPr/>
            <p:nvPr/>
          </p:nvSpPr>
          <p:spPr>
            <a:xfrm>
              <a:off x="8199885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1" name="任意多边形: 形状 870"/>
            <p:cNvSpPr/>
            <p:nvPr/>
          </p:nvSpPr>
          <p:spPr>
            <a:xfrm>
              <a:off x="8290648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2" name="任意多边形: 形状 871"/>
            <p:cNvSpPr/>
            <p:nvPr/>
          </p:nvSpPr>
          <p:spPr>
            <a:xfrm>
              <a:off x="8381410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3" name="任意多边形: 形状 872"/>
            <p:cNvSpPr/>
            <p:nvPr/>
          </p:nvSpPr>
          <p:spPr>
            <a:xfrm>
              <a:off x="8472173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4" name="任意多边形: 形状 873"/>
            <p:cNvSpPr/>
            <p:nvPr/>
          </p:nvSpPr>
          <p:spPr>
            <a:xfrm>
              <a:off x="8569419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5" name="任意多边形: 形状 874"/>
            <p:cNvSpPr/>
            <p:nvPr/>
          </p:nvSpPr>
          <p:spPr>
            <a:xfrm>
              <a:off x="8660181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6" name="任意多边形: 形状 875"/>
            <p:cNvSpPr/>
            <p:nvPr/>
          </p:nvSpPr>
          <p:spPr>
            <a:xfrm>
              <a:off x="8750944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7" name="任意多边形: 形状 876"/>
            <p:cNvSpPr/>
            <p:nvPr/>
          </p:nvSpPr>
          <p:spPr>
            <a:xfrm>
              <a:off x="8841707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8" name="任意多边形: 形状 877"/>
            <p:cNvSpPr/>
            <p:nvPr/>
          </p:nvSpPr>
          <p:spPr>
            <a:xfrm>
              <a:off x="8932469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9" name="任意多边形: 形状 878"/>
            <p:cNvSpPr/>
            <p:nvPr/>
          </p:nvSpPr>
          <p:spPr>
            <a:xfrm>
              <a:off x="9023232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0" name="任意多边形: 形状 879"/>
            <p:cNvSpPr/>
            <p:nvPr/>
          </p:nvSpPr>
          <p:spPr>
            <a:xfrm>
              <a:off x="9120478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1" name="任意多边形: 形状 880"/>
            <p:cNvSpPr/>
            <p:nvPr/>
          </p:nvSpPr>
          <p:spPr>
            <a:xfrm>
              <a:off x="9211240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2" name="任意多边形: 形状 881"/>
            <p:cNvSpPr/>
            <p:nvPr/>
          </p:nvSpPr>
          <p:spPr>
            <a:xfrm>
              <a:off x="9302003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3" name="任意多边形: 形状 882"/>
            <p:cNvSpPr/>
            <p:nvPr/>
          </p:nvSpPr>
          <p:spPr>
            <a:xfrm>
              <a:off x="9392766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4" name="任意多边形: 形状 883"/>
            <p:cNvSpPr/>
            <p:nvPr/>
          </p:nvSpPr>
          <p:spPr>
            <a:xfrm>
              <a:off x="9853062" y="19698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5" name="任意多边形: 形状 884"/>
            <p:cNvSpPr/>
            <p:nvPr/>
          </p:nvSpPr>
          <p:spPr>
            <a:xfrm>
              <a:off x="9943825" y="19698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6" name="任意多边形: 形状 885"/>
            <p:cNvSpPr/>
            <p:nvPr/>
          </p:nvSpPr>
          <p:spPr>
            <a:xfrm>
              <a:off x="2047472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7" name="任意多边形: 形状 886"/>
            <p:cNvSpPr/>
            <p:nvPr/>
          </p:nvSpPr>
          <p:spPr>
            <a:xfrm>
              <a:off x="2138235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8" name="任意多边形: 形状 887"/>
            <p:cNvSpPr/>
            <p:nvPr/>
          </p:nvSpPr>
          <p:spPr>
            <a:xfrm>
              <a:off x="2228998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9" name="任意多边形: 形状 888"/>
            <p:cNvSpPr/>
            <p:nvPr/>
          </p:nvSpPr>
          <p:spPr>
            <a:xfrm>
              <a:off x="2319760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0" name="任意多边形: 形状 889"/>
            <p:cNvSpPr/>
            <p:nvPr/>
          </p:nvSpPr>
          <p:spPr>
            <a:xfrm>
              <a:off x="2410523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1" name="任意多边形: 形状 890"/>
            <p:cNvSpPr/>
            <p:nvPr/>
          </p:nvSpPr>
          <p:spPr>
            <a:xfrm>
              <a:off x="2507769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2" name="任意多边形: 形状 891"/>
            <p:cNvSpPr/>
            <p:nvPr/>
          </p:nvSpPr>
          <p:spPr>
            <a:xfrm>
              <a:off x="2598531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3" name="任意多边形: 形状 892"/>
            <p:cNvSpPr/>
            <p:nvPr/>
          </p:nvSpPr>
          <p:spPr>
            <a:xfrm>
              <a:off x="2689294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4" name="任意多边形: 形状 893"/>
            <p:cNvSpPr/>
            <p:nvPr/>
          </p:nvSpPr>
          <p:spPr>
            <a:xfrm>
              <a:off x="2780057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5" name="任意多边形: 形状 894"/>
            <p:cNvSpPr/>
            <p:nvPr/>
          </p:nvSpPr>
          <p:spPr>
            <a:xfrm>
              <a:off x="2870819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6" name="任意多边形: 形状 895"/>
            <p:cNvSpPr/>
            <p:nvPr/>
          </p:nvSpPr>
          <p:spPr>
            <a:xfrm>
              <a:off x="2961582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7" name="任意多边形: 形状 896"/>
            <p:cNvSpPr/>
            <p:nvPr/>
          </p:nvSpPr>
          <p:spPr>
            <a:xfrm>
              <a:off x="3058828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8" name="任意多边形: 形状 897"/>
            <p:cNvSpPr/>
            <p:nvPr/>
          </p:nvSpPr>
          <p:spPr>
            <a:xfrm>
              <a:off x="3609887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9" name="任意多边形: 形状 898"/>
            <p:cNvSpPr/>
            <p:nvPr/>
          </p:nvSpPr>
          <p:spPr>
            <a:xfrm>
              <a:off x="3700650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0" name="任意多边形: 形状 899"/>
            <p:cNvSpPr/>
            <p:nvPr/>
          </p:nvSpPr>
          <p:spPr>
            <a:xfrm>
              <a:off x="3791412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1" name="任意多边形: 形状 900"/>
            <p:cNvSpPr/>
            <p:nvPr/>
          </p:nvSpPr>
          <p:spPr>
            <a:xfrm>
              <a:off x="3882175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2" name="任意多边形: 形状 901"/>
            <p:cNvSpPr/>
            <p:nvPr/>
          </p:nvSpPr>
          <p:spPr>
            <a:xfrm>
              <a:off x="4342471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3" name="任意多边形: 形状 902"/>
            <p:cNvSpPr/>
            <p:nvPr/>
          </p:nvSpPr>
          <p:spPr>
            <a:xfrm>
              <a:off x="4433234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4" name="任意多边形: 形状 903"/>
            <p:cNvSpPr/>
            <p:nvPr/>
          </p:nvSpPr>
          <p:spPr>
            <a:xfrm>
              <a:off x="4523997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5" name="任意多边形: 形状 904"/>
            <p:cNvSpPr/>
            <p:nvPr/>
          </p:nvSpPr>
          <p:spPr>
            <a:xfrm>
              <a:off x="5075056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6" name="任意多边形: 形状 905"/>
            <p:cNvSpPr/>
            <p:nvPr/>
          </p:nvSpPr>
          <p:spPr>
            <a:xfrm>
              <a:off x="5165818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7" name="任意多边形: 形状 906"/>
            <p:cNvSpPr/>
            <p:nvPr/>
          </p:nvSpPr>
          <p:spPr>
            <a:xfrm>
              <a:off x="5716877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8" name="任意多边形: 形状 907"/>
            <p:cNvSpPr/>
            <p:nvPr/>
          </p:nvSpPr>
          <p:spPr>
            <a:xfrm>
              <a:off x="5814123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9" name="任意多边形: 形状 908"/>
            <p:cNvSpPr/>
            <p:nvPr/>
          </p:nvSpPr>
          <p:spPr>
            <a:xfrm>
              <a:off x="5904886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0" name="任意多边形: 形状 909"/>
            <p:cNvSpPr/>
            <p:nvPr/>
          </p:nvSpPr>
          <p:spPr>
            <a:xfrm>
              <a:off x="5995649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1" name="任意多边形: 形状 910"/>
            <p:cNvSpPr/>
            <p:nvPr/>
          </p:nvSpPr>
          <p:spPr>
            <a:xfrm>
              <a:off x="6177174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2" name="任意多边形: 形状 911"/>
            <p:cNvSpPr/>
            <p:nvPr/>
          </p:nvSpPr>
          <p:spPr>
            <a:xfrm>
              <a:off x="6267937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3" name="任意多边形: 形状 912"/>
            <p:cNvSpPr/>
            <p:nvPr/>
          </p:nvSpPr>
          <p:spPr>
            <a:xfrm>
              <a:off x="6365182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4" name="任意多边形: 形状 913"/>
            <p:cNvSpPr/>
            <p:nvPr/>
          </p:nvSpPr>
          <p:spPr>
            <a:xfrm>
              <a:off x="6455945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5" name="任意多边形: 形状 914"/>
            <p:cNvSpPr/>
            <p:nvPr/>
          </p:nvSpPr>
          <p:spPr>
            <a:xfrm>
              <a:off x="6546708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6" name="任意多边形: 形状 915"/>
            <p:cNvSpPr/>
            <p:nvPr/>
          </p:nvSpPr>
          <p:spPr>
            <a:xfrm>
              <a:off x="6637470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7" name="任意多边形: 形状 916"/>
            <p:cNvSpPr/>
            <p:nvPr/>
          </p:nvSpPr>
          <p:spPr>
            <a:xfrm>
              <a:off x="6728233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8" name="任意多边形: 形状 917"/>
            <p:cNvSpPr/>
            <p:nvPr/>
          </p:nvSpPr>
          <p:spPr>
            <a:xfrm>
              <a:off x="6818996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9" name="任意多边形: 形状 918"/>
            <p:cNvSpPr/>
            <p:nvPr/>
          </p:nvSpPr>
          <p:spPr>
            <a:xfrm>
              <a:off x="6916241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0" name="任意多边形: 形状 919"/>
            <p:cNvSpPr/>
            <p:nvPr/>
          </p:nvSpPr>
          <p:spPr>
            <a:xfrm>
              <a:off x="7007004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1" name="任意多边形: 形状 920"/>
            <p:cNvSpPr/>
            <p:nvPr/>
          </p:nvSpPr>
          <p:spPr>
            <a:xfrm>
              <a:off x="7097767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2" name="任意多边形: 形状 921"/>
            <p:cNvSpPr/>
            <p:nvPr/>
          </p:nvSpPr>
          <p:spPr>
            <a:xfrm>
              <a:off x="7188529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3" name="任意多边形: 形状 922"/>
            <p:cNvSpPr/>
            <p:nvPr/>
          </p:nvSpPr>
          <p:spPr>
            <a:xfrm>
              <a:off x="7279292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4" name="任意多边形: 形状 923"/>
            <p:cNvSpPr/>
            <p:nvPr/>
          </p:nvSpPr>
          <p:spPr>
            <a:xfrm>
              <a:off x="7370055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5" name="任意多边形: 形状 924"/>
            <p:cNvSpPr/>
            <p:nvPr/>
          </p:nvSpPr>
          <p:spPr>
            <a:xfrm>
              <a:off x="7467300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6" name="任意多边形: 形状 925"/>
            <p:cNvSpPr/>
            <p:nvPr/>
          </p:nvSpPr>
          <p:spPr>
            <a:xfrm>
              <a:off x="7558063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7" name="任意多边形: 形状 926"/>
            <p:cNvSpPr/>
            <p:nvPr/>
          </p:nvSpPr>
          <p:spPr>
            <a:xfrm>
              <a:off x="7648826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8" name="任意多边形: 形状 927"/>
            <p:cNvSpPr/>
            <p:nvPr/>
          </p:nvSpPr>
          <p:spPr>
            <a:xfrm>
              <a:off x="7739588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9" name="任意多边形: 形状 928"/>
            <p:cNvSpPr/>
            <p:nvPr/>
          </p:nvSpPr>
          <p:spPr>
            <a:xfrm>
              <a:off x="7830351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0" name="任意多边形: 形状 929"/>
            <p:cNvSpPr/>
            <p:nvPr/>
          </p:nvSpPr>
          <p:spPr>
            <a:xfrm>
              <a:off x="7921114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1" name="任意多边形: 形状 930"/>
            <p:cNvSpPr/>
            <p:nvPr/>
          </p:nvSpPr>
          <p:spPr>
            <a:xfrm>
              <a:off x="8018360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2" name="任意多边形: 形状 931"/>
            <p:cNvSpPr/>
            <p:nvPr/>
          </p:nvSpPr>
          <p:spPr>
            <a:xfrm>
              <a:off x="8109122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3" name="任意多边形: 形状 932"/>
            <p:cNvSpPr/>
            <p:nvPr/>
          </p:nvSpPr>
          <p:spPr>
            <a:xfrm>
              <a:off x="8199885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4" name="任意多边形: 形状 933"/>
            <p:cNvSpPr/>
            <p:nvPr/>
          </p:nvSpPr>
          <p:spPr>
            <a:xfrm>
              <a:off x="8290648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5" name="任意多边形: 形状 934"/>
            <p:cNvSpPr/>
            <p:nvPr/>
          </p:nvSpPr>
          <p:spPr>
            <a:xfrm>
              <a:off x="8381410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6" name="任意多边形: 形状 935"/>
            <p:cNvSpPr/>
            <p:nvPr/>
          </p:nvSpPr>
          <p:spPr>
            <a:xfrm>
              <a:off x="8472173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7" name="任意多边形: 形状 936"/>
            <p:cNvSpPr/>
            <p:nvPr/>
          </p:nvSpPr>
          <p:spPr>
            <a:xfrm>
              <a:off x="8569419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8" name="任意多边形: 形状 937"/>
            <p:cNvSpPr/>
            <p:nvPr/>
          </p:nvSpPr>
          <p:spPr>
            <a:xfrm>
              <a:off x="8660181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9" name="任意多边形: 形状 938"/>
            <p:cNvSpPr/>
            <p:nvPr/>
          </p:nvSpPr>
          <p:spPr>
            <a:xfrm>
              <a:off x="8750944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0" name="任意多边形: 形状 939"/>
            <p:cNvSpPr/>
            <p:nvPr/>
          </p:nvSpPr>
          <p:spPr>
            <a:xfrm>
              <a:off x="8841707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1" name="任意多边形: 形状 940"/>
            <p:cNvSpPr/>
            <p:nvPr/>
          </p:nvSpPr>
          <p:spPr>
            <a:xfrm>
              <a:off x="8932469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2" name="任意多边形: 形状 941"/>
            <p:cNvSpPr/>
            <p:nvPr/>
          </p:nvSpPr>
          <p:spPr>
            <a:xfrm>
              <a:off x="9023232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3" name="任意多边形: 形状 942"/>
            <p:cNvSpPr/>
            <p:nvPr/>
          </p:nvSpPr>
          <p:spPr>
            <a:xfrm>
              <a:off x="9120478" y="206714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4" name="任意多边形: 形状 943"/>
            <p:cNvSpPr/>
            <p:nvPr/>
          </p:nvSpPr>
          <p:spPr>
            <a:xfrm>
              <a:off x="9211240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5" name="任意多边形: 形状 944"/>
            <p:cNvSpPr/>
            <p:nvPr/>
          </p:nvSpPr>
          <p:spPr>
            <a:xfrm>
              <a:off x="9302003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6" name="任意多边形: 形状 945"/>
            <p:cNvSpPr/>
            <p:nvPr/>
          </p:nvSpPr>
          <p:spPr>
            <a:xfrm>
              <a:off x="9392766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7" name="任意多边形: 形状 946"/>
            <p:cNvSpPr/>
            <p:nvPr/>
          </p:nvSpPr>
          <p:spPr>
            <a:xfrm>
              <a:off x="9483528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8" name="任意多边形: 形状 947"/>
            <p:cNvSpPr/>
            <p:nvPr/>
          </p:nvSpPr>
          <p:spPr>
            <a:xfrm>
              <a:off x="9943825" y="206714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9" name="任意多边形: 形状 948"/>
            <p:cNvSpPr/>
            <p:nvPr/>
          </p:nvSpPr>
          <p:spPr>
            <a:xfrm>
              <a:off x="2047472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0" name="任意多边形: 形状 949"/>
            <p:cNvSpPr/>
            <p:nvPr/>
          </p:nvSpPr>
          <p:spPr>
            <a:xfrm>
              <a:off x="2138235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1" name="任意多边形: 形状 950"/>
            <p:cNvSpPr/>
            <p:nvPr/>
          </p:nvSpPr>
          <p:spPr>
            <a:xfrm>
              <a:off x="2228998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2" name="任意多边形: 形状 951"/>
            <p:cNvSpPr/>
            <p:nvPr/>
          </p:nvSpPr>
          <p:spPr>
            <a:xfrm>
              <a:off x="2319760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3" name="任意多边形: 形状 952"/>
            <p:cNvSpPr/>
            <p:nvPr/>
          </p:nvSpPr>
          <p:spPr>
            <a:xfrm>
              <a:off x="2410523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4" name="任意多边形: 形状 953"/>
            <p:cNvSpPr/>
            <p:nvPr/>
          </p:nvSpPr>
          <p:spPr>
            <a:xfrm>
              <a:off x="2507769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5" name="任意多边形: 形状 954"/>
            <p:cNvSpPr/>
            <p:nvPr/>
          </p:nvSpPr>
          <p:spPr>
            <a:xfrm>
              <a:off x="2598531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6" name="任意多边形: 形状 955"/>
            <p:cNvSpPr/>
            <p:nvPr/>
          </p:nvSpPr>
          <p:spPr>
            <a:xfrm>
              <a:off x="2689294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7" name="任意多边形: 形状 956"/>
            <p:cNvSpPr/>
            <p:nvPr/>
          </p:nvSpPr>
          <p:spPr>
            <a:xfrm>
              <a:off x="2780057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8" name="任意多边形: 形状 957"/>
            <p:cNvSpPr/>
            <p:nvPr/>
          </p:nvSpPr>
          <p:spPr>
            <a:xfrm>
              <a:off x="2870819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9" name="任意多边形: 形状 958"/>
            <p:cNvSpPr/>
            <p:nvPr/>
          </p:nvSpPr>
          <p:spPr>
            <a:xfrm>
              <a:off x="2961582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0" name="任意多边形: 形状 959"/>
            <p:cNvSpPr/>
            <p:nvPr/>
          </p:nvSpPr>
          <p:spPr>
            <a:xfrm>
              <a:off x="3058828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1" name="任意多边形: 形状 960"/>
            <p:cNvSpPr/>
            <p:nvPr/>
          </p:nvSpPr>
          <p:spPr>
            <a:xfrm>
              <a:off x="3149590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2" name="任意多边形: 形状 961"/>
            <p:cNvSpPr/>
            <p:nvPr/>
          </p:nvSpPr>
          <p:spPr>
            <a:xfrm>
              <a:off x="3240353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3" name="任意多边形: 形状 962"/>
            <p:cNvSpPr/>
            <p:nvPr/>
          </p:nvSpPr>
          <p:spPr>
            <a:xfrm>
              <a:off x="3609887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4" name="任意多边形: 形状 963"/>
            <p:cNvSpPr/>
            <p:nvPr/>
          </p:nvSpPr>
          <p:spPr>
            <a:xfrm>
              <a:off x="3700650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5" name="任意多边形: 形状 964"/>
            <p:cNvSpPr/>
            <p:nvPr/>
          </p:nvSpPr>
          <p:spPr>
            <a:xfrm>
              <a:off x="3791412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6" name="任意多边形: 形状 965"/>
            <p:cNvSpPr/>
            <p:nvPr/>
          </p:nvSpPr>
          <p:spPr>
            <a:xfrm>
              <a:off x="3882175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7" name="任意多边形: 形状 966"/>
            <p:cNvSpPr/>
            <p:nvPr/>
          </p:nvSpPr>
          <p:spPr>
            <a:xfrm>
              <a:off x="3972938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8" name="任意多边形: 形状 967"/>
            <p:cNvSpPr/>
            <p:nvPr/>
          </p:nvSpPr>
          <p:spPr>
            <a:xfrm>
              <a:off x="4433234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9" name="任意多边形: 形状 968"/>
            <p:cNvSpPr/>
            <p:nvPr/>
          </p:nvSpPr>
          <p:spPr>
            <a:xfrm>
              <a:off x="5716877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0" name="任意多边形: 形状 969"/>
            <p:cNvSpPr/>
            <p:nvPr/>
          </p:nvSpPr>
          <p:spPr>
            <a:xfrm>
              <a:off x="5814123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1" name="任意多边形: 形状 970"/>
            <p:cNvSpPr/>
            <p:nvPr/>
          </p:nvSpPr>
          <p:spPr>
            <a:xfrm>
              <a:off x="5904886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2" name="任意多边形: 形状 971"/>
            <p:cNvSpPr/>
            <p:nvPr/>
          </p:nvSpPr>
          <p:spPr>
            <a:xfrm>
              <a:off x="5995649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3" name="任意多边形: 形状 972"/>
            <p:cNvSpPr/>
            <p:nvPr/>
          </p:nvSpPr>
          <p:spPr>
            <a:xfrm>
              <a:off x="6177174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4" name="任意多边形: 形状 973"/>
            <p:cNvSpPr/>
            <p:nvPr/>
          </p:nvSpPr>
          <p:spPr>
            <a:xfrm>
              <a:off x="6267937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5" name="任意多边形: 形状 974"/>
            <p:cNvSpPr/>
            <p:nvPr/>
          </p:nvSpPr>
          <p:spPr>
            <a:xfrm>
              <a:off x="6365182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6" name="任意多边形: 形状 975"/>
            <p:cNvSpPr/>
            <p:nvPr/>
          </p:nvSpPr>
          <p:spPr>
            <a:xfrm>
              <a:off x="6455945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7" name="任意多边形: 形状 976"/>
            <p:cNvSpPr/>
            <p:nvPr/>
          </p:nvSpPr>
          <p:spPr>
            <a:xfrm>
              <a:off x="6546708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8" name="任意多边形: 形状 977"/>
            <p:cNvSpPr/>
            <p:nvPr/>
          </p:nvSpPr>
          <p:spPr>
            <a:xfrm>
              <a:off x="6637470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9" name="任意多边形: 形状 978"/>
            <p:cNvSpPr/>
            <p:nvPr/>
          </p:nvSpPr>
          <p:spPr>
            <a:xfrm>
              <a:off x="6728233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0" name="任意多边形: 形状 979"/>
            <p:cNvSpPr/>
            <p:nvPr/>
          </p:nvSpPr>
          <p:spPr>
            <a:xfrm>
              <a:off x="6818996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1" name="任意多边形: 形状 980"/>
            <p:cNvSpPr/>
            <p:nvPr/>
          </p:nvSpPr>
          <p:spPr>
            <a:xfrm>
              <a:off x="6916241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2" name="任意多边形: 形状 981"/>
            <p:cNvSpPr/>
            <p:nvPr/>
          </p:nvSpPr>
          <p:spPr>
            <a:xfrm>
              <a:off x="7007004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3" name="任意多边形: 形状 982"/>
            <p:cNvSpPr/>
            <p:nvPr/>
          </p:nvSpPr>
          <p:spPr>
            <a:xfrm>
              <a:off x="7097767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4" name="任意多边形: 形状 983"/>
            <p:cNvSpPr/>
            <p:nvPr/>
          </p:nvSpPr>
          <p:spPr>
            <a:xfrm>
              <a:off x="7188529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5" name="任意多边形: 形状 984"/>
            <p:cNvSpPr/>
            <p:nvPr/>
          </p:nvSpPr>
          <p:spPr>
            <a:xfrm>
              <a:off x="7279292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6" name="任意多边形: 形状 985"/>
            <p:cNvSpPr/>
            <p:nvPr/>
          </p:nvSpPr>
          <p:spPr>
            <a:xfrm>
              <a:off x="7370055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7" name="任意多边形: 形状 986"/>
            <p:cNvSpPr/>
            <p:nvPr/>
          </p:nvSpPr>
          <p:spPr>
            <a:xfrm>
              <a:off x="7467300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8" name="任意多边形: 形状 987"/>
            <p:cNvSpPr/>
            <p:nvPr/>
          </p:nvSpPr>
          <p:spPr>
            <a:xfrm>
              <a:off x="7558063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9" name="任意多边形: 形状 988"/>
            <p:cNvSpPr/>
            <p:nvPr/>
          </p:nvSpPr>
          <p:spPr>
            <a:xfrm>
              <a:off x="7648826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0" name="任意多边形: 形状 989"/>
            <p:cNvSpPr/>
            <p:nvPr/>
          </p:nvSpPr>
          <p:spPr>
            <a:xfrm>
              <a:off x="7739588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1" name="任意多边形: 形状 990"/>
            <p:cNvSpPr/>
            <p:nvPr/>
          </p:nvSpPr>
          <p:spPr>
            <a:xfrm>
              <a:off x="7830351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2" name="任意多边形: 形状 991"/>
            <p:cNvSpPr/>
            <p:nvPr/>
          </p:nvSpPr>
          <p:spPr>
            <a:xfrm>
              <a:off x="7921114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3" name="任意多边形: 形状 992"/>
            <p:cNvSpPr/>
            <p:nvPr/>
          </p:nvSpPr>
          <p:spPr>
            <a:xfrm>
              <a:off x="8018360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4" name="任意多边形: 形状 993"/>
            <p:cNvSpPr/>
            <p:nvPr/>
          </p:nvSpPr>
          <p:spPr>
            <a:xfrm>
              <a:off x="8109122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5" name="任意多边形: 形状 994"/>
            <p:cNvSpPr/>
            <p:nvPr/>
          </p:nvSpPr>
          <p:spPr>
            <a:xfrm>
              <a:off x="8199885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6" name="任意多边形: 形状 995"/>
            <p:cNvSpPr/>
            <p:nvPr/>
          </p:nvSpPr>
          <p:spPr>
            <a:xfrm>
              <a:off x="8290648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7" name="任意多边形: 形状 996"/>
            <p:cNvSpPr/>
            <p:nvPr/>
          </p:nvSpPr>
          <p:spPr>
            <a:xfrm>
              <a:off x="8381410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8" name="任意多边形: 形状 997"/>
            <p:cNvSpPr/>
            <p:nvPr/>
          </p:nvSpPr>
          <p:spPr>
            <a:xfrm>
              <a:off x="8472173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9" name="任意多边形: 形状 998"/>
            <p:cNvSpPr/>
            <p:nvPr/>
          </p:nvSpPr>
          <p:spPr>
            <a:xfrm>
              <a:off x="8569419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0" name="任意多边形: 形状 999"/>
            <p:cNvSpPr/>
            <p:nvPr/>
          </p:nvSpPr>
          <p:spPr>
            <a:xfrm>
              <a:off x="8660181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1" name="任意多边形: 形状 1000"/>
            <p:cNvSpPr/>
            <p:nvPr/>
          </p:nvSpPr>
          <p:spPr>
            <a:xfrm>
              <a:off x="8750944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2" name="任意多边形: 形状 1001"/>
            <p:cNvSpPr/>
            <p:nvPr/>
          </p:nvSpPr>
          <p:spPr>
            <a:xfrm>
              <a:off x="8841707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3" name="任意多边形: 形状 1002"/>
            <p:cNvSpPr/>
            <p:nvPr/>
          </p:nvSpPr>
          <p:spPr>
            <a:xfrm>
              <a:off x="8932469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4" name="任意多边形: 形状 1003"/>
            <p:cNvSpPr/>
            <p:nvPr/>
          </p:nvSpPr>
          <p:spPr>
            <a:xfrm>
              <a:off x="9023232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5" name="任意多边形: 形状 1004"/>
            <p:cNvSpPr/>
            <p:nvPr/>
          </p:nvSpPr>
          <p:spPr>
            <a:xfrm>
              <a:off x="9120478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6" name="任意多边形: 形状 1005"/>
            <p:cNvSpPr/>
            <p:nvPr/>
          </p:nvSpPr>
          <p:spPr>
            <a:xfrm>
              <a:off x="9211240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7" name="任意多边形: 形状 1006"/>
            <p:cNvSpPr/>
            <p:nvPr/>
          </p:nvSpPr>
          <p:spPr>
            <a:xfrm>
              <a:off x="9302003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8" name="任意多边形: 形状 1007"/>
            <p:cNvSpPr/>
            <p:nvPr/>
          </p:nvSpPr>
          <p:spPr>
            <a:xfrm>
              <a:off x="9392766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9" name="任意多边形: 形状 1008"/>
            <p:cNvSpPr/>
            <p:nvPr/>
          </p:nvSpPr>
          <p:spPr>
            <a:xfrm>
              <a:off x="9483528" y="215790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0" name="任意多边形: 形状 1009"/>
            <p:cNvSpPr/>
            <p:nvPr/>
          </p:nvSpPr>
          <p:spPr>
            <a:xfrm>
              <a:off x="9574291" y="215790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1" name="任意多边形: 形状 1010"/>
            <p:cNvSpPr/>
            <p:nvPr/>
          </p:nvSpPr>
          <p:spPr>
            <a:xfrm>
              <a:off x="2047472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2" name="任意多边形: 形状 1011"/>
            <p:cNvSpPr/>
            <p:nvPr/>
          </p:nvSpPr>
          <p:spPr>
            <a:xfrm>
              <a:off x="2138235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3" name="任意多边形: 形状 1012"/>
            <p:cNvSpPr/>
            <p:nvPr/>
          </p:nvSpPr>
          <p:spPr>
            <a:xfrm>
              <a:off x="2228998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4" name="任意多边形: 形状 1013"/>
            <p:cNvSpPr/>
            <p:nvPr/>
          </p:nvSpPr>
          <p:spPr>
            <a:xfrm>
              <a:off x="2319760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5" name="任意多边形: 形状 1014"/>
            <p:cNvSpPr/>
            <p:nvPr/>
          </p:nvSpPr>
          <p:spPr>
            <a:xfrm>
              <a:off x="2410523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6" name="任意多边形: 形状 1015"/>
            <p:cNvSpPr/>
            <p:nvPr/>
          </p:nvSpPr>
          <p:spPr>
            <a:xfrm>
              <a:off x="2507769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7" name="任意多边形: 形状 1016"/>
            <p:cNvSpPr/>
            <p:nvPr/>
          </p:nvSpPr>
          <p:spPr>
            <a:xfrm>
              <a:off x="2598531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8" name="任意多边形: 形状 1017"/>
            <p:cNvSpPr/>
            <p:nvPr/>
          </p:nvSpPr>
          <p:spPr>
            <a:xfrm>
              <a:off x="2689294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9" name="任意多边形: 形状 1018"/>
            <p:cNvSpPr/>
            <p:nvPr/>
          </p:nvSpPr>
          <p:spPr>
            <a:xfrm>
              <a:off x="2780057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0" name="任意多边形: 形状 1019"/>
            <p:cNvSpPr/>
            <p:nvPr/>
          </p:nvSpPr>
          <p:spPr>
            <a:xfrm>
              <a:off x="2870819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1" name="任意多边形: 形状 1020"/>
            <p:cNvSpPr/>
            <p:nvPr/>
          </p:nvSpPr>
          <p:spPr>
            <a:xfrm>
              <a:off x="2961582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2" name="任意多边形: 形状 1021"/>
            <p:cNvSpPr/>
            <p:nvPr/>
          </p:nvSpPr>
          <p:spPr>
            <a:xfrm>
              <a:off x="3058828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3" name="任意多边形: 形状 1022"/>
            <p:cNvSpPr/>
            <p:nvPr/>
          </p:nvSpPr>
          <p:spPr>
            <a:xfrm>
              <a:off x="3149590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4" name="任意多边形: 形状 1023"/>
            <p:cNvSpPr/>
            <p:nvPr/>
          </p:nvSpPr>
          <p:spPr>
            <a:xfrm>
              <a:off x="3240353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5" name="任意多边形: 形状 1024"/>
            <p:cNvSpPr/>
            <p:nvPr/>
          </p:nvSpPr>
          <p:spPr>
            <a:xfrm>
              <a:off x="3331116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6" name="任意多边形: 形状 1025"/>
            <p:cNvSpPr/>
            <p:nvPr/>
          </p:nvSpPr>
          <p:spPr>
            <a:xfrm>
              <a:off x="3512641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7" name="任意多边形: 形状 1026"/>
            <p:cNvSpPr/>
            <p:nvPr/>
          </p:nvSpPr>
          <p:spPr>
            <a:xfrm>
              <a:off x="3609887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8" name="任意多边形: 形状 1027"/>
            <p:cNvSpPr/>
            <p:nvPr/>
          </p:nvSpPr>
          <p:spPr>
            <a:xfrm>
              <a:off x="3700650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9" name="任意多边形: 形状 1028"/>
            <p:cNvSpPr/>
            <p:nvPr/>
          </p:nvSpPr>
          <p:spPr>
            <a:xfrm>
              <a:off x="3791412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0" name="任意多边形: 形状 1029"/>
            <p:cNvSpPr/>
            <p:nvPr/>
          </p:nvSpPr>
          <p:spPr>
            <a:xfrm>
              <a:off x="3882175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1" name="任意多边形: 形状 1030"/>
            <p:cNvSpPr/>
            <p:nvPr/>
          </p:nvSpPr>
          <p:spPr>
            <a:xfrm>
              <a:off x="3972938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2" name="任意多边形: 形状 1031"/>
            <p:cNvSpPr/>
            <p:nvPr/>
          </p:nvSpPr>
          <p:spPr>
            <a:xfrm>
              <a:off x="5444589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3" name="任意多边形: 形状 1032"/>
            <p:cNvSpPr/>
            <p:nvPr/>
          </p:nvSpPr>
          <p:spPr>
            <a:xfrm>
              <a:off x="5716877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4" name="任意多边形: 形状 1033"/>
            <p:cNvSpPr/>
            <p:nvPr/>
          </p:nvSpPr>
          <p:spPr>
            <a:xfrm>
              <a:off x="5814123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5" name="任意多边形: 形状 1034"/>
            <p:cNvSpPr/>
            <p:nvPr/>
          </p:nvSpPr>
          <p:spPr>
            <a:xfrm>
              <a:off x="5904886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6" name="任意多边形: 形状 1035"/>
            <p:cNvSpPr/>
            <p:nvPr/>
          </p:nvSpPr>
          <p:spPr>
            <a:xfrm>
              <a:off x="5995649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7" name="任意多边形: 形状 1036"/>
            <p:cNvSpPr/>
            <p:nvPr/>
          </p:nvSpPr>
          <p:spPr>
            <a:xfrm>
              <a:off x="6177174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8" name="任意多边形: 形状 1037"/>
            <p:cNvSpPr/>
            <p:nvPr/>
          </p:nvSpPr>
          <p:spPr>
            <a:xfrm>
              <a:off x="6267937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9" name="任意多边形: 形状 1038"/>
            <p:cNvSpPr/>
            <p:nvPr/>
          </p:nvSpPr>
          <p:spPr>
            <a:xfrm>
              <a:off x="6365182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0" name="任意多边形: 形状 1039"/>
            <p:cNvSpPr/>
            <p:nvPr/>
          </p:nvSpPr>
          <p:spPr>
            <a:xfrm>
              <a:off x="6455945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1" name="任意多边形: 形状 1040"/>
            <p:cNvSpPr/>
            <p:nvPr/>
          </p:nvSpPr>
          <p:spPr>
            <a:xfrm>
              <a:off x="6546708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2" name="任意多边形: 形状 1041"/>
            <p:cNvSpPr/>
            <p:nvPr/>
          </p:nvSpPr>
          <p:spPr>
            <a:xfrm>
              <a:off x="6637470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3" name="任意多边形: 形状 1042"/>
            <p:cNvSpPr/>
            <p:nvPr/>
          </p:nvSpPr>
          <p:spPr>
            <a:xfrm>
              <a:off x="6728233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6818996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6916241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7007004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7097767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8" name="任意多边形: 形状 1047"/>
            <p:cNvSpPr/>
            <p:nvPr/>
          </p:nvSpPr>
          <p:spPr>
            <a:xfrm>
              <a:off x="7188529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9" name="任意多边形: 形状 1048"/>
            <p:cNvSpPr/>
            <p:nvPr/>
          </p:nvSpPr>
          <p:spPr>
            <a:xfrm>
              <a:off x="7279292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0" name="任意多边形: 形状 1049"/>
            <p:cNvSpPr/>
            <p:nvPr/>
          </p:nvSpPr>
          <p:spPr>
            <a:xfrm>
              <a:off x="7370055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1" name="任意多边形: 形状 1050"/>
            <p:cNvSpPr/>
            <p:nvPr/>
          </p:nvSpPr>
          <p:spPr>
            <a:xfrm>
              <a:off x="7467300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2" name="任意多边形: 形状 1051"/>
            <p:cNvSpPr/>
            <p:nvPr/>
          </p:nvSpPr>
          <p:spPr>
            <a:xfrm>
              <a:off x="7558063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3" name="任意多边形: 形状 1052"/>
            <p:cNvSpPr/>
            <p:nvPr/>
          </p:nvSpPr>
          <p:spPr>
            <a:xfrm>
              <a:off x="7648826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4" name="任意多边形: 形状 1053"/>
            <p:cNvSpPr/>
            <p:nvPr/>
          </p:nvSpPr>
          <p:spPr>
            <a:xfrm>
              <a:off x="7739588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5" name="任意多边形: 形状 1054"/>
            <p:cNvSpPr/>
            <p:nvPr/>
          </p:nvSpPr>
          <p:spPr>
            <a:xfrm>
              <a:off x="7830351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6" name="任意多边形: 形状 1055"/>
            <p:cNvSpPr/>
            <p:nvPr/>
          </p:nvSpPr>
          <p:spPr>
            <a:xfrm>
              <a:off x="7921114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7" name="任意多边形: 形状 1056"/>
            <p:cNvSpPr/>
            <p:nvPr/>
          </p:nvSpPr>
          <p:spPr>
            <a:xfrm>
              <a:off x="8018360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8" name="任意多边形: 形状 1057"/>
            <p:cNvSpPr/>
            <p:nvPr/>
          </p:nvSpPr>
          <p:spPr>
            <a:xfrm>
              <a:off x="8109122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9" name="任意多边形: 形状 1058"/>
            <p:cNvSpPr/>
            <p:nvPr/>
          </p:nvSpPr>
          <p:spPr>
            <a:xfrm>
              <a:off x="8199885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0" name="任意多边形: 形状 1059"/>
            <p:cNvSpPr/>
            <p:nvPr/>
          </p:nvSpPr>
          <p:spPr>
            <a:xfrm>
              <a:off x="8290648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1" name="任意多边形: 形状 1060"/>
            <p:cNvSpPr/>
            <p:nvPr/>
          </p:nvSpPr>
          <p:spPr>
            <a:xfrm>
              <a:off x="8381410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2" name="任意多边形: 形状 1061"/>
            <p:cNvSpPr/>
            <p:nvPr/>
          </p:nvSpPr>
          <p:spPr>
            <a:xfrm>
              <a:off x="8472173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3" name="任意多边形: 形状 1062"/>
            <p:cNvSpPr/>
            <p:nvPr/>
          </p:nvSpPr>
          <p:spPr>
            <a:xfrm>
              <a:off x="8569419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4" name="任意多边形: 形状 1063"/>
            <p:cNvSpPr/>
            <p:nvPr/>
          </p:nvSpPr>
          <p:spPr>
            <a:xfrm>
              <a:off x="8660181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5" name="任意多边形: 形状 1064"/>
            <p:cNvSpPr/>
            <p:nvPr/>
          </p:nvSpPr>
          <p:spPr>
            <a:xfrm>
              <a:off x="8750944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6" name="任意多边形: 形状 1065"/>
            <p:cNvSpPr/>
            <p:nvPr/>
          </p:nvSpPr>
          <p:spPr>
            <a:xfrm>
              <a:off x="8841707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7" name="任意多边形: 形状 1066"/>
            <p:cNvSpPr/>
            <p:nvPr/>
          </p:nvSpPr>
          <p:spPr>
            <a:xfrm>
              <a:off x="8932469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8" name="任意多边形: 形状 1067"/>
            <p:cNvSpPr/>
            <p:nvPr/>
          </p:nvSpPr>
          <p:spPr>
            <a:xfrm>
              <a:off x="9023232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9" name="任意多边形: 形状 1068"/>
            <p:cNvSpPr/>
            <p:nvPr/>
          </p:nvSpPr>
          <p:spPr>
            <a:xfrm>
              <a:off x="9120478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0" name="任意多边形: 形状 1069"/>
            <p:cNvSpPr/>
            <p:nvPr/>
          </p:nvSpPr>
          <p:spPr>
            <a:xfrm>
              <a:off x="9211240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1" name="任意多边形: 形状 1070"/>
            <p:cNvSpPr/>
            <p:nvPr/>
          </p:nvSpPr>
          <p:spPr>
            <a:xfrm>
              <a:off x="9302003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2" name="任意多边形: 形状 1071"/>
            <p:cNvSpPr/>
            <p:nvPr/>
          </p:nvSpPr>
          <p:spPr>
            <a:xfrm>
              <a:off x="9392766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3" name="任意多边形: 形状 1072"/>
            <p:cNvSpPr/>
            <p:nvPr/>
          </p:nvSpPr>
          <p:spPr>
            <a:xfrm>
              <a:off x="9483528" y="224866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4" name="任意多边形: 形状 1073"/>
            <p:cNvSpPr/>
            <p:nvPr/>
          </p:nvSpPr>
          <p:spPr>
            <a:xfrm>
              <a:off x="9574291" y="224866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5" name="任意多边形: 形状 1074"/>
            <p:cNvSpPr/>
            <p:nvPr/>
          </p:nvSpPr>
          <p:spPr>
            <a:xfrm>
              <a:off x="2138235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6" name="任意多边形: 形状 1075"/>
            <p:cNvSpPr/>
            <p:nvPr/>
          </p:nvSpPr>
          <p:spPr>
            <a:xfrm>
              <a:off x="2228998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7" name="任意多边形: 形状 1076"/>
            <p:cNvSpPr/>
            <p:nvPr/>
          </p:nvSpPr>
          <p:spPr>
            <a:xfrm>
              <a:off x="2319760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8" name="任意多边形: 形状 1077"/>
            <p:cNvSpPr/>
            <p:nvPr/>
          </p:nvSpPr>
          <p:spPr>
            <a:xfrm>
              <a:off x="2410523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9" name="任意多边形: 形状 1078"/>
            <p:cNvSpPr/>
            <p:nvPr/>
          </p:nvSpPr>
          <p:spPr>
            <a:xfrm>
              <a:off x="2507769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0" name="任意多边形: 形状 1079"/>
            <p:cNvSpPr/>
            <p:nvPr/>
          </p:nvSpPr>
          <p:spPr>
            <a:xfrm>
              <a:off x="2598531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1" name="任意多边形: 形状 1080"/>
            <p:cNvSpPr/>
            <p:nvPr/>
          </p:nvSpPr>
          <p:spPr>
            <a:xfrm>
              <a:off x="2689294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2" name="任意多边形: 形状 1081"/>
            <p:cNvSpPr/>
            <p:nvPr/>
          </p:nvSpPr>
          <p:spPr>
            <a:xfrm>
              <a:off x="2780057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3" name="任意多边形: 形状 1082"/>
            <p:cNvSpPr/>
            <p:nvPr/>
          </p:nvSpPr>
          <p:spPr>
            <a:xfrm>
              <a:off x="2870819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4" name="任意多边形: 形状 1083"/>
            <p:cNvSpPr/>
            <p:nvPr/>
          </p:nvSpPr>
          <p:spPr>
            <a:xfrm>
              <a:off x="2961582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5" name="任意多边形: 形状 1084"/>
            <p:cNvSpPr/>
            <p:nvPr/>
          </p:nvSpPr>
          <p:spPr>
            <a:xfrm>
              <a:off x="3058828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6" name="任意多边形: 形状 1085"/>
            <p:cNvSpPr/>
            <p:nvPr/>
          </p:nvSpPr>
          <p:spPr>
            <a:xfrm>
              <a:off x="3149590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7" name="任意多边形: 形状 1086"/>
            <p:cNvSpPr/>
            <p:nvPr/>
          </p:nvSpPr>
          <p:spPr>
            <a:xfrm>
              <a:off x="3240353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8" name="任意多边形: 形状 1087"/>
            <p:cNvSpPr/>
            <p:nvPr/>
          </p:nvSpPr>
          <p:spPr>
            <a:xfrm>
              <a:off x="3331116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9" name="任意多边形: 形状 1088"/>
            <p:cNvSpPr/>
            <p:nvPr/>
          </p:nvSpPr>
          <p:spPr>
            <a:xfrm>
              <a:off x="3421878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0" name="任意多边形: 形状 1089"/>
            <p:cNvSpPr/>
            <p:nvPr/>
          </p:nvSpPr>
          <p:spPr>
            <a:xfrm>
              <a:off x="3512641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1" name="任意多边形: 形状 1090"/>
            <p:cNvSpPr/>
            <p:nvPr/>
          </p:nvSpPr>
          <p:spPr>
            <a:xfrm>
              <a:off x="3609887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2" name="任意多边形: 形状 1091"/>
            <p:cNvSpPr/>
            <p:nvPr/>
          </p:nvSpPr>
          <p:spPr>
            <a:xfrm>
              <a:off x="3700650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3" name="任意多边形: 形状 1092"/>
            <p:cNvSpPr/>
            <p:nvPr/>
          </p:nvSpPr>
          <p:spPr>
            <a:xfrm>
              <a:off x="3791412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4" name="任意多边形: 形状 1093"/>
            <p:cNvSpPr/>
            <p:nvPr/>
          </p:nvSpPr>
          <p:spPr>
            <a:xfrm>
              <a:off x="3882175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5" name="任意多边形: 形状 1094"/>
            <p:cNvSpPr/>
            <p:nvPr/>
          </p:nvSpPr>
          <p:spPr>
            <a:xfrm>
              <a:off x="3972938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6" name="任意多边形: 形状 1095"/>
            <p:cNvSpPr/>
            <p:nvPr/>
          </p:nvSpPr>
          <p:spPr>
            <a:xfrm>
              <a:off x="5444589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7" name="任意多边形: 形状 1096"/>
            <p:cNvSpPr/>
            <p:nvPr/>
          </p:nvSpPr>
          <p:spPr>
            <a:xfrm>
              <a:off x="5535352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8" name="任意多边形: 形状 1097"/>
            <p:cNvSpPr/>
            <p:nvPr/>
          </p:nvSpPr>
          <p:spPr>
            <a:xfrm>
              <a:off x="5904886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9" name="任意多边形: 形状 1098"/>
            <p:cNvSpPr/>
            <p:nvPr/>
          </p:nvSpPr>
          <p:spPr>
            <a:xfrm>
              <a:off x="5995649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0" name="任意多边形: 形状 1099"/>
            <p:cNvSpPr/>
            <p:nvPr/>
          </p:nvSpPr>
          <p:spPr>
            <a:xfrm>
              <a:off x="6177174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1" name="任意多边形: 形状 1100"/>
            <p:cNvSpPr/>
            <p:nvPr/>
          </p:nvSpPr>
          <p:spPr>
            <a:xfrm>
              <a:off x="6267937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2" name="任意多边形: 形状 1101"/>
            <p:cNvSpPr/>
            <p:nvPr/>
          </p:nvSpPr>
          <p:spPr>
            <a:xfrm>
              <a:off x="6365182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3" name="任意多边形: 形状 1102"/>
            <p:cNvSpPr/>
            <p:nvPr/>
          </p:nvSpPr>
          <p:spPr>
            <a:xfrm>
              <a:off x="6455945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4" name="任意多边形: 形状 1103"/>
            <p:cNvSpPr/>
            <p:nvPr/>
          </p:nvSpPr>
          <p:spPr>
            <a:xfrm>
              <a:off x="6546708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5" name="任意多边形: 形状 1104"/>
            <p:cNvSpPr/>
            <p:nvPr/>
          </p:nvSpPr>
          <p:spPr>
            <a:xfrm>
              <a:off x="6637470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6" name="任意多边形: 形状 1105"/>
            <p:cNvSpPr/>
            <p:nvPr/>
          </p:nvSpPr>
          <p:spPr>
            <a:xfrm>
              <a:off x="6728233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7" name="任意多边形: 形状 1106"/>
            <p:cNvSpPr/>
            <p:nvPr/>
          </p:nvSpPr>
          <p:spPr>
            <a:xfrm>
              <a:off x="6818996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8" name="任意多边形: 形状 1107"/>
            <p:cNvSpPr/>
            <p:nvPr/>
          </p:nvSpPr>
          <p:spPr>
            <a:xfrm>
              <a:off x="6916241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9" name="任意多边形: 形状 1108"/>
            <p:cNvSpPr/>
            <p:nvPr/>
          </p:nvSpPr>
          <p:spPr>
            <a:xfrm>
              <a:off x="7007004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0" name="任意多边形: 形状 1109"/>
            <p:cNvSpPr/>
            <p:nvPr/>
          </p:nvSpPr>
          <p:spPr>
            <a:xfrm>
              <a:off x="7097767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1" name="任意多边形: 形状 1110"/>
            <p:cNvSpPr/>
            <p:nvPr/>
          </p:nvSpPr>
          <p:spPr>
            <a:xfrm>
              <a:off x="7188529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2" name="任意多边形: 形状 1111"/>
            <p:cNvSpPr/>
            <p:nvPr/>
          </p:nvSpPr>
          <p:spPr>
            <a:xfrm>
              <a:off x="7279292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3" name="任意多边形: 形状 1112"/>
            <p:cNvSpPr/>
            <p:nvPr/>
          </p:nvSpPr>
          <p:spPr>
            <a:xfrm>
              <a:off x="7370055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4" name="任意多边形: 形状 1113"/>
            <p:cNvSpPr/>
            <p:nvPr/>
          </p:nvSpPr>
          <p:spPr>
            <a:xfrm>
              <a:off x="7467300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5" name="任意多边形: 形状 1114"/>
            <p:cNvSpPr/>
            <p:nvPr/>
          </p:nvSpPr>
          <p:spPr>
            <a:xfrm>
              <a:off x="7558063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6" name="任意多边形: 形状 1115"/>
            <p:cNvSpPr/>
            <p:nvPr/>
          </p:nvSpPr>
          <p:spPr>
            <a:xfrm>
              <a:off x="7648826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7" name="任意多边形: 形状 1116"/>
            <p:cNvSpPr/>
            <p:nvPr/>
          </p:nvSpPr>
          <p:spPr>
            <a:xfrm>
              <a:off x="7739588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8" name="任意多边形: 形状 1117"/>
            <p:cNvSpPr/>
            <p:nvPr/>
          </p:nvSpPr>
          <p:spPr>
            <a:xfrm>
              <a:off x="7830351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9" name="任意多边形: 形状 1118"/>
            <p:cNvSpPr/>
            <p:nvPr/>
          </p:nvSpPr>
          <p:spPr>
            <a:xfrm>
              <a:off x="7921114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0" name="任意多边形: 形状 1119"/>
            <p:cNvSpPr/>
            <p:nvPr/>
          </p:nvSpPr>
          <p:spPr>
            <a:xfrm>
              <a:off x="8018360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1" name="任意多边形: 形状 1120"/>
            <p:cNvSpPr/>
            <p:nvPr/>
          </p:nvSpPr>
          <p:spPr>
            <a:xfrm>
              <a:off x="8109122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2" name="任意多边形: 形状 1121"/>
            <p:cNvSpPr/>
            <p:nvPr/>
          </p:nvSpPr>
          <p:spPr>
            <a:xfrm>
              <a:off x="8199885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3" name="任意多边形: 形状 1122"/>
            <p:cNvSpPr/>
            <p:nvPr/>
          </p:nvSpPr>
          <p:spPr>
            <a:xfrm>
              <a:off x="8290648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4" name="任意多边形: 形状 1123"/>
            <p:cNvSpPr/>
            <p:nvPr/>
          </p:nvSpPr>
          <p:spPr>
            <a:xfrm>
              <a:off x="8381410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5" name="任意多边形: 形状 1124"/>
            <p:cNvSpPr/>
            <p:nvPr/>
          </p:nvSpPr>
          <p:spPr>
            <a:xfrm>
              <a:off x="8472173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6" name="任意多边形: 形状 1125"/>
            <p:cNvSpPr/>
            <p:nvPr/>
          </p:nvSpPr>
          <p:spPr>
            <a:xfrm>
              <a:off x="8569419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7" name="任意多边形: 形状 1126"/>
            <p:cNvSpPr/>
            <p:nvPr/>
          </p:nvSpPr>
          <p:spPr>
            <a:xfrm>
              <a:off x="8660181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8" name="任意多边形: 形状 1127"/>
            <p:cNvSpPr/>
            <p:nvPr/>
          </p:nvSpPr>
          <p:spPr>
            <a:xfrm>
              <a:off x="8750944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9" name="任意多边形: 形状 1128"/>
            <p:cNvSpPr/>
            <p:nvPr/>
          </p:nvSpPr>
          <p:spPr>
            <a:xfrm>
              <a:off x="8841707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0" name="任意多边形: 形状 1129"/>
            <p:cNvSpPr/>
            <p:nvPr/>
          </p:nvSpPr>
          <p:spPr>
            <a:xfrm>
              <a:off x="8932469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1" name="任意多边形: 形状 1130"/>
            <p:cNvSpPr/>
            <p:nvPr/>
          </p:nvSpPr>
          <p:spPr>
            <a:xfrm>
              <a:off x="9023232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2" name="任意多边形: 形状 1131"/>
            <p:cNvSpPr/>
            <p:nvPr/>
          </p:nvSpPr>
          <p:spPr>
            <a:xfrm>
              <a:off x="9120478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3" name="任意多边形: 形状 1132"/>
            <p:cNvSpPr/>
            <p:nvPr/>
          </p:nvSpPr>
          <p:spPr>
            <a:xfrm>
              <a:off x="9211240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4" name="任意多边形: 形状 1133"/>
            <p:cNvSpPr/>
            <p:nvPr/>
          </p:nvSpPr>
          <p:spPr>
            <a:xfrm>
              <a:off x="9302003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5" name="任意多边形: 形状 1134"/>
            <p:cNvSpPr/>
            <p:nvPr/>
          </p:nvSpPr>
          <p:spPr>
            <a:xfrm>
              <a:off x="9392766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6" name="任意多边形: 形状 1135"/>
            <p:cNvSpPr/>
            <p:nvPr/>
          </p:nvSpPr>
          <p:spPr>
            <a:xfrm>
              <a:off x="9483528" y="233942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7" name="任意多边形: 形状 1136"/>
            <p:cNvSpPr/>
            <p:nvPr/>
          </p:nvSpPr>
          <p:spPr>
            <a:xfrm>
              <a:off x="9574291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8" name="任意多边形: 形状 1137"/>
            <p:cNvSpPr/>
            <p:nvPr/>
          </p:nvSpPr>
          <p:spPr>
            <a:xfrm>
              <a:off x="9671537" y="233942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9" name="任意多边形: 形状 1138"/>
            <p:cNvSpPr/>
            <p:nvPr/>
          </p:nvSpPr>
          <p:spPr>
            <a:xfrm>
              <a:off x="2047472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0" name="任意多边形: 形状 1139"/>
            <p:cNvSpPr/>
            <p:nvPr/>
          </p:nvSpPr>
          <p:spPr>
            <a:xfrm>
              <a:off x="2138235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1" name="任意多边形: 形状 1140"/>
            <p:cNvSpPr/>
            <p:nvPr/>
          </p:nvSpPr>
          <p:spPr>
            <a:xfrm>
              <a:off x="2228998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2" name="任意多边形: 形状 1141"/>
            <p:cNvSpPr/>
            <p:nvPr/>
          </p:nvSpPr>
          <p:spPr>
            <a:xfrm>
              <a:off x="2319760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3" name="任意多边形: 形状 1142"/>
            <p:cNvSpPr/>
            <p:nvPr/>
          </p:nvSpPr>
          <p:spPr>
            <a:xfrm>
              <a:off x="2410523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4" name="任意多边形: 形状 1143"/>
            <p:cNvSpPr/>
            <p:nvPr/>
          </p:nvSpPr>
          <p:spPr>
            <a:xfrm>
              <a:off x="2507769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5" name="任意多边形: 形状 1144"/>
            <p:cNvSpPr/>
            <p:nvPr/>
          </p:nvSpPr>
          <p:spPr>
            <a:xfrm>
              <a:off x="2598531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6" name="任意多边形: 形状 1145"/>
            <p:cNvSpPr/>
            <p:nvPr/>
          </p:nvSpPr>
          <p:spPr>
            <a:xfrm>
              <a:off x="2689294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7" name="任意多边形: 形状 1146"/>
            <p:cNvSpPr/>
            <p:nvPr/>
          </p:nvSpPr>
          <p:spPr>
            <a:xfrm>
              <a:off x="2780057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8" name="任意多边形: 形状 1147"/>
            <p:cNvSpPr/>
            <p:nvPr/>
          </p:nvSpPr>
          <p:spPr>
            <a:xfrm>
              <a:off x="2870819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9" name="任意多边形: 形状 1148"/>
            <p:cNvSpPr/>
            <p:nvPr/>
          </p:nvSpPr>
          <p:spPr>
            <a:xfrm>
              <a:off x="2961582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0" name="任意多边形: 形状 1149"/>
            <p:cNvSpPr/>
            <p:nvPr/>
          </p:nvSpPr>
          <p:spPr>
            <a:xfrm>
              <a:off x="3058828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1" name="任意多边形: 形状 1150"/>
            <p:cNvSpPr/>
            <p:nvPr/>
          </p:nvSpPr>
          <p:spPr>
            <a:xfrm>
              <a:off x="3149590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2" name="任意多边形: 形状 1151"/>
            <p:cNvSpPr/>
            <p:nvPr/>
          </p:nvSpPr>
          <p:spPr>
            <a:xfrm>
              <a:off x="3240353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3" name="任意多边形: 形状 1152"/>
            <p:cNvSpPr/>
            <p:nvPr/>
          </p:nvSpPr>
          <p:spPr>
            <a:xfrm>
              <a:off x="3331116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4" name="任意多边形: 形状 1153"/>
            <p:cNvSpPr/>
            <p:nvPr/>
          </p:nvSpPr>
          <p:spPr>
            <a:xfrm>
              <a:off x="3421878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5" name="任意多边形: 形状 1154"/>
            <p:cNvSpPr/>
            <p:nvPr/>
          </p:nvSpPr>
          <p:spPr>
            <a:xfrm>
              <a:off x="3512641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6" name="任意多边形: 形状 1155"/>
            <p:cNvSpPr/>
            <p:nvPr/>
          </p:nvSpPr>
          <p:spPr>
            <a:xfrm>
              <a:off x="3609887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7" name="任意多边形: 形状 1156"/>
            <p:cNvSpPr/>
            <p:nvPr/>
          </p:nvSpPr>
          <p:spPr>
            <a:xfrm>
              <a:off x="3700650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8" name="任意多边形: 形状 1157"/>
            <p:cNvSpPr/>
            <p:nvPr/>
          </p:nvSpPr>
          <p:spPr>
            <a:xfrm>
              <a:off x="3791412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9" name="任意多边形: 形状 1158"/>
            <p:cNvSpPr/>
            <p:nvPr/>
          </p:nvSpPr>
          <p:spPr>
            <a:xfrm>
              <a:off x="3882175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0" name="任意多边形: 形状 1159"/>
            <p:cNvSpPr/>
            <p:nvPr/>
          </p:nvSpPr>
          <p:spPr>
            <a:xfrm>
              <a:off x="3972938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1" name="任意多边形: 形状 1160"/>
            <p:cNvSpPr/>
            <p:nvPr/>
          </p:nvSpPr>
          <p:spPr>
            <a:xfrm>
              <a:off x="4063700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2" name="任意多边形: 形状 1161"/>
            <p:cNvSpPr/>
            <p:nvPr/>
          </p:nvSpPr>
          <p:spPr>
            <a:xfrm>
              <a:off x="5353827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3" name="任意多边形: 形状 1162"/>
            <p:cNvSpPr/>
            <p:nvPr/>
          </p:nvSpPr>
          <p:spPr>
            <a:xfrm>
              <a:off x="5444589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4" name="任意多边形: 形状 1163"/>
            <p:cNvSpPr/>
            <p:nvPr/>
          </p:nvSpPr>
          <p:spPr>
            <a:xfrm>
              <a:off x="5535352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5" name="任意多边形: 形状 1164"/>
            <p:cNvSpPr/>
            <p:nvPr/>
          </p:nvSpPr>
          <p:spPr>
            <a:xfrm>
              <a:off x="5814123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6" name="任意多边形: 形状 1165"/>
            <p:cNvSpPr/>
            <p:nvPr/>
          </p:nvSpPr>
          <p:spPr>
            <a:xfrm>
              <a:off x="5995649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7" name="任意多边形: 形状 1166"/>
            <p:cNvSpPr/>
            <p:nvPr/>
          </p:nvSpPr>
          <p:spPr>
            <a:xfrm>
              <a:off x="6086411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8" name="任意多边形: 形状 1167"/>
            <p:cNvSpPr/>
            <p:nvPr/>
          </p:nvSpPr>
          <p:spPr>
            <a:xfrm>
              <a:off x="6177174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9" name="任意多边形: 形状 1168"/>
            <p:cNvSpPr/>
            <p:nvPr/>
          </p:nvSpPr>
          <p:spPr>
            <a:xfrm>
              <a:off x="6267937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0" name="任意多边形: 形状 1169"/>
            <p:cNvSpPr/>
            <p:nvPr/>
          </p:nvSpPr>
          <p:spPr>
            <a:xfrm>
              <a:off x="6365182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1" name="任意多边形: 形状 1170"/>
            <p:cNvSpPr/>
            <p:nvPr/>
          </p:nvSpPr>
          <p:spPr>
            <a:xfrm>
              <a:off x="6455945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2" name="任意多边形: 形状 1171"/>
            <p:cNvSpPr/>
            <p:nvPr/>
          </p:nvSpPr>
          <p:spPr>
            <a:xfrm>
              <a:off x="6546708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3" name="任意多边形: 形状 1172"/>
            <p:cNvSpPr/>
            <p:nvPr/>
          </p:nvSpPr>
          <p:spPr>
            <a:xfrm>
              <a:off x="6637470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4" name="任意多边形: 形状 1173"/>
            <p:cNvSpPr/>
            <p:nvPr/>
          </p:nvSpPr>
          <p:spPr>
            <a:xfrm>
              <a:off x="6728233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5" name="任意多边形: 形状 1174"/>
            <p:cNvSpPr/>
            <p:nvPr/>
          </p:nvSpPr>
          <p:spPr>
            <a:xfrm>
              <a:off x="6818996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6" name="任意多边形: 形状 1175"/>
            <p:cNvSpPr/>
            <p:nvPr/>
          </p:nvSpPr>
          <p:spPr>
            <a:xfrm>
              <a:off x="6916241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7" name="任意多边形: 形状 1176"/>
            <p:cNvSpPr/>
            <p:nvPr/>
          </p:nvSpPr>
          <p:spPr>
            <a:xfrm>
              <a:off x="7007004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8" name="任意多边形: 形状 1177"/>
            <p:cNvSpPr/>
            <p:nvPr/>
          </p:nvSpPr>
          <p:spPr>
            <a:xfrm>
              <a:off x="7097767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9" name="任意多边形: 形状 1178"/>
            <p:cNvSpPr/>
            <p:nvPr/>
          </p:nvSpPr>
          <p:spPr>
            <a:xfrm>
              <a:off x="7188529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0" name="任意多边形: 形状 1179"/>
            <p:cNvSpPr/>
            <p:nvPr/>
          </p:nvSpPr>
          <p:spPr>
            <a:xfrm>
              <a:off x="7279292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1" name="任意多边形: 形状 1180"/>
            <p:cNvSpPr/>
            <p:nvPr/>
          </p:nvSpPr>
          <p:spPr>
            <a:xfrm>
              <a:off x="7370055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2" name="任意多边形: 形状 1181"/>
            <p:cNvSpPr/>
            <p:nvPr/>
          </p:nvSpPr>
          <p:spPr>
            <a:xfrm>
              <a:off x="7467300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3" name="任意多边形: 形状 1182"/>
            <p:cNvSpPr/>
            <p:nvPr/>
          </p:nvSpPr>
          <p:spPr>
            <a:xfrm>
              <a:off x="7558063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4" name="任意多边形: 形状 1183"/>
            <p:cNvSpPr/>
            <p:nvPr/>
          </p:nvSpPr>
          <p:spPr>
            <a:xfrm>
              <a:off x="7648826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5" name="任意多边形: 形状 1184"/>
            <p:cNvSpPr/>
            <p:nvPr/>
          </p:nvSpPr>
          <p:spPr>
            <a:xfrm>
              <a:off x="7739588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6" name="任意多边形: 形状 1185"/>
            <p:cNvSpPr/>
            <p:nvPr/>
          </p:nvSpPr>
          <p:spPr>
            <a:xfrm>
              <a:off x="7830351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7" name="任意多边形: 形状 1186"/>
            <p:cNvSpPr/>
            <p:nvPr/>
          </p:nvSpPr>
          <p:spPr>
            <a:xfrm>
              <a:off x="7921114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8" name="任意多边形: 形状 1187"/>
            <p:cNvSpPr/>
            <p:nvPr/>
          </p:nvSpPr>
          <p:spPr>
            <a:xfrm>
              <a:off x="8018360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9" name="任意多边形: 形状 1188"/>
            <p:cNvSpPr/>
            <p:nvPr/>
          </p:nvSpPr>
          <p:spPr>
            <a:xfrm>
              <a:off x="8109122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0" name="任意多边形: 形状 1189"/>
            <p:cNvSpPr/>
            <p:nvPr/>
          </p:nvSpPr>
          <p:spPr>
            <a:xfrm>
              <a:off x="8199885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1" name="任意多边形: 形状 1190"/>
            <p:cNvSpPr/>
            <p:nvPr/>
          </p:nvSpPr>
          <p:spPr>
            <a:xfrm>
              <a:off x="8290648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2" name="任意多边形: 形状 1191"/>
            <p:cNvSpPr/>
            <p:nvPr/>
          </p:nvSpPr>
          <p:spPr>
            <a:xfrm>
              <a:off x="8381410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3" name="任意多边形: 形状 1192"/>
            <p:cNvSpPr/>
            <p:nvPr/>
          </p:nvSpPr>
          <p:spPr>
            <a:xfrm>
              <a:off x="8472173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4" name="任意多边形: 形状 1193"/>
            <p:cNvSpPr/>
            <p:nvPr/>
          </p:nvSpPr>
          <p:spPr>
            <a:xfrm>
              <a:off x="8569419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5" name="任意多边形: 形状 1194"/>
            <p:cNvSpPr/>
            <p:nvPr/>
          </p:nvSpPr>
          <p:spPr>
            <a:xfrm>
              <a:off x="8660181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6" name="任意多边形: 形状 1195"/>
            <p:cNvSpPr/>
            <p:nvPr/>
          </p:nvSpPr>
          <p:spPr>
            <a:xfrm>
              <a:off x="8750944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7" name="任意多边形: 形状 1196"/>
            <p:cNvSpPr/>
            <p:nvPr/>
          </p:nvSpPr>
          <p:spPr>
            <a:xfrm>
              <a:off x="8841707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8" name="任意多边形: 形状 1197"/>
            <p:cNvSpPr/>
            <p:nvPr/>
          </p:nvSpPr>
          <p:spPr>
            <a:xfrm>
              <a:off x="8932469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9" name="任意多边形: 形状 1198"/>
            <p:cNvSpPr/>
            <p:nvPr/>
          </p:nvSpPr>
          <p:spPr>
            <a:xfrm>
              <a:off x="9023232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0" name="任意多边形: 形状 1199"/>
            <p:cNvSpPr/>
            <p:nvPr/>
          </p:nvSpPr>
          <p:spPr>
            <a:xfrm>
              <a:off x="9120478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1" name="任意多边形: 形状 1200"/>
            <p:cNvSpPr/>
            <p:nvPr/>
          </p:nvSpPr>
          <p:spPr>
            <a:xfrm>
              <a:off x="9211240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2" name="任意多边形: 形状 1201"/>
            <p:cNvSpPr/>
            <p:nvPr/>
          </p:nvSpPr>
          <p:spPr>
            <a:xfrm>
              <a:off x="9302003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3" name="任意多边形: 形状 1202"/>
            <p:cNvSpPr/>
            <p:nvPr/>
          </p:nvSpPr>
          <p:spPr>
            <a:xfrm>
              <a:off x="9392766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4" name="任意多边形: 形状 1203"/>
            <p:cNvSpPr/>
            <p:nvPr/>
          </p:nvSpPr>
          <p:spPr>
            <a:xfrm>
              <a:off x="9483528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5" name="任意多边形: 形状 1204"/>
            <p:cNvSpPr/>
            <p:nvPr/>
          </p:nvSpPr>
          <p:spPr>
            <a:xfrm>
              <a:off x="9671537" y="243019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6" name="任意多边形: 形状 1205"/>
            <p:cNvSpPr/>
            <p:nvPr/>
          </p:nvSpPr>
          <p:spPr>
            <a:xfrm>
              <a:off x="9762299" y="243019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7" name="任意多边形: 形状 1206"/>
            <p:cNvSpPr/>
            <p:nvPr/>
          </p:nvSpPr>
          <p:spPr>
            <a:xfrm>
              <a:off x="2047472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8" name="任意多边形: 形状 1207"/>
            <p:cNvSpPr/>
            <p:nvPr/>
          </p:nvSpPr>
          <p:spPr>
            <a:xfrm>
              <a:off x="2138235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9" name="任意多边形: 形状 1208"/>
            <p:cNvSpPr/>
            <p:nvPr/>
          </p:nvSpPr>
          <p:spPr>
            <a:xfrm>
              <a:off x="2228998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0" name="任意多边形: 形状 1209"/>
            <p:cNvSpPr/>
            <p:nvPr/>
          </p:nvSpPr>
          <p:spPr>
            <a:xfrm>
              <a:off x="2319760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1" name="任意多边形: 形状 1210"/>
            <p:cNvSpPr/>
            <p:nvPr/>
          </p:nvSpPr>
          <p:spPr>
            <a:xfrm>
              <a:off x="2410523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2" name="任意多边形: 形状 1211"/>
            <p:cNvSpPr/>
            <p:nvPr/>
          </p:nvSpPr>
          <p:spPr>
            <a:xfrm>
              <a:off x="2507769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3" name="任意多边形: 形状 1212"/>
            <p:cNvSpPr/>
            <p:nvPr/>
          </p:nvSpPr>
          <p:spPr>
            <a:xfrm>
              <a:off x="2598531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4" name="任意多边形: 形状 1213"/>
            <p:cNvSpPr/>
            <p:nvPr/>
          </p:nvSpPr>
          <p:spPr>
            <a:xfrm>
              <a:off x="2689294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5" name="任意多边形: 形状 1214"/>
            <p:cNvSpPr/>
            <p:nvPr/>
          </p:nvSpPr>
          <p:spPr>
            <a:xfrm>
              <a:off x="2780057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6" name="任意多边形: 形状 1215"/>
            <p:cNvSpPr/>
            <p:nvPr/>
          </p:nvSpPr>
          <p:spPr>
            <a:xfrm>
              <a:off x="2870819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7" name="任意多边形: 形状 1216"/>
            <p:cNvSpPr/>
            <p:nvPr/>
          </p:nvSpPr>
          <p:spPr>
            <a:xfrm>
              <a:off x="2961582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8" name="任意多边形: 形状 1217"/>
            <p:cNvSpPr/>
            <p:nvPr/>
          </p:nvSpPr>
          <p:spPr>
            <a:xfrm>
              <a:off x="3058828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9" name="任意多边形: 形状 1218"/>
            <p:cNvSpPr/>
            <p:nvPr/>
          </p:nvSpPr>
          <p:spPr>
            <a:xfrm>
              <a:off x="3149590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0" name="任意多边形: 形状 1219"/>
            <p:cNvSpPr/>
            <p:nvPr/>
          </p:nvSpPr>
          <p:spPr>
            <a:xfrm>
              <a:off x="3240353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1" name="任意多边形: 形状 1220"/>
            <p:cNvSpPr/>
            <p:nvPr/>
          </p:nvSpPr>
          <p:spPr>
            <a:xfrm>
              <a:off x="3331116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2" name="任意多边形: 形状 1221"/>
            <p:cNvSpPr/>
            <p:nvPr/>
          </p:nvSpPr>
          <p:spPr>
            <a:xfrm>
              <a:off x="3421878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3" name="任意多边形: 形状 1222"/>
            <p:cNvSpPr/>
            <p:nvPr/>
          </p:nvSpPr>
          <p:spPr>
            <a:xfrm>
              <a:off x="3512641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4" name="任意多边形: 形状 1223"/>
            <p:cNvSpPr/>
            <p:nvPr/>
          </p:nvSpPr>
          <p:spPr>
            <a:xfrm>
              <a:off x="3609887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5" name="任意多边形: 形状 1224"/>
            <p:cNvSpPr/>
            <p:nvPr/>
          </p:nvSpPr>
          <p:spPr>
            <a:xfrm>
              <a:off x="3700650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6" name="任意多边形: 形状 1225"/>
            <p:cNvSpPr/>
            <p:nvPr/>
          </p:nvSpPr>
          <p:spPr>
            <a:xfrm>
              <a:off x="3791412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7" name="任意多边形: 形状 1226"/>
            <p:cNvSpPr/>
            <p:nvPr/>
          </p:nvSpPr>
          <p:spPr>
            <a:xfrm>
              <a:off x="3882175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8" name="任意多边形: 形状 1227"/>
            <p:cNvSpPr/>
            <p:nvPr/>
          </p:nvSpPr>
          <p:spPr>
            <a:xfrm>
              <a:off x="3972938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9" name="任意多边形: 形状 1228"/>
            <p:cNvSpPr/>
            <p:nvPr/>
          </p:nvSpPr>
          <p:spPr>
            <a:xfrm>
              <a:off x="4063700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0" name="任意多边形: 形状 1229"/>
            <p:cNvSpPr/>
            <p:nvPr/>
          </p:nvSpPr>
          <p:spPr>
            <a:xfrm>
              <a:off x="5263064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1" name="任意多边形: 形状 1230"/>
            <p:cNvSpPr/>
            <p:nvPr/>
          </p:nvSpPr>
          <p:spPr>
            <a:xfrm>
              <a:off x="5353827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2" name="任意多边形: 形状 1231"/>
            <p:cNvSpPr/>
            <p:nvPr/>
          </p:nvSpPr>
          <p:spPr>
            <a:xfrm>
              <a:off x="5444589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3" name="任意多边形: 形状 1232"/>
            <p:cNvSpPr/>
            <p:nvPr/>
          </p:nvSpPr>
          <p:spPr>
            <a:xfrm>
              <a:off x="5535352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4" name="任意多边形: 形状 1233"/>
            <p:cNvSpPr/>
            <p:nvPr/>
          </p:nvSpPr>
          <p:spPr>
            <a:xfrm>
              <a:off x="5716877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5" name="任意多边形: 形状 1234"/>
            <p:cNvSpPr/>
            <p:nvPr/>
          </p:nvSpPr>
          <p:spPr>
            <a:xfrm>
              <a:off x="5814123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6" name="任意多边形: 形状 1235"/>
            <p:cNvSpPr/>
            <p:nvPr/>
          </p:nvSpPr>
          <p:spPr>
            <a:xfrm>
              <a:off x="5904886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7" name="任意多边形: 形状 1236"/>
            <p:cNvSpPr/>
            <p:nvPr/>
          </p:nvSpPr>
          <p:spPr>
            <a:xfrm>
              <a:off x="5995649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8" name="任意多边形: 形状 1237"/>
            <p:cNvSpPr/>
            <p:nvPr/>
          </p:nvSpPr>
          <p:spPr>
            <a:xfrm>
              <a:off x="6086411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9" name="任意多边形: 形状 1238"/>
            <p:cNvSpPr/>
            <p:nvPr/>
          </p:nvSpPr>
          <p:spPr>
            <a:xfrm>
              <a:off x="6177174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0" name="任意多边形: 形状 1239"/>
            <p:cNvSpPr/>
            <p:nvPr/>
          </p:nvSpPr>
          <p:spPr>
            <a:xfrm>
              <a:off x="6267937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1" name="任意多边形: 形状 1240"/>
            <p:cNvSpPr/>
            <p:nvPr/>
          </p:nvSpPr>
          <p:spPr>
            <a:xfrm>
              <a:off x="6365182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2" name="任意多边形: 形状 1241"/>
            <p:cNvSpPr/>
            <p:nvPr/>
          </p:nvSpPr>
          <p:spPr>
            <a:xfrm>
              <a:off x="6455945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3" name="任意多边形: 形状 1242"/>
            <p:cNvSpPr/>
            <p:nvPr/>
          </p:nvSpPr>
          <p:spPr>
            <a:xfrm>
              <a:off x="6546708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4" name="任意多边形: 形状 1243"/>
            <p:cNvSpPr/>
            <p:nvPr/>
          </p:nvSpPr>
          <p:spPr>
            <a:xfrm>
              <a:off x="6637470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5" name="任意多边形: 形状 1244"/>
            <p:cNvSpPr/>
            <p:nvPr/>
          </p:nvSpPr>
          <p:spPr>
            <a:xfrm>
              <a:off x="6728233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6" name="任意多边形: 形状 1245"/>
            <p:cNvSpPr/>
            <p:nvPr/>
          </p:nvSpPr>
          <p:spPr>
            <a:xfrm>
              <a:off x="6818996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7" name="任意多边形: 形状 1246"/>
            <p:cNvSpPr/>
            <p:nvPr/>
          </p:nvSpPr>
          <p:spPr>
            <a:xfrm>
              <a:off x="6916241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8" name="任意多边形: 形状 1247"/>
            <p:cNvSpPr/>
            <p:nvPr/>
          </p:nvSpPr>
          <p:spPr>
            <a:xfrm>
              <a:off x="7007004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9" name="任意多边形: 形状 1248"/>
            <p:cNvSpPr/>
            <p:nvPr/>
          </p:nvSpPr>
          <p:spPr>
            <a:xfrm>
              <a:off x="7097767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0" name="任意多边形: 形状 1249"/>
            <p:cNvSpPr/>
            <p:nvPr/>
          </p:nvSpPr>
          <p:spPr>
            <a:xfrm>
              <a:off x="7188529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1" name="任意多边形: 形状 1250"/>
            <p:cNvSpPr/>
            <p:nvPr/>
          </p:nvSpPr>
          <p:spPr>
            <a:xfrm>
              <a:off x="7279292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2" name="任意多边形: 形状 1251"/>
            <p:cNvSpPr/>
            <p:nvPr/>
          </p:nvSpPr>
          <p:spPr>
            <a:xfrm>
              <a:off x="7370055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3" name="任意多边形: 形状 1252"/>
            <p:cNvSpPr/>
            <p:nvPr/>
          </p:nvSpPr>
          <p:spPr>
            <a:xfrm>
              <a:off x="7467300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4" name="任意多边形: 形状 1253"/>
            <p:cNvSpPr/>
            <p:nvPr/>
          </p:nvSpPr>
          <p:spPr>
            <a:xfrm>
              <a:off x="7558063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5" name="任意多边形: 形状 1254"/>
            <p:cNvSpPr/>
            <p:nvPr/>
          </p:nvSpPr>
          <p:spPr>
            <a:xfrm>
              <a:off x="7648826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6" name="任意多边形: 形状 1255"/>
            <p:cNvSpPr/>
            <p:nvPr/>
          </p:nvSpPr>
          <p:spPr>
            <a:xfrm>
              <a:off x="7739588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7" name="任意多边形: 形状 1256"/>
            <p:cNvSpPr/>
            <p:nvPr/>
          </p:nvSpPr>
          <p:spPr>
            <a:xfrm>
              <a:off x="7830351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8" name="任意多边形: 形状 1257"/>
            <p:cNvSpPr/>
            <p:nvPr/>
          </p:nvSpPr>
          <p:spPr>
            <a:xfrm>
              <a:off x="7921114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9" name="任意多边形: 形状 1258"/>
            <p:cNvSpPr/>
            <p:nvPr/>
          </p:nvSpPr>
          <p:spPr>
            <a:xfrm>
              <a:off x="8018360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0" name="任意多边形: 形状 1259"/>
            <p:cNvSpPr/>
            <p:nvPr/>
          </p:nvSpPr>
          <p:spPr>
            <a:xfrm>
              <a:off x="8109122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1" name="任意多边形: 形状 1260"/>
            <p:cNvSpPr/>
            <p:nvPr/>
          </p:nvSpPr>
          <p:spPr>
            <a:xfrm>
              <a:off x="8199885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2" name="任意多边形: 形状 1261"/>
            <p:cNvSpPr/>
            <p:nvPr/>
          </p:nvSpPr>
          <p:spPr>
            <a:xfrm>
              <a:off x="8290648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3" name="任意多边形: 形状 1262"/>
            <p:cNvSpPr/>
            <p:nvPr/>
          </p:nvSpPr>
          <p:spPr>
            <a:xfrm>
              <a:off x="8381410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4" name="任意多边形: 形状 1263"/>
            <p:cNvSpPr/>
            <p:nvPr/>
          </p:nvSpPr>
          <p:spPr>
            <a:xfrm>
              <a:off x="8472173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5" name="任意多边形: 形状 1264"/>
            <p:cNvSpPr/>
            <p:nvPr/>
          </p:nvSpPr>
          <p:spPr>
            <a:xfrm>
              <a:off x="8569419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6" name="任意多边形: 形状 1265"/>
            <p:cNvSpPr/>
            <p:nvPr/>
          </p:nvSpPr>
          <p:spPr>
            <a:xfrm>
              <a:off x="8660181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7" name="任意多边形: 形状 1266"/>
            <p:cNvSpPr/>
            <p:nvPr/>
          </p:nvSpPr>
          <p:spPr>
            <a:xfrm>
              <a:off x="8750944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8" name="任意多边形: 形状 1267"/>
            <p:cNvSpPr/>
            <p:nvPr/>
          </p:nvSpPr>
          <p:spPr>
            <a:xfrm>
              <a:off x="8841707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9" name="任意多边形: 形状 1268"/>
            <p:cNvSpPr/>
            <p:nvPr/>
          </p:nvSpPr>
          <p:spPr>
            <a:xfrm>
              <a:off x="8932469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0" name="任意多边形: 形状 1269"/>
            <p:cNvSpPr/>
            <p:nvPr/>
          </p:nvSpPr>
          <p:spPr>
            <a:xfrm>
              <a:off x="9023232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1" name="任意多边形: 形状 1270"/>
            <p:cNvSpPr/>
            <p:nvPr/>
          </p:nvSpPr>
          <p:spPr>
            <a:xfrm>
              <a:off x="9120478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2" name="任意多边形: 形状 1271"/>
            <p:cNvSpPr/>
            <p:nvPr/>
          </p:nvSpPr>
          <p:spPr>
            <a:xfrm>
              <a:off x="9211240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3" name="任意多边形: 形状 1272"/>
            <p:cNvSpPr/>
            <p:nvPr/>
          </p:nvSpPr>
          <p:spPr>
            <a:xfrm>
              <a:off x="9302003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4" name="任意多边形: 形状 1273"/>
            <p:cNvSpPr/>
            <p:nvPr/>
          </p:nvSpPr>
          <p:spPr>
            <a:xfrm>
              <a:off x="9392766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5" name="任意多边形: 形状 1274"/>
            <p:cNvSpPr/>
            <p:nvPr/>
          </p:nvSpPr>
          <p:spPr>
            <a:xfrm>
              <a:off x="9671537" y="25209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6" name="任意多边形: 形状 1275"/>
            <p:cNvSpPr/>
            <p:nvPr/>
          </p:nvSpPr>
          <p:spPr>
            <a:xfrm>
              <a:off x="9762299" y="25209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7" name="任意多边形: 形状 1276"/>
            <p:cNvSpPr/>
            <p:nvPr/>
          </p:nvSpPr>
          <p:spPr>
            <a:xfrm>
              <a:off x="1956710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8" name="任意多边形: 形状 1277"/>
            <p:cNvSpPr/>
            <p:nvPr/>
          </p:nvSpPr>
          <p:spPr>
            <a:xfrm>
              <a:off x="2047472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9" name="任意多边形: 形状 1278"/>
            <p:cNvSpPr/>
            <p:nvPr/>
          </p:nvSpPr>
          <p:spPr>
            <a:xfrm>
              <a:off x="2138235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0" name="任意多边形: 形状 1279"/>
            <p:cNvSpPr/>
            <p:nvPr/>
          </p:nvSpPr>
          <p:spPr>
            <a:xfrm>
              <a:off x="2228998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1" name="任意多边形: 形状 1280"/>
            <p:cNvSpPr/>
            <p:nvPr/>
          </p:nvSpPr>
          <p:spPr>
            <a:xfrm>
              <a:off x="2319760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2" name="任意多边形: 形状 1281"/>
            <p:cNvSpPr/>
            <p:nvPr/>
          </p:nvSpPr>
          <p:spPr>
            <a:xfrm>
              <a:off x="2410523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3" name="任意多边形: 形状 1282"/>
            <p:cNvSpPr/>
            <p:nvPr/>
          </p:nvSpPr>
          <p:spPr>
            <a:xfrm>
              <a:off x="2507769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4" name="任意多边形: 形状 1283"/>
            <p:cNvSpPr/>
            <p:nvPr/>
          </p:nvSpPr>
          <p:spPr>
            <a:xfrm>
              <a:off x="2598531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5" name="任意多边形: 形状 1284"/>
            <p:cNvSpPr/>
            <p:nvPr/>
          </p:nvSpPr>
          <p:spPr>
            <a:xfrm>
              <a:off x="2689294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6" name="任意多边形: 形状 1285"/>
            <p:cNvSpPr/>
            <p:nvPr/>
          </p:nvSpPr>
          <p:spPr>
            <a:xfrm>
              <a:off x="2780057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7" name="任意多边形: 形状 1286"/>
            <p:cNvSpPr/>
            <p:nvPr/>
          </p:nvSpPr>
          <p:spPr>
            <a:xfrm>
              <a:off x="2870819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8" name="任意多边形: 形状 1287"/>
            <p:cNvSpPr/>
            <p:nvPr/>
          </p:nvSpPr>
          <p:spPr>
            <a:xfrm>
              <a:off x="2961582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9" name="任意多边形: 形状 1288"/>
            <p:cNvSpPr/>
            <p:nvPr/>
          </p:nvSpPr>
          <p:spPr>
            <a:xfrm>
              <a:off x="3058828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0" name="任意多边形: 形状 1289"/>
            <p:cNvSpPr/>
            <p:nvPr/>
          </p:nvSpPr>
          <p:spPr>
            <a:xfrm>
              <a:off x="3149590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1" name="任意多边形: 形状 1290"/>
            <p:cNvSpPr/>
            <p:nvPr/>
          </p:nvSpPr>
          <p:spPr>
            <a:xfrm>
              <a:off x="3240353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2" name="任意多边形: 形状 1291"/>
            <p:cNvSpPr/>
            <p:nvPr/>
          </p:nvSpPr>
          <p:spPr>
            <a:xfrm>
              <a:off x="3331116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3" name="任意多边形: 形状 1292"/>
            <p:cNvSpPr/>
            <p:nvPr/>
          </p:nvSpPr>
          <p:spPr>
            <a:xfrm>
              <a:off x="3421878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4" name="任意多边形: 形状 1293"/>
            <p:cNvSpPr/>
            <p:nvPr/>
          </p:nvSpPr>
          <p:spPr>
            <a:xfrm>
              <a:off x="3512641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5" name="任意多边形: 形状 1294"/>
            <p:cNvSpPr/>
            <p:nvPr/>
          </p:nvSpPr>
          <p:spPr>
            <a:xfrm>
              <a:off x="3609887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6" name="任意多边形: 形状 1295"/>
            <p:cNvSpPr/>
            <p:nvPr/>
          </p:nvSpPr>
          <p:spPr>
            <a:xfrm>
              <a:off x="3700650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7" name="任意多边形: 形状 1296"/>
            <p:cNvSpPr/>
            <p:nvPr/>
          </p:nvSpPr>
          <p:spPr>
            <a:xfrm>
              <a:off x="3791412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8" name="任意多边形: 形状 1297"/>
            <p:cNvSpPr/>
            <p:nvPr/>
          </p:nvSpPr>
          <p:spPr>
            <a:xfrm>
              <a:off x="3972938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9" name="任意多边形: 形状 1298"/>
            <p:cNvSpPr/>
            <p:nvPr/>
          </p:nvSpPr>
          <p:spPr>
            <a:xfrm>
              <a:off x="4063700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0" name="任意多边形: 形状 1299"/>
            <p:cNvSpPr/>
            <p:nvPr/>
          </p:nvSpPr>
          <p:spPr>
            <a:xfrm>
              <a:off x="5535352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1" name="任意多边形: 形状 1300"/>
            <p:cNvSpPr/>
            <p:nvPr/>
          </p:nvSpPr>
          <p:spPr>
            <a:xfrm>
              <a:off x="5626115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2" name="任意多边形: 形状 1301"/>
            <p:cNvSpPr/>
            <p:nvPr/>
          </p:nvSpPr>
          <p:spPr>
            <a:xfrm>
              <a:off x="5716877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3" name="任意多边形: 形状 1302"/>
            <p:cNvSpPr/>
            <p:nvPr/>
          </p:nvSpPr>
          <p:spPr>
            <a:xfrm>
              <a:off x="5814123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4" name="任意多边形: 形状 1303"/>
            <p:cNvSpPr/>
            <p:nvPr/>
          </p:nvSpPr>
          <p:spPr>
            <a:xfrm>
              <a:off x="5904886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5" name="任意多边形: 形状 1304"/>
            <p:cNvSpPr/>
            <p:nvPr/>
          </p:nvSpPr>
          <p:spPr>
            <a:xfrm>
              <a:off x="5995649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6" name="任意多边形: 形状 1305"/>
            <p:cNvSpPr/>
            <p:nvPr/>
          </p:nvSpPr>
          <p:spPr>
            <a:xfrm>
              <a:off x="6086411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7" name="任意多边形: 形状 1306"/>
            <p:cNvSpPr/>
            <p:nvPr/>
          </p:nvSpPr>
          <p:spPr>
            <a:xfrm>
              <a:off x="6177174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8" name="任意多边形: 形状 1307"/>
            <p:cNvSpPr/>
            <p:nvPr/>
          </p:nvSpPr>
          <p:spPr>
            <a:xfrm>
              <a:off x="6267937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9" name="任意多边形: 形状 1308"/>
            <p:cNvSpPr/>
            <p:nvPr/>
          </p:nvSpPr>
          <p:spPr>
            <a:xfrm>
              <a:off x="6365182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0" name="任意多边形: 形状 1309"/>
            <p:cNvSpPr/>
            <p:nvPr/>
          </p:nvSpPr>
          <p:spPr>
            <a:xfrm>
              <a:off x="6455945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1" name="任意多边形: 形状 1310"/>
            <p:cNvSpPr/>
            <p:nvPr/>
          </p:nvSpPr>
          <p:spPr>
            <a:xfrm>
              <a:off x="6546708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2" name="任意多边形: 形状 1311"/>
            <p:cNvSpPr/>
            <p:nvPr/>
          </p:nvSpPr>
          <p:spPr>
            <a:xfrm>
              <a:off x="6637470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3" name="任意多边形: 形状 1312"/>
            <p:cNvSpPr/>
            <p:nvPr/>
          </p:nvSpPr>
          <p:spPr>
            <a:xfrm>
              <a:off x="6728233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4" name="任意多边形: 形状 1313"/>
            <p:cNvSpPr/>
            <p:nvPr/>
          </p:nvSpPr>
          <p:spPr>
            <a:xfrm>
              <a:off x="6818996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5" name="任意多边形: 形状 1314"/>
            <p:cNvSpPr/>
            <p:nvPr/>
          </p:nvSpPr>
          <p:spPr>
            <a:xfrm>
              <a:off x="6916241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6" name="任意多边形: 形状 1315"/>
            <p:cNvSpPr/>
            <p:nvPr/>
          </p:nvSpPr>
          <p:spPr>
            <a:xfrm>
              <a:off x="7007004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7" name="任意多边形: 形状 1316"/>
            <p:cNvSpPr/>
            <p:nvPr/>
          </p:nvSpPr>
          <p:spPr>
            <a:xfrm>
              <a:off x="7097767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8" name="任意多边形: 形状 1317"/>
            <p:cNvSpPr/>
            <p:nvPr/>
          </p:nvSpPr>
          <p:spPr>
            <a:xfrm>
              <a:off x="7188529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9" name="任意多边形: 形状 1318"/>
            <p:cNvSpPr/>
            <p:nvPr/>
          </p:nvSpPr>
          <p:spPr>
            <a:xfrm>
              <a:off x="7279292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0" name="任意多边形: 形状 1319"/>
            <p:cNvSpPr/>
            <p:nvPr/>
          </p:nvSpPr>
          <p:spPr>
            <a:xfrm>
              <a:off x="7370055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1" name="任意多边形: 形状 1320"/>
            <p:cNvSpPr/>
            <p:nvPr/>
          </p:nvSpPr>
          <p:spPr>
            <a:xfrm>
              <a:off x="7467300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2" name="任意多边形: 形状 1321"/>
            <p:cNvSpPr/>
            <p:nvPr/>
          </p:nvSpPr>
          <p:spPr>
            <a:xfrm>
              <a:off x="7558063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3" name="任意多边形: 形状 1322"/>
            <p:cNvSpPr/>
            <p:nvPr/>
          </p:nvSpPr>
          <p:spPr>
            <a:xfrm>
              <a:off x="7648826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4" name="任意多边形: 形状 1323"/>
            <p:cNvSpPr/>
            <p:nvPr/>
          </p:nvSpPr>
          <p:spPr>
            <a:xfrm>
              <a:off x="7739588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5" name="任意多边形: 形状 1324"/>
            <p:cNvSpPr/>
            <p:nvPr/>
          </p:nvSpPr>
          <p:spPr>
            <a:xfrm>
              <a:off x="7830351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6" name="任意多边形: 形状 1325"/>
            <p:cNvSpPr/>
            <p:nvPr/>
          </p:nvSpPr>
          <p:spPr>
            <a:xfrm>
              <a:off x="7921114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7" name="任意多边形: 形状 1326"/>
            <p:cNvSpPr/>
            <p:nvPr/>
          </p:nvSpPr>
          <p:spPr>
            <a:xfrm>
              <a:off x="8018360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8" name="任意多边形: 形状 1327"/>
            <p:cNvSpPr/>
            <p:nvPr/>
          </p:nvSpPr>
          <p:spPr>
            <a:xfrm>
              <a:off x="8109122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9" name="任意多边形: 形状 1328"/>
            <p:cNvSpPr/>
            <p:nvPr/>
          </p:nvSpPr>
          <p:spPr>
            <a:xfrm>
              <a:off x="8199885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0" name="任意多边形: 形状 1329"/>
            <p:cNvSpPr/>
            <p:nvPr/>
          </p:nvSpPr>
          <p:spPr>
            <a:xfrm>
              <a:off x="8290648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1" name="任意多边形: 形状 1330"/>
            <p:cNvSpPr/>
            <p:nvPr/>
          </p:nvSpPr>
          <p:spPr>
            <a:xfrm>
              <a:off x="8381410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2" name="任意多边形: 形状 1331"/>
            <p:cNvSpPr/>
            <p:nvPr/>
          </p:nvSpPr>
          <p:spPr>
            <a:xfrm>
              <a:off x="8472173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3" name="任意多边形: 形状 1332"/>
            <p:cNvSpPr/>
            <p:nvPr/>
          </p:nvSpPr>
          <p:spPr>
            <a:xfrm>
              <a:off x="8569419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4" name="任意多边形: 形状 1333"/>
            <p:cNvSpPr/>
            <p:nvPr/>
          </p:nvSpPr>
          <p:spPr>
            <a:xfrm>
              <a:off x="8660181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5" name="任意多边形: 形状 1334"/>
            <p:cNvSpPr/>
            <p:nvPr/>
          </p:nvSpPr>
          <p:spPr>
            <a:xfrm>
              <a:off x="8750944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6" name="任意多边形: 形状 1335"/>
            <p:cNvSpPr/>
            <p:nvPr/>
          </p:nvSpPr>
          <p:spPr>
            <a:xfrm>
              <a:off x="8841707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7" name="任意多边形: 形状 1336"/>
            <p:cNvSpPr/>
            <p:nvPr/>
          </p:nvSpPr>
          <p:spPr>
            <a:xfrm>
              <a:off x="8932469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8" name="任意多边形: 形状 1337"/>
            <p:cNvSpPr/>
            <p:nvPr/>
          </p:nvSpPr>
          <p:spPr>
            <a:xfrm>
              <a:off x="9023232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9" name="任意多边形: 形状 1338"/>
            <p:cNvSpPr/>
            <p:nvPr/>
          </p:nvSpPr>
          <p:spPr>
            <a:xfrm>
              <a:off x="9120478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0" name="任意多边形: 形状 1339"/>
            <p:cNvSpPr/>
            <p:nvPr/>
          </p:nvSpPr>
          <p:spPr>
            <a:xfrm>
              <a:off x="9211240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1" name="任意多边形: 形状 1340"/>
            <p:cNvSpPr/>
            <p:nvPr/>
          </p:nvSpPr>
          <p:spPr>
            <a:xfrm>
              <a:off x="9302003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2" name="任意多边形: 形状 1341"/>
            <p:cNvSpPr/>
            <p:nvPr/>
          </p:nvSpPr>
          <p:spPr>
            <a:xfrm>
              <a:off x="9392766" y="261819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3" name="任意多边形: 形状 1342"/>
            <p:cNvSpPr/>
            <p:nvPr/>
          </p:nvSpPr>
          <p:spPr>
            <a:xfrm>
              <a:off x="9671537" y="261819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4" name="任意多边形: 形状 1343"/>
            <p:cNvSpPr/>
            <p:nvPr/>
          </p:nvSpPr>
          <p:spPr>
            <a:xfrm>
              <a:off x="1956710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5" name="任意多边形: 形状 1344"/>
            <p:cNvSpPr/>
            <p:nvPr/>
          </p:nvSpPr>
          <p:spPr>
            <a:xfrm>
              <a:off x="2047472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6" name="任意多边形: 形状 1345"/>
            <p:cNvSpPr/>
            <p:nvPr/>
          </p:nvSpPr>
          <p:spPr>
            <a:xfrm>
              <a:off x="2138235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7" name="任意多边形: 形状 1346"/>
            <p:cNvSpPr/>
            <p:nvPr/>
          </p:nvSpPr>
          <p:spPr>
            <a:xfrm>
              <a:off x="2228998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8" name="任意多边形: 形状 1347"/>
            <p:cNvSpPr/>
            <p:nvPr/>
          </p:nvSpPr>
          <p:spPr>
            <a:xfrm>
              <a:off x="2319760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9" name="任意多边形: 形状 1348"/>
            <p:cNvSpPr/>
            <p:nvPr/>
          </p:nvSpPr>
          <p:spPr>
            <a:xfrm>
              <a:off x="2410523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0" name="任意多边形: 形状 1349"/>
            <p:cNvSpPr/>
            <p:nvPr/>
          </p:nvSpPr>
          <p:spPr>
            <a:xfrm>
              <a:off x="2507769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1" name="任意多边形: 形状 1350"/>
            <p:cNvSpPr/>
            <p:nvPr/>
          </p:nvSpPr>
          <p:spPr>
            <a:xfrm>
              <a:off x="2598531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2" name="任意多边形: 形状 1351"/>
            <p:cNvSpPr/>
            <p:nvPr/>
          </p:nvSpPr>
          <p:spPr>
            <a:xfrm>
              <a:off x="2689294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3" name="任意多边形: 形状 1352"/>
            <p:cNvSpPr/>
            <p:nvPr/>
          </p:nvSpPr>
          <p:spPr>
            <a:xfrm>
              <a:off x="2780057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4" name="任意多边形: 形状 1353"/>
            <p:cNvSpPr/>
            <p:nvPr/>
          </p:nvSpPr>
          <p:spPr>
            <a:xfrm>
              <a:off x="2870819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5" name="任意多边形: 形状 1354"/>
            <p:cNvSpPr/>
            <p:nvPr/>
          </p:nvSpPr>
          <p:spPr>
            <a:xfrm>
              <a:off x="2961582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6" name="任意多边形: 形状 1355"/>
            <p:cNvSpPr/>
            <p:nvPr/>
          </p:nvSpPr>
          <p:spPr>
            <a:xfrm>
              <a:off x="3058828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7" name="任意多边形: 形状 1356"/>
            <p:cNvSpPr/>
            <p:nvPr/>
          </p:nvSpPr>
          <p:spPr>
            <a:xfrm>
              <a:off x="3149590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8" name="任意多边形: 形状 1357"/>
            <p:cNvSpPr/>
            <p:nvPr/>
          </p:nvSpPr>
          <p:spPr>
            <a:xfrm>
              <a:off x="3240353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9" name="任意多边形: 形状 1358"/>
            <p:cNvSpPr/>
            <p:nvPr/>
          </p:nvSpPr>
          <p:spPr>
            <a:xfrm>
              <a:off x="3331116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0" name="任意多边形: 形状 1359"/>
            <p:cNvSpPr/>
            <p:nvPr/>
          </p:nvSpPr>
          <p:spPr>
            <a:xfrm>
              <a:off x="3421878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1" name="任意多边形: 形状 1360"/>
            <p:cNvSpPr/>
            <p:nvPr/>
          </p:nvSpPr>
          <p:spPr>
            <a:xfrm>
              <a:off x="3512641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2" name="任意多边形: 形状 1361"/>
            <p:cNvSpPr/>
            <p:nvPr/>
          </p:nvSpPr>
          <p:spPr>
            <a:xfrm>
              <a:off x="3609887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3" name="任意多边形: 形状 1362"/>
            <p:cNvSpPr/>
            <p:nvPr/>
          </p:nvSpPr>
          <p:spPr>
            <a:xfrm>
              <a:off x="3700650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4" name="任意多边形: 形状 1363"/>
            <p:cNvSpPr/>
            <p:nvPr/>
          </p:nvSpPr>
          <p:spPr>
            <a:xfrm>
              <a:off x="3791412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5" name="任意多边形: 形状 1364"/>
            <p:cNvSpPr/>
            <p:nvPr/>
          </p:nvSpPr>
          <p:spPr>
            <a:xfrm>
              <a:off x="4063700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6" name="任意多边形: 形状 1365"/>
            <p:cNvSpPr/>
            <p:nvPr/>
          </p:nvSpPr>
          <p:spPr>
            <a:xfrm>
              <a:off x="5444589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7" name="任意多边形: 形状 1366"/>
            <p:cNvSpPr/>
            <p:nvPr/>
          </p:nvSpPr>
          <p:spPr>
            <a:xfrm>
              <a:off x="5535352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8" name="任意多边形: 形状 1367"/>
            <p:cNvSpPr/>
            <p:nvPr/>
          </p:nvSpPr>
          <p:spPr>
            <a:xfrm>
              <a:off x="5626115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9" name="任意多边形: 形状 1368"/>
            <p:cNvSpPr/>
            <p:nvPr/>
          </p:nvSpPr>
          <p:spPr>
            <a:xfrm>
              <a:off x="5716877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0" name="任意多边形: 形状 1369"/>
            <p:cNvSpPr/>
            <p:nvPr/>
          </p:nvSpPr>
          <p:spPr>
            <a:xfrm>
              <a:off x="5814123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1" name="任意多边形: 形状 1370"/>
            <p:cNvSpPr/>
            <p:nvPr/>
          </p:nvSpPr>
          <p:spPr>
            <a:xfrm>
              <a:off x="5904886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2" name="任意多边形: 形状 1371"/>
            <p:cNvSpPr/>
            <p:nvPr/>
          </p:nvSpPr>
          <p:spPr>
            <a:xfrm>
              <a:off x="5995649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3" name="任意多边形: 形状 1372"/>
            <p:cNvSpPr/>
            <p:nvPr/>
          </p:nvSpPr>
          <p:spPr>
            <a:xfrm>
              <a:off x="6086411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4" name="任意多边形: 形状 1373"/>
            <p:cNvSpPr/>
            <p:nvPr/>
          </p:nvSpPr>
          <p:spPr>
            <a:xfrm>
              <a:off x="6177174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5" name="任意多边形: 形状 1374"/>
            <p:cNvSpPr/>
            <p:nvPr/>
          </p:nvSpPr>
          <p:spPr>
            <a:xfrm>
              <a:off x="6267937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6" name="任意多边形: 形状 1375"/>
            <p:cNvSpPr/>
            <p:nvPr/>
          </p:nvSpPr>
          <p:spPr>
            <a:xfrm>
              <a:off x="6365182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7" name="任意多边形: 形状 1376"/>
            <p:cNvSpPr/>
            <p:nvPr/>
          </p:nvSpPr>
          <p:spPr>
            <a:xfrm>
              <a:off x="6455945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8" name="任意多边形: 形状 1377"/>
            <p:cNvSpPr/>
            <p:nvPr/>
          </p:nvSpPr>
          <p:spPr>
            <a:xfrm>
              <a:off x="6546708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9" name="任意多边形: 形状 1378"/>
            <p:cNvSpPr/>
            <p:nvPr/>
          </p:nvSpPr>
          <p:spPr>
            <a:xfrm>
              <a:off x="6637470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0" name="任意多边形: 形状 1379"/>
            <p:cNvSpPr/>
            <p:nvPr/>
          </p:nvSpPr>
          <p:spPr>
            <a:xfrm>
              <a:off x="6728233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1" name="任意多边形: 形状 1380"/>
            <p:cNvSpPr/>
            <p:nvPr/>
          </p:nvSpPr>
          <p:spPr>
            <a:xfrm>
              <a:off x="6818996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2" name="任意多边形: 形状 1381"/>
            <p:cNvSpPr/>
            <p:nvPr/>
          </p:nvSpPr>
          <p:spPr>
            <a:xfrm>
              <a:off x="6916241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3" name="任意多边形: 形状 1382"/>
            <p:cNvSpPr/>
            <p:nvPr/>
          </p:nvSpPr>
          <p:spPr>
            <a:xfrm>
              <a:off x="7007004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4" name="任意多边形: 形状 1383"/>
            <p:cNvSpPr/>
            <p:nvPr/>
          </p:nvSpPr>
          <p:spPr>
            <a:xfrm>
              <a:off x="7097767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5" name="任意多边形: 形状 1384"/>
            <p:cNvSpPr/>
            <p:nvPr/>
          </p:nvSpPr>
          <p:spPr>
            <a:xfrm>
              <a:off x="7188529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6" name="任意多边形: 形状 1385"/>
            <p:cNvSpPr/>
            <p:nvPr/>
          </p:nvSpPr>
          <p:spPr>
            <a:xfrm>
              <a:off x="7279292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7" name="任意多边形: 形状 1386"/>
            <p:cNvSpPr/>
            <p:nvPr/>
          </p:nvSpPr>
          <p:spPr>
            <a:xfrm>
              <a:off x="7370055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8" name="任意多边形: 形状 1387"/>
            <p:cNvSpPr/>
            <p:nvPr/>
          </p:nvSpPr>
          <p:spPr>
            <a:xfrm>
              <a:off x="7467300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9" name="任意多边形: 形状 1388"/>
            <p:cNvSpPr/>
            <p:nvPr/>
          </p:nvSpPr>
          <p:spPr>
            <a:xfrm>
              <a:off x="7558063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0" name="任意多边形: 形状 1389"/>
            <p:cNvSpPr/>
            <p:nvPr/>
          </p:nvSpPr>
          <p:spPr>
            <a:xfrm>
              <a:off x="7648826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1" name="任意多边形: 形状 1390"/>
            <p:cNvSpPr/>
            <p:nvPr/>
          </p:nvSpPr>
          <p:spPr>
            <a:xfrm>
              <a:off x="7739588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2" name="任意多边形: 形状 1391"/>
            <p:cNvSpPr/>
            <p:nvPr/>
          </p:nvSpPr>
          <p:spPr>
            <a:xfrm>
              <a:off x="7830351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3" name="任意多边形: 形状 1392"/>
            <p:cNvSpPr/>
            <p:nvPr/>
          </p:nvSpPr>
          <p:spPr>
            <a:xfrm>
              <a:off x="7921114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4" name="任意多边形: 形状 1393"/>
            <p:cNvSpPr/>
            <p:nvPr/>
          </p:nvSpPr>
          <p:spPr>
            <a:xfrm>
              <a:off x="8018360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5" name="任意多边形: 形状 1394"/>
            <p:cNvSpPr/>
            <p:nvPr/>
          </p:nvSpPr>
          <p:spPr>
            <a:xfrm>
              <a:off x="8109122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6" name="任意多边形: 形状 1395"/>
            <p:cNvSpPr/>
            <p:nvPr/>
          </p:nvSpPr>
          <p:spPr>
            <a:xfrm>
              <a:off x="8199885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7" name="任意多边形: 形状 1396"/>
            <p:cNvSpPr/>
            <p:nvPr/>
          </p:nvSpPr>
          <p:spPr>
            <a:xfrm>
              <a:off x="8290648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8" name="任意多边形: 形状 1397"/>
            <p:cNvSpPr/>
            <p:nvPr/>
          </p:nvSpPr>
          <p:spPr>
            <a:xfrm>
              <a:off x="8381410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9" name="任意多边形: 形状 1398"/>
            <p:cNvSpPr/>
            <p:nvPr/>
          </p:nvSpPr>
          <p:spPr>
            <a:xfrm>
              <a:off x="8472173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0" name="任意多边形: 形状 1399"/>
            <p:cNvSpPr/>
            <p:nvPr/>
          </p:nvSpPr>
          <p:spPr>
            <a:xfrm>
              <a:off x="8569419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1" name="任意多边形: 形状 1400"/>
            <p:cNvSpPr/>
            <p:nvPr/>
          </p:nvSpPr>
          <p:spPr>
            <a:xfrm>
              <a:off x="8660181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2" name="任意多边形: 形状 1401"/>
            <p:cNvSpPr/>
            <p:nvPr/>
          </p:nvSpPr>
          <p:spPr>
            <a:xfrm>
              <a:off x="8750944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3" name="任意多边形: 形状 1402"/>
            <p:cNvSpPr/>
            <p:nvPr/>
          </p:nvSpPr>
          <p:spPr>
            <a:xfrm>
              <a:off x="8841707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4" name="任意多边形: 形状 1403"/>
            <p:cNvSpPr/>
            <p:nvPr/>
          </p:nvSpPr>
          <p:spPr>
            <a:xfrm>
              <a:off x="8932469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5" name="任意多边形: 形状 1404"/>
            <p:cNvSpPr/>
            <p:nvPr/>
          </p:nvSpPr>
          <p:spPr>
            <a:xfrm>
              <a:off x="9023232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6" name="任意多边形: 形状 1405"/>
            <p:cNvSpPr/>
            <p:nvPr/>
          </p:nvSpPr>
          <p:spPr>
            <a:xfrm>
              <a:off x="9120478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7" name="任意多边形: 形状 1406"/>
            <p:cNvSpPr/>
            <p:nvPr/>
          </p:nvSpPr>
          <p:spPr>
            <a:xfrm>
              <a:off x="9211240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8" name="任意多边形: 形状 1407"/>
            <p:cNvSpPr/>
            <p:nvPr/>
          </p:nvSpPr>
          <p:spPr>
            <a:xfrm>
              <a:off x="9302003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9" name="任意多边形: 形状 1408"/>
            <p:cNvSpPr/>
            <p:nvPr/>
          </p:nvSpPr>
          <p:spPr>
            <a:xfrm>
              <a:off x="9671537" y="270896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0" name="任意多边形: 形状 1409"/>
            <p:cNvSpPr/>
            <p:nvPr/>
          </p:nvSpPr>
          <p:spPr>
            <a:xfrm>
              <a:off x="9762299" y="270896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1" name="任意多边形: 形状 1410"/>
            <p:cNvSpPr/>
            <p:nvPr/>
          </p:nvSpPr>
          <p:spPr>
            <a:xfrm>
              <a:off x="1956710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2" name="任意多边形: 形状 1411"/>
            <p:cNvSpPr/>
            <p:nvPr/>
          </p:nvSpPr>
          <p:spPr>
            <a:xfrm>
              <a:off x="2047472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3" name="任意多边形: 形状 1412"/>
            <p:cNvSpPr/>
            <p:nvPr/>
          </p:nvSpPr>
          <p:spPr>
            <a:xfrm>
              <a:off x="2138235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4" name="任意多边形: 形状 1413"/>
            <p:cNvSpPr/>
            <p:nvPr/>
          </p:nvSpPr>
          <p:spPr>
            <a:xfrm>
              <a:off x="2228998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5" name="任意多边形: 形状 1414"/>
            <p:cNvSpPr/>
            <p:nvPr/>
          </p:nvSpPr>
          <p:spPr>
            <a:xfrm>
              <a:off x="2319760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6" name="任意多边形: 形状 1415"/>
            <p:cNvSpPr/>
            <p:nvPr/>
          </p:nvSpPr>
          <p:spPr>
            <a:xfrm>
              <a:off x="2410523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7" name="任意多边形: 形状 1416"/>
            <p:cNvSpPr/>
            <p:nvPr/>
          </p:nvSpPr>
          <p:spPr>
            <a:xfrm>
              <a:off x="2507769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8" name="任意多边形: 形状 1417"/>
            <p:cNvSpPr/>
            <p:nvPr/>
          </p:nvSpPr>
          <p:spPr>
            <a:xfrm>
              <a:off x="2598531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9" name="任意多边形: 形状 1418"/>
            <p:cNvSpPr/>
            <p:nvPr/>
          </p:nvSpPr>
          <p:spPr>
            <a:xfrm>
              <a:off x="2689294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0" name="任意多边形: 形状 1419"/>
            <p:cNvSpPr/>
            <p:nvPr/>
          </p:nvSpPr>
          <p:spPr>
            <a:xfrm>
              <a:off x="2780057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1" name="任意多边形: 形状 1420"/>
            <p:cNvSpPr/>
            <p:nvPr/>
          </p:nvSpPr>
          <p:spPr>
            <a:xfrm>
              <a:off x="2870819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2" name="任意多边形: 形状 1421"/>
            <p:cNvSpPr/>
            <p:nvPr/>
          </p:nvSpPr>
          <p:spPr>
            <a:xfrm>
              <a:off x="2961582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3" name="任意多边形: 形状 1422"/>
            <p:cNvSpPr/>
            <p:nvPr/>
          </p:nvSpPr>
          <p:spPr>
            <a:xfrm>
              <a:off x="3058828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4" name="任意多边形: 形状 1423"/>
            <p:cNvSpPr/>
            <p:nvPr/>
          </p:nvSpPr>
          <p:spPr>
            <a:xfrm>
              <a:off x="3149590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5" name="任意多边形: 形状 1424"/>
            <p:cNvSpPr/>
            <p:nvPr/>
          </p:nvSpPr>
          <p:spPr>
            <a:xfrm>
              <a:off x="3240353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6" name="任意多边形: 形状 1425"/>
            <p:cNvSpPr/>
            <p:nvPr/>
          </p:nvSpPr>
          <p:spPr>
            <a:xfrm>
              <a:off x="3331116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7" name="任意多边形: 形状 1426"/>
            <p:cNvSpPr/>
            <p:nvPr/>
          </p:nvSpPr>
          <p:spPr>
            <a:xfrm>
              <a:off x="3421878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8" name="任意多边形: 形状 1427"/>
            <p:cNvSpPr/>
            <p:nvPr/>
          </p:nvSpPr>
          <p:spPr>
            <a:xfrm>
              <a:off x="3512641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9" name="任意多边形: 形状 1428"/>
            <p:cNvSpPr/>
            <p:nvPr/>
          </p:nvSpPr>
          <p:spPr>
            <a:xfrm>
              <a:off x="3700650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0" name="任意多边形: 形状 1429"/>
            <p:cNvSpPr/>
            <p:nvPr/>
          </p:nvSpPr>
          <p:spPr>
            <a:xfrm>
              <a:off x="5535352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1" name="任意多边形: 形状 1430"/>
            <p:cNvSpPr/>
            <p:nvPr/>
          </p:nvSpPr>
          <p:spPr>
            <a:xfrm>
              <a:off x="5626115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2" name="任意多边形: 形状 1431"/>
            <p:cNvSpPr/>
            <p:nvPr/>
          </p:nvSpPr>
          <p:spPr>
            <a:xfrm>
              <a:off x="5716877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3" name="任意多边形: 形状 1432"/>
            <p:cNvSpPr/>
            <p:nvPr/>
          </p:nvSpPr>
          <p:spPr>
            <a:xfrm>
              <a:off x="5814123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4" name="任意多边形: 形状 1433"/>
            <p:cNvSpPr/>
            <p:nvPr/>
          </p:nvSpPr>
          <p:spPr>
            <a:xfrm>
              <a:off x="5904886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5" name="任意多边形: 形状 1434"/>
            <p:cNvSpPr/>
            <p:nvPr/>
          </p:nvSpPr>
          <p:spPr>
            <a:xfrm>
              <a:off x="5995649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6" name="任意多边形: 形状 1435"/>
            <p:cNvSpPr/>
            <p:nvPr/>
          </p:nvSpPr>
          <p:spPr>
            <a:xfrm>
              <a:off x="6086411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7" name="任意多边形: 形状 1436"/>
            <p:cNvSpPr/>
            <p:nvPr/>
          </p:nvSpPr>
          <p:spPr>
            <a:xfrm>
              <a:off x="6177174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8" name="任意多边形: 形状 1437"/>
            <p:cNvSpPr/>
            <p:nvPr/>
          </p:nvSpPr>
          <p:spPr>
            <a:xfrm>
              <a:off x="6267937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9" name="任意多边形: 形状 1438"/>
            <p:cNvSpPr/>
            <p:nvPr/>
          </p:nvSpPr>
          <p:spPr>
            <a:xfrm>
              <a:off x="6365182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0" name="任意多边形: 形状 1439"/>
            <p:cNvSpPr/>
            <p:nvPr/>
          </p:nvSpPr>
          <p:spPr>
            <a:xfrm>
              <a:off x="6546708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1" name="任意多边形: 形状 1440"/>
            <p:cNvSpPr/>
            <p:nvPr/>
          </p:nvSpPr>
          <p:spPr>
            <a:xfrm>
              <a:off x="6728233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2" name="任意多边形: 形状 1441"/>
            <p:cNvSpPr/>
            <p:nvPr/>
          </p:nvSpPr>
          <p:spPr>
            <a:xfrm>
              <a:off x="6818996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3" name="任意多边形: 形状 1442"/>
            <p:cNvSpPr/>
            <p:nvPr/>
          </p:nvSpPr>
          <p:spPr>
            <a:xfrm>
              <a:off x="6916241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4" name="任意多边形: 形状 1443"/>
            <p:cNvSpPr/>
            <p:nvPr/>
          </p:nvSpPr>
          <p:spPr>
            <a:xfrm>
              <a:off x="7007004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5" name="任意多边形: 形状 1444"/>
            <p:cNvSpPr/>
            <p:nvPr/>
          </p:nvSpPr>
          <p:spPr>
            <a:xfrm>
              <a:off x="7097767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6" name="任意多边形: 形状 1445"/>
            <p:cNvSpPr/>
            <p:nvPr/>
          </p:nvSpPr>
          <p:spPr>
            <a:xfrm>
              <a:off x="7188529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7" name="任意多边形: 形状 1446"/>
            <p:cNvSpPr/>
            <p:nvPr/>
          </p:nvSpPr>
          <p:spPr>
            <a:xfrm>
              <a:off x="7279292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8" name="任意多边形: 形状 1447"/>
            <p:cNvSpPr/>
            <p:nvPr/>
          </p:nvSpPr>
          <p:spPr>
            <a:xfrm>
              <a:off x="7370055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9" name="任意多边形: 形状 1448"/>
            <p:cNvSpPr/>
            <p:nvPr/>
          </p:nvSpPr>
          <p:spPr>
            <a:xfrm>
              <a:off x="7467300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0" name="任意多边形: 形状 1449"/>
            <p:cNvSpPr/>
            <p:nvPr/>
          </p:nvSpPr>
          <p:spPr>
            <a:xfrm>
              <a:off x="7558063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1" name="任意多边形: 形状 1450"/>
            <p:cNvSpPr/>
            <p:nvPr/>
          </p:nvSpPr>
          <p:spPr>
            <a:xfrm>
              <a:off x="7648826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2" name="任意多边形: 形状 1451"/>
            <p:cNvSpPr/>
            <p:nvPr/>
          </p:nvSpPr>
          <p:spPr>
            <a:xfrm>
              <a:off x="7739588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3" name="任意多边形: 形状 1452"/>
            <p:cNvSpPr/>
            <p:nvPr/>
          </p:nvSpPr>
          <p:spPr>
            <a:xfrm>
              <a:off x="7830351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4" name="任意多边形: 形状 1453"/>
            <p:cNvSpPr/>
            <p:nvPr/>
          </p:nvSpPr>
          <p:spPr>
            <a:xfrm>
              <a:off x="7921114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5" name="任意多边形: 形状 1454"/>
            <p:cNvSpPr/>
            <p:nvPr/>
          </p:nvSpPr>
          <p:spPr>
            <a:xfrm>
              <a:off x="8018360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6" name="任意多边形: 形状 1455"/>
            <p:cNvSpPr/>
            <p:nvPr/>
          </p:nvSpPr>
          <p:spPr>
            <a:xfrm>
              <a:off x="8109122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7" name="任意多边形: 形状 1456"/>
            <p:cNvSpPr/>
            <p:nvPr/>
          </p:nvSpPr>
          <p:spPr>
            <a:xfrm>
              <a:off x="8199885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8" name="任意多边形: 形状 1457"/>
            <p:cNvSpPr/>
            <p:nvPr/>
          </p:nvSpPr>
          <p:spPr>
            <a:xfrm>
              <a:off x="8290648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9" name="任意多边形: 形状 1458"/>
            <p:cNvSpPr/>
            <p:nvPr/>
          </p:nvSpPr>
          <p:spPr>
            <a:xfrm>
              <a:off x="8381410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0" name="任意多边形: 形状 1459"/>
            <p:cNvSpPr/>
            <p:nvPr/>
          </p:nvSpPr>
          <p:spPr>
            <a:xfrm>
              <a:off x="8472173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1" name="任意多边形: 形状 1460"/>
            <p:cNvSpPr/>
            <p:nvPr/>
          </p:nvSpPr>
          <p:spPr>
            <a:xfrm>
              <a:off x="8569419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2" name="任意多边形: 形状 1461"/>
            <p:cNvSpPr/>
            <p:nvPr/>
          </p:nvSpPr>
          <p:spPr>
            <a:xfrm>
              <a:off x="8660181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3" name="任意多边形: 形状 1462"/>
            <p:cNvSpPr/>
            <p:nvPr/>
          </p:nvSpPr>
          <p:spPr>
            <a:xfrm>
              <a:off x="8750944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4" name="任意多边形: 形状 1463"/>
            <p:cNvSpPr/>
            <p:nvPr/>
          </p:nvSpPr>
          <p:spPr>
            <a:xfrm>
              <a:off x="8841707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5" name="任意多边形: 形状 1464"/>
            <p:cNvSpPr/>
            <p:nvPr/>
          </p:nvSpPr>
          <p:spPr>
            <a:xfrm>
              <a:off x="8932469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6" name="任意多边形: 形状 1465"/>
            <p:cNvSpPr/>
            <p:nvPr/>
          </p:nvSpPr>
          <p:spPr>
            <a:xfrm>
              <a:off x="9023232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7" name="任意多边形: 形状 1466"/>
            <p:cNvSpPr/>
            <p:nvPr/>
          </p:nvSpPr>
          <p:spPr>
            <a:xfrm>
              <a:off x="9302003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8" name="任意多边形: 形状 1467"/>
            <p:cNvSpPr/>
            <p:nvPr/>
          </p:nvSpPr>
          <p:spPr>
            <a:xfrm>
              <a:off x="9392766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9" name="任意多边形: 形状 1468"/>
            <p:cNvSpPr/>
            <p:nvPr/>
          </p:nvSpPr>
          <p:spPr>
            <a:xfrm>
              <a:off x="9671537" y="279972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0" name="任意多边形: 形状 1469"/>
            <p:cNvSpPr/>
            <p:nvPr/>
          </p:nvSpPr>
          <p:spPr>
            <a:xfrm>
              <a:off x="9762299" y="279972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1" name="任意多边形: 形状 1470"/>
            <p:cNvSpPr/>
            <p:nvPr/>
          </p:nvSpPr>
          <p:spPr>
            <a:xfrm>
              <a:off x="1956710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2" name="任意多边形: 形状 1471"/>
            <p:cNvSpPr/>
            <p:nvPr/>
          </p:nvSpPr>
          <p:spPr>
            <a:xfrm>
              <a:off x="2047472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3" name="任意多边形: 形状 1472"/>
            <p:cNvSpPr/>
            <p:nvPr/>
          </p:nvSpPr>
          <p:spPr>
            <a:xfrm>
              <a:off x="2138235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4" name="任意多边形: 形状 1473"/>
            <p:cNvSpPr/>
            <p:nvPr/>
          </p:nvSpPr>
          <p:spPr>
            <a:xfrm>
              <a:off x="2228998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5" name="任意多边形: 形状 1474"/>
            <p:cNvSpPr/>
            <p:nvPr/>
          </p:nvSpPr>
          <p:spPr>
            <a:xfrm>
              <a:off x="2319760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6" name="任意多边形: 形状 1475"/>
            <p:cNvSpPr/>
            <p:nvPr/>
          </p:nvSpPr>
          <p:spPr>
            <a:xfrm>
              <a:off x="2410523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7" name="任意多边形: 形状 1476"/>
            <p:cNvSpPr/>
            <p:nvPr/>
          </p:nvSpPr>
          <p:spPr>
            <a:xfrm>
              <a:off x="2507769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8" name="任意多边形: 形状 1477"/>
            <p:cNvSpPr/>
            <p:nvPr/>
          </p:nvSpPr>
          <p:spPr>
            <a:xfrm>
              <a:off x="2598531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9" name="任意多边形: 形状 1478"/>
            <p:cNvSpPr/>
            <p:nvPr/>
          </p:nvSpPr>
          <p:spPr>
            <a:xfrm>
              <a:off x="2689294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0" name="任意多边形: 形状 1479"/>
            <p:cNvSpPr/>
            <p:nvPr/>
          </p:nvSpPr>
          <p:spPr>
            <a:xfrm>
              <a:off x="2780057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1" name="任意多边形: 形状 1480"/>
            <p:cNvSpPr/>
            <p:nvPr/>
          </p:nvSpPr>
          <p:spPr>
            <a:xfrm>
              <a:off x="2870819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2" name="任意多边形: 形状 1481"/>
            <p:cNvSpPr/>
            <p:nvPr/>
          </p:nvSpPr>
          <p:spPr>
            <a:xfrm>
              <a:off x="2961582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3" name="任意多边形: 形状 1482"/>
            <p:cNvSpPr/>
            <p:nvPr/>
          </p:nvSpPr>
          <p:spPr>
            <a:xfrm>
              <a:off x="3058828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4" name="任意多边形: 形状 1483"/>
            <p:cNvSpPr/>
            <p:nvPr/>
          </p:nvSpPr>
          <p:spPr>
            <a:xfrm>
              <a:off x="3149590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5" name="任意多边形: 形状 1484"/>
            <p:cNvSpPr/>
            <p:nvPr/>
          </p:nvSpPr>
          <p:spPr>
            <a:xfrm>
              <a:off x="3240353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6" name="任意多边形: 形状 1485"/>
            <p:cNvSpPr/>
            <p:nvPr/>
          </p:nvSpPr>
          <p:spPr>
            <a:xfrm>
              <a:off x="3331116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7" name="任意多边形: 形状 1486"/>
            <p:cNvSpPr/>
            <p:nvPr/>
          </p:nvSpPr>
          <p:spPr>
            <a:xfrm>
              <a:off x="3421878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8" name="任意多边形: 形状 1487"/>
            <p:cNvSpPr/>
            <p:nvPr/>
          </p:nvSpPr>
          <p:spPr>
            <a:xfrm>
              <a:off x="3512641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9" name="任意多边形: 形状 1488"/>
            <p:cNvSpPr/>
            <p:nvPr/>
          </p:nvSpPr>
          <p:spPr>
            <a:xfrm>
              <a:off x="5353827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0" name="任意多边形: 形状 1489"/>
            <p:cNvSpPr/>
            <p:nvPr/>
          </p:nvSpPr>
          <p:spPr>
            <a:xfrm>
              <a:off x="5444589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1" name="任意多边形: 形状 1490"/>
            <p:cNvSpPr/>
            <p:nvPr/>
          </p:nvSpPr>
          <p:spPr>
            <a:xfrm>
              <a:off x="5535352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2" name="任意多边形: 形状 1491"/>
            <p:cNvSpPr/>
            <p:nvPr/>
          </p:nvSpPr>
          <p:spPr>
            <a:xfrm>
              <a:off x="5626115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3" name="任意多边形: 形状 1492"/>
            <p:cNvSpPr/>
            <p:nvPr/>
          </p:nvSpPr>
          <p:spPr>
            <a:xfrm>
              <a:off x="5716877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4" name="任意多边形: 形状 1493"/>
            <p:cNvSpPr/>
            <p:nvPr/>
          </p:nvSpPr>
          <p:spPr>
            <a:xfrm>
              <a:off x="5814123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5" name="任意多边形: 形状 1494"/>
            <p:cNvSpPr/>
            <p:nvPr/>
          </p:nvSpPr>
          <p:spPr>
            <a:xfrm>
              <a:off x="5904886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6" name="任意多边形: 形状 1495"/>
            <p:cNvSpPr/>
            <p:nvPr/>
          </p:nvSpPr>
          <p:spPr>
            <a:xfrm>
              <a:off x="5995649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7" name="任意多边形: 形状 1496"/>
            <p:cNvSpPr/>
            <p:nvPr/>
          </p:nvSpPr>
          <p:spPr>
            <a:xfrm>
              <a:off x="6086411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8" name="任意多边形: 形状 1497"/>
            <p:cNvSpPr/>
            <p:nvPr/>
          </p:nvSpPr>
          <p:spPr>
            <a:xfrm>
              <a:off x="6177174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9" name="任意多边形: 形状 1498"/>
            <p:cNvSpPr/>
            <p:nvPr/>
          </p:nvSpPr>
          <p:spPr>
            <a:xfrm>
              <a:off x="6267937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0" name="任意多边形: 形状 1499"/>
            <p:cNvSpPr/>
            <p:nvPr/>
          </p:nvSpPr>
          <p:spPr>
            <a:xfrm>
              <a:off x="6365182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1" name="任意多边形: 形状 1500"/>
            <p:cNvSpPr/>
            <p:nvPr/>
          </p:nvSpPr>
          <p:spPr>
            <a:xfrm>
              <a:off x="6818996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2" name="任意多边形: 形状 1501"/>
            <p:cNvSpPr/>
            <p:nvPr/>
          </p:nvSpPr>
          <p:spPr>
            <a:xfrm>
              <a:off x="6916241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3" name="任意多边形: 形状 1502"/>
            <p:cNvSpPr/>
            <p:nvPr/>
          </p:nvSpPr>
          <p:spPr>
            <a:xfrm>
              <a:off x="7007004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4" name="任意多边形: 形状 1503"/>
            <p:cNvSpPr/>
            <p:nvPr/>
          </p:nvSpPr>
          <p:spPr>
            <a:xfrm>
              <a:off x="7097767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5" name="任意多边形: 形状 1504"/>
            <p:cNvSpPr/>
            <p:nvPr/>
          </p:nvSpPr>
          <p:spPr>
            <a:xfrm>
              <a:off x="7188529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6" name="任意多边形: 形状 1505"/>
            <p:cNvSpPr/>
            <p:nvPr/>
          </p:nvSpPr>
          <p:spPr>
            <a:xfrm>
              <a:off x="7279292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7" name="任意多边形: 形状 1506"/>
            <p:cNvSpPr/>
            <p:nvPr/>
          </p:nvSpPr>
          <p:spPr>
            <a:xfrm>
              <a:off x="7370055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8" name="任意多边形: 形状 1507"/>
            <p:cNvSpPr/>
            <p:nvPr/>
          </p:nvSpPr>
          <p:spPr>
            <a:xfrm>
              <a:off x="7467300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9" name="任意多边形: 形状 1508"/>
            <p:cNvSpPr/>
            <p:nvPr/>
          </p:nvSpPr>
          <p:spPr>
            <a:xfrm>
              <a:off x="7558063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0" name="任意多边形: 形状 1509"/>
            <p:cNvSpPr/>
            <p:nvPr/>
          </p:nvSpPr>
          <p:spPr>
            <a:xfrm>
              <a:off x="7648826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1" name="任意多边形: 形状 1510"/>
            <p:cNvSpPr/>
            <p:nvPr/>
          </p:nvSpPr>
          <p:spPr>
            <a:xfrm>
              <a:off x="7739588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2" name="任意多边形: 形状 1511"/>
            <p:cNvSpPr/>
            <p:nvPr/>
          </p:nvSpPr>
          <p:spPr>
            <a:xfrm>
              <a:off x="7830351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3" name="任意多边形: 形状 1512"/>
            <p:cNvSpPr/>
            <p:nvPr/>
          </p:nvSpPr>
          <p:spPr>
            <a:xfrm>
              <a:off x="7921114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4" name="任意多边形: 形状 1513"/>
            <p:cNvSpPr/>
            <p:nvPr/>
          </p:nvSpPr>
          <p:spPr>
            <a:xfrm>
              <a:off x="8018360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5" name="任意多边形: 形状 1514"/>
            <p:cNvSpPr/>
            <p:nvPr/>
          </p:nvSpPr>
          <p:spPr>
            <a:xfrm>
              <a:off x="8109122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6" name="任意多边形: 形状 1515"/>
            <p:cNvSpPr/>
            <p:nvPr/>
          </p:nvSpPr>
          <p:spPr>
            <a:xfrm>
              <a:off x="8199885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7" name="任意多边形: 形状 1516"/>
            <p:cNvSpPr/>
            <p:nvPr/>
          </p:nvSpPr>
          <p:spPr>
            <a:xfrm>
              <a:off x="8290648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8" name="任意多边形: 形状 1517"/>
            <p:cNvSpPr/>
            <p:nvPr/>
          </p:nvSpPr>
          <p:spPr>
            <a:xfrm>
              <a:off x="8381410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9" name="任意多边形: 形状 1518"/>
            <p:cNvSpPr/>
            <p:nvPr/>
          </p:nvSpPr>
          <p:spPr>
            <a:xfrm>
              <a:off x="8472173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0" name="任意多边形: 形状 1519"/>
            <p:cNvSpPr/>
            <p:nvPr/>
          </p:nvSpPr>
          <p:spPr>
            <a:xfrm>
              <a:off x="8569419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1" name="任意多边形: 形状 1520"/>
            <p:cNvSpPr/>
            <p:nvPr/>
          </p:nvSpPr>
          <p:spPr>
            <a:xfrm>
              <a:off x="8660181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2" name="任意多边形: 形状 1521"/>
            <p:cNvSpPr/>
            <p:nvPr/>
          </p:nvSpPr>
          <p:spPr>
            <a:xfrm>
              <a:off x="8750944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3" name="任意多边形: 形状 1522"/>
            <p:cNvSpPr/>
            <p:nvPr/>
          </p:nvSpPr>
          <p:spPr>
            <a:xfrm>
              <a:off x="8841707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4" name="任意多边形: 形状 1523"/>
            <p:cNvSpPr/>
            <p:nvPr/>
          </p:nvSpPr>
          <p:spPr>
            <a:xfrm>
              <a:off x="8932469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5" name="任意多边形: 形状 1524"/>
            <p:cNvSpPr/>
            <p:nvPr/>
          </p:nvSpPr>
          <p:spPr>
            <a:xfrm>
              <a:off x="9023232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6" name="任意多边形: 形状 1525"/>
            <p:cNvSpPr/>
            <p:nvPr/>
          </p:nvSpPr>
          <p:spPr>
            <a:xfrm>
              <a:off x="9120478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7" name="任意多边形: 形状 1526"/>
            <p:cNvSpPr/>
            <p:nvPr/>
          </p:nvSpPr>
          <p:spPr>
            <a:xfrm>
              <a:off x="9392766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8" name="任意多边形: 形状 1527"/>
            <p:cNvSpPr/>
            <p:nvPr/>
          </p:nvSpPr>
          <p:spPr>
            <a:xfrm>
              <a:off x="9574291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9" name="任意多边形: 形状 1528"/>
            <p:cNvSpPr/>
            <p:nvPr/>
          </p:nvSpPr>
          <p:spPr>
            <a:xfrm>
              <a:off x="9671537" y="289048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0" name="任意多边形: 形状 1529"/>
            <p:cNvSpPr/>
            <p:nvPr/>
          </p:nvSpPr>
          <p:spPr>
            <a:xfrm>
              <a:off x="9762299" y="289048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1" name="任意多边形: 形状 1530"/>
            <p:cNvSpPr/>
            <p:nvPr/>
          </p:nvSpPr>
          <p:spPr>
            <a:xfrm>
              <a:off x="2047472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2" name="任意多边形: 形状 1531"/>
            <p:cNvSpPr/>
            <p:nvPr/>
          </p:nvSpPr>
          <p:spPr>
            <a:xfrm>
              <a:off x="2138235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3" name="任意多边形: 形状 1532"/>
            <p:cNvSpPr/>
            <p:nvPr/>
          </p:nvSpPr>
          <p:spPr>
            <a:xfrm>
              <a:off x="2228998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4" name="任意多边形: 形状 1533"/>
            <p:cNvSpPr/>
            <p:nvPr/>
          </p:nvSpPr>
          <p:spPr>
            <a:xfrm>
              <a:off x="2319760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5" name="任意多边形: 形状 1534"/>
            <p:cNvSpPr/>
            <p:nvPr/>
          </p:nvSpPr>
          <p:spPr>
            <a:xfrm>
              <a:off x="2410523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6" name="任意多边形: 形状 1535"/>
            <p:cNvSpPr/>
            <p:nvPr/>
          </p:nvSpPr>
          <p:spPr>
            <a:xfrm>
              <a:off x="2507769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7" name="任意多边形: 形状 1536"/>
            <p:cNvSpPr/>
            <p:nvPr/>
          </p:nvSpPr>
          <p:spPr>
            <a:xfrm>
              <a:off x="2598531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8" name="任意多边形: 形状 1537"/>
            <p:cNvSpPr/>
            <p:nvPr/>
          </p:nvSpPr>
          <p:spPr>
            <a:xfrm>
              <a:off x="2689294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9" name="任意多边形: 形状 1538"/>
            <p:cNvSpPr/>
            <p:nvPr/>
          </p:nvSpPr>
          <p:spPr>
            <a:xfrm>
              <a:off x="2780057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0" name="任意多边形: 形状 1539"/>
            <p:cNvSpPr/>
            <p:nvPr/>
          </p:nvSpPr>
          <p:spPr>
            <a:xfrm>
              <a:off x="2870819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1" name="任意多边形: 形状 1540"/>
            <p:cNvSpPr/>
            <p:nvPr/>
          </p:nvSpPr>
          <p:spPr>
            <a:xfrm>
              <a:off x="2961582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2" name="任意多边形: 形状 1541"/>
            <p:cNvSpPr/>
            <p:nvPr/>
          </p:nvSpPr>
          <p:spPr>
            <a:xfrm>
              <a:off x="3058828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3" name="任意多边形: 形状 1542"/>
            <p:cNvSpPr/>
            <p:nvPr/>
          </p:nvSpPr>
          <p:spPr>
            <a:xfrm>
              <a:off x="3149590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4" name="任意多边形: 形状 1543"/>
            <p:cNvSpPr/>
            <p:nvPr/>
          </p:nvSpPr>
          <p:spPr>
            <a:xfrm>
              <a:off x="3240353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5" name="任意多边形: 形状 1544"/>
            <p:cNvSpPr/>
            <p:nvPr/>
          </p:nvSpPr>
          <p:spPr>
            <a:xfrm>
              <a:off x="3331116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6" name="任意多边形: 形状 1545"/>
            <p:cNvSpPr/>
            <p:nvPr/>
          </p:nvSpPr>
          <p:spPr>
            <a:xfrm>
              <a:off x="5353827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7" name="任意多边形: 形状 1546"/>
            <p:cNvSpPr/>
            <p:nvPr/>
          </p:nvSpPr>
          <p:spPr>
            <a:xfrm>
              <a:off x="5444589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8" name="任意多边形: 形状 1547"/>
            <p:cNvSpPr/>
            <p:nvPr/>
          </p:nvSpPr>
          <p:spPr>
            <a:xfrm>
              <a:off x="5535352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9" name="任意多边形: 形状 1548"/>
            <p:cNvSpPr/>
            <p:nvPr/>
          </p:nvSpPr>
          <p:spPr>
            <a:xfrm>
              <a:off x="5995649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0" name="任意多边形: 形状 1549"/>
            <p:cNvSpPr/>
            <p:nvPr/>
          </p:nvSpPr>
          <p:spPr>
            <a:xfrm>
              <a:off x="5904886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1" name="任意多边形: 形状 1550"/>
            <p:cNvSpPr/>
            <p:nvPr/>
          </p:nvSpPr>
          <p:spPr>
            <a:xfrm>
              <a:off x="6177174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2" name="任意多边形: 形状 1551"/>
            <p:cNvSpPr/>
            <p:nvPr/>
          </p:nvSpPr>
          <p:spPr>
            <a:xfrm>
              <a:off x="6365182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3" name="任意多边形: 形状 1552"/>
            <p:cNvSpPr/>
            <p:nvPr/>
          </p:nvSpPr>
          <p:spPr>
            <a:xfrm>
              <a:off x="6455945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4" name="任意多边形: 形状 1553"/>
            <p:cNvSpPr/>
            <p:nvPr/>
          </p:nvSpPr>
          <p:spPr>
            <a:xfrm>
              <a:off x="6546708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5" name="任意多边形: 形状 1554"/>
            <p:cNvSpPr/>
            <p:nvPr/>
          </p:nvSpPr>
          <p:spPr>
            <a:xfrm>
              <a:off x="6637470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6" name="任意多边形: 形状 1555"/>
            <p:cNvSpPr/>
            <p:nvPr/>
          </p:nvSpPr>
          <p:spPr>
            <a:xfrm>
              <a:off x="6728233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7" name="任意多边形: 形状 1556"/>
            <p:cNvSpPr/>
            <p:nvPr/>
          </p:nvSpPr>
          <p:spPr>
            <a:xfrm>
              <a:off x="6818996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8" name="任意多边形: 形状 1557"/>
            <p:cNvSpPr/>
            <p:nvPr/>
          </p:nvSpPr>
          <p:spPr>
            <a:xfrm>
              <a:off x="6916241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9" name="任意多边形: 形状 1558"/>
            <p:cNvSpPr/>
            <p:nvPr/>
          </p:nvSpPr>
          <p:spPr>
            <a:xfrm>
              <a:off x="7007004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0" name="任意多边形: 形状 1559"/>
            <p:cNvSpPr/>
            <p:nvPr/>
          </p:nvSpPr>
          <p:spPr>
            <a:xfrm>
              <a:off x="7097767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1" name="任意多边形: 形状 1560"/>
            <p:cNvSpPr/>
            <p:nvPr/>
          </p:nvSpPr>
          <p:spPr>
            <a:xfrm>
              <a:off x="7188529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2" name="任意多边形: 形状 1561"/>
            <p:cNvSpPr/>
            <p:nvPr/>
          </p:nvSpPr>
          <p:spPr>
            <a:xfrm>
              <a:off x="7279292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3" name="任意多边形: 形状 1562"/>
            <p:cNvSpPr/>
            <p:nvPr/>
          </p:nvSpPr>
          <p:spPr>
            <a:xfrm>
              <a:off x="7370055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4" name="任意多边形: 形状 1563"/>
            <p:cNvSpPr/>
            <p:nvPr/>
          </p:nvSpPr>
          <p:spPr>
            <a:xfrm>
              <a:off x="7467300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5" name="任意多边形: 形状 1564"/>
            <p:cNvSpPr/>
            <p:nvPr/>
          </p:nvSpPr>
          <p:spPr>
            <a:xfrm>
              <a:off x="7558063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6" name="任意多边形: 形状 1565"/>
            <p:cNvSpPr/>
            <p:nvPr/>
          </p:nvSpPr>
          <p:spPr>
            <a:xfrm>
              <a:off x="7648826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7" name="任意多边形: 形状 1566"/>
            <p:cNvSpPr/>
            <p:nvPr/>
          </p:nvSpPr>
          <p:spPr>
            <a:xfrm>
              <a:off x="7739588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8" name="任意多边形: 形状 1567"/>
            <p:cNvSpPr/>
            <p:nvPr/>
          </p:nvSpPr>
          <p:spPr>
            <a:xfrm>
              <a:off x="7830351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9" name="任意多边形: 形状 1568"/>
            <p:cNvSpPr/>
            <p:nvPr/>
          </p:nvSpPr>
          <p:spPr>
            <a:xfrm>
              <a:off x="7921114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0" name="任意多边形: 形状 1569"/>
            <p:cNvSpPr/>
            <p:nvPr/>
          </p:nvSpPr>
          <p:spPr>
            <a:xfrm>
              <a:off x="8018360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1" name="任意多边形: 形状 1570"/>
            <p:cNvSpPr/>
            <p:nvPr/>
          </p:nvSpPr>
          <p:spPr>
            <a:xfrm>
              <a:off x="8109122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2" name="任意多边形: 形状 1571"/>
            <p:cNvSpPr/>
            <p:nvPr/>
          </p:nvSpPr>
          <p:spPr>
            <a:xfrm>
              <a:off x="8199885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3" name="任意多边形: 形状 1572"/>
            <p:cNvSpPr/>
            <p:nvPr/>
          </p:nvSpPr>
          <p:spPr>
            <a:xfrm>
              <a:off x="8290648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4" name="任意多边形: 形状 1573"/>
            <p:cNvSpPr/>
            <p:nvPr/>
          </p:nvSpPr>
          <p:spPr>
            <a:xfrm>
              <a:off x="8381410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5" name="任意多边形: 形状 1574"/>
            <p:cNvSpPr/>
            <p:nvPr/>
          </p:nvSpPr>
          <p:spPr>
            <a:xfrm>
              <a:off x="8472173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6" name="任意多边形: 形状 1575"/>
            <p:cNvSpPr/>
            <p:nvPr/>
          </p:nvSpPr>
          <p:spPr>
            <a:xfrm>
              <a:off x="8569419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7" name="任意多边形: 形状 1576"/>
            <p:cNvSpPr/>
            <p:nvPr/>
          </p:nvSpPr>
          <p:spPr>
            <a:xfrm>
              <a:off x="8660181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8" name="任意多边形: 形状 1577"/>
            <p:cNvSpPr/>
            <p:nvPr/>
          </p:nvSpPr>
          <p:spPr>
            <a:xfrm>
              <a:off x="8750944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9" name="任意多边形: 形状 1578"/>
            <p:cNvSpPr/>
            <p:nvPr/>
          </p:nvSpPr>
          <p:spPr>
            <a:xfrm>
              <a:off x="8841707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0" name="任意多边形: 形状 1579"/>
            <p:cNvSpPr/>
            <p:nvPr/>
          </p:nvSpPr>
          <p:spPr>
            <a:xfrm>
              <a:off x="8932469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1" name="任意多边形: 形状 1580"/>
            <p:cNvSpPr/>
            <p:nvPr/>
          </p:nvSpPr>
          <p:spPr>
            <a:xfrm>
              <a:off x="9023232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2" name="任意多边形: 形状 1581"/>
            <p:cNvSpPr/>
            <p:nvPr/>
          </p:nvSpPr>
          <p:spPr>
            <a:xfrm>
              <a:off x="9120478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3" name="任意多边形: 形状 1582"/>
            <p:cNvSpPr/>
            <p:nvPr/>
          </p:nvSpPr>
          <p:spPr>
            <a:xfrm>
              <a:off x="9392766" y="298124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4" name="任意多边形: 形状 1583"/>
            <p:cNvSpPr/>
            <p:nvPr/>
          </p:nvSpPr>
          <p:spPr>
            <a:xfrm>
              <a:off x="9574291" y="298124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5" name="任意多边形: 形状 1584"/>
            <p:cNvSpPr/>
            <p:nvPr/>
          </p:nvSpPr>
          <p:spPr>
            <a:xfrm>
              <a:off x="2047472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6" name="任意多边形: 形状 1585"/>
            <p:cNvSpPr/>
            <p:nvPr/>
          </p:nvSpPr>
          <p:spPr>
            <a:xfrm>
              <a:off x="2138235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7" name="任意多边形: 形状 1586"/>
            <p:cNvSpPr/>
            <p:nvPr/>
          </p:nvSpPr>
          <p:spPr>
            <a:xfrm>
              <a:off x="2228998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8" name="任意多边形: 形状 1587"/>
            <p:cNvSpPr/>
            <p:nvPr/>
          </p:nvSpPr>
          <p:spPr>
            <a:xfrm>
              <a:off x="2319760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9" name="任意多边形: 形状 1588"/>
            <p:cNvSpPr/>
            <p:nvPr/>
          </p:nvSpPr>
          <p:spPr>
            <a:xfrm>
              <a:off x="2410523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0" name="任意多边形: 形状 1589"/>
            <p:cNvSpPr/>
            <p:nvPr/>
          </p:nvSpPr>
          <p:spPr>
            <a:xfrm>
              <a:off x="2507769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1" name="任意多边形: 形状 1590"/>
            <p:cNvSpPr/>
            <p:nvPr/>
          </p:nvSpPr>
          <p:spPr>
            <a:xfrm>
              <a:off x="2598531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2" name="任意多边形: 形状 1591"/>
            <p:cNvSpPr/>
            <p:nvPr/>
          </p:nvSpPr>
          <p:spPr>
            <a:xfrm>
              <a:off x="2689294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3" name="任意多边形: 形状 1592"/>
            <p:cNvSpPr/>
            <p:nvPr/>
          </p:nvSpPr>
          <p:spPr>
            <a:xfrm>
              <a:off x="2780057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4" name="任意多边形: 形状 1593"/>
            <p:cNvSpPr/>
            <p:nvPr/>
          </p:nvSpPr>
          <p:spPr>
            <a:xfrm>
              <a:off x="2870819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5" name="任意多边形: 形状 1594"/>
            <p:cNvSpPr/>
            <p:nvPr/>
          </p:nvSpPr>
          <p:spPr>
            <a:xfrm>
              <a:off x="2961582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6" name="任意多边形: 形状 1595"/>
            <p:cNvSpPr/>
            <p:nvPr/>
          </p:nvSpPr>
          <p:spPr>
            <a:xfrm>
              <a:off x="3058828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7" name="任意多边形: 形状 1596"/>
            <p:cNvSpPr/>
            <p:nvPr/>
          </p:nvSpPr>
          <p:spPr>
            <a:xfrm>
              <a:off x="3149590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8" name="任意多边形: 形状 1597"/>
            <p:cNvSpPr/>
            <p:nvPr/>
          </p:nvSpPr>
          <p:spPr>
            <a:xfrm>
              <a:off x="3240353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9" name="任意多边形: 形状 1598"/>
            <p:cNvSpPr/>
            <p:nvPr/>
          </p:nvSpPr>
          <p:spPr>
            <a:xfrm>
              <a:off x="3331116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0" name="任意多边形: 形状 1599"/>
            <p:cNvSpPr/>
            <p:nvPr/>
          </p:nvSpPr>
          <p:spPr>
            <a:xfrm>
              <a:off x="5353827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1" name="任意多边形: 形状 1600"/>
            <p:cNvSpPr/>
            <p:nvPr/>
          </p:nvSpPr>
          <p:spPr>
            <a:xfrm>
              <a:off x="5263064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2" name="任意多边形: 形状 1601"/>
            <p:cNvSpPr/>
            <p:nvPr/>
          </p:nvSpPr>
          <p:spPr>
            <a:xfrm>
              <a:off x="5444589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3" name="任意多边形: 形状 1602"/>
            <p:cNvSpPr/>
            <p:nvPr/>
          </p:nvSpPr>
          <p:spPr>
            <a:xfrm>
              <a:off x="5535352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4" name="任意多边形: 形状 1603"/>
            <p:cNvSpPr/>
            <p:nvPr/>
          </p:nvSpPr>
          <p:spPr>
            <a:xfrm>
              <a:off x="5814123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5" name="任意多边形: 形状 1604"/>
            <p:cNvSpPr/>
            <p:nvPr/>
          </p:nvSpPr>
          <p:spPr>
            <a:xfrm>
              <a:off x="5995649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6" name="任意多边形: 形状 1605"/>
            <p:cNvSpPr/>
            <p:nvPr/>
          </p:nvSpPr>
          <p:spPr>
            <a:xfrm>
              <a:off x="6177174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7" name="任意多边形: 形状 1606"/>
            <p:cNvSpPr/>
            <p:nvPr/>
          </p:nvSpPr>
          <p:spPr>
            <a:xfrm>
              <a:off x="6267937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8" name="任意多边形: 形状 1607"/>
            <p:cNvSpPr/>
            <p:nvPr/>
          </p:nvSpPr>
          <p:spPr>
            <a:xfrm>
              <a:off x="6365182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9" name="任意多边形: 形状 1608"/>
            <p:cNvSpPr/>
            <p:nvPr/>
          </p:nvSpPr>
          <p:spPr>
            <a:xfrm>
              <a:off x="6455945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0" name="任意多边形: 形状 1609"/>
            <p:cNvSpPr/>
            <p:nvPr/>
          </p:nvSpPr>
          <p:spPr>
            <a:xfrm>
              <a:off x="6546708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1" name="任意多边形: 形状 1610"/>
            <p:cNvSpPr/>
            <p:nvPr/>
          </p:nvSpPr>
          <p:spPr>
            <a:xfrm>
              <a:off x="6637470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2" name="任意多边形: 形状 1611"/>
            <p:cNvSpPr/>
            <p:nvPr/>
          </p:nvSpPr>
          <p:spPr>
            <a:xfrm>
              <a:off x="6728233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3" name="任意多边形: 形状 1612"/>
            <p:cNvSpPr/>
            <p:nvPr/>
          </p:nvSpPr>
          <p:spPr>
            <a:xfrm>
              <a:off x="6818996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4" name="任意多边形: 形状 1613"/>
            <p:cNvSpPr/>
            <p:nvPr/>
          </p:nvSpPr>
          <p:spPr>
            <a:xfrm>
              <a:off x="6916241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5" name="任意多边形: 形状 1614"/>
            <p:cNvSpPr/>
            <p:nvPr/>
          </p:nvSpPr>
          <p:spPr>
            <a:xfrm>
              <a:off x="7007004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6" name="任意多边形: 形状 1615"/>
            <p:cNvSpPr/>
            <p:nvPr/>
          </p:nvSpPr>
          <p:spPr>
            <a:xfrm>
              <a:off x="7097767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7" name="任意多边形: 形状 1616"/>
            <p:cNvSpPr/>
            <p:nvPr/>
          </p:nvSpPr>
          <p:spPr>
            <a:xfrm>
              <a:off x="7188529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8" name="任意多边形: 形状 1617"/>
            <p:cNvSpPr/>
            <p:nvPr/>
          </p:nvSpPr>
          <p:spPr>
            <a:xfrm>
              <a:off x="7279292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9" name="任意多边形: 形状 1618"/>
            <p:cNvSpPr/>
            <p:nvPr/>
          </p:nvSpPr>
          <p:spPr>
            <a:xfrm>
              <a:off x="7370055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0" name="任意多边形: 形状 1619"/>
            <p:cNvSpPr/>
            <p:nvPr/>
          </p:nvSpPr>
          <p:spPr>
            <a:xfrm>
              <a:off x="7467300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1" name="任意多边形: 形状 1620"/>
            <p:cNvSpPr/>
            <p:nvPr/>
          </p:nvSpPr>
          <p:spPr>
            <a:xfrm>
              <a:off x="7558063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2" name="任意多边形: 形状 1621"/>
            <p:cNvSpPr/>
            <p:nvPr/>
          </p:nvSpPr>
          <p:spPr>
            <a:xfrm>
              <a:off x="7648826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3" name="任意多边形: 形状 1622"/>
            <p:cNvSpPr/>
            <p:nvPr/>
          </p:nvSpPr>
          <p:spPr>
            <a:xfrm>
              <a:off x="7739588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4" name="任意多边形: 形状 1623"/>
            <p:cNvSpPr/>
            <p:nvPr/>
          </p:nvSpPr>
          <p:spPr>
            <a:xfrm>
              <a:off x="7830351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5" name="任意多边形: 形状 1624"/>
            <p:cNvSpPr/>
            <p:nvPr/>
          </p:nvSpPr>
          <p:spPr>
            <a:xfrm>
              <a:off x="7921114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6" name="任意多边形: 形状 1625"/>
            <p:cNvSpPr/>
            <p:nvPr/>
          </p:nvSpPr>
          <p:spPr>
            <a:xfrm>
              <a:off x="8018360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7" name="任意多边形: 形状 1626"/>
            <p:cNvSpPr/>
            <p:nvPr/>
          </p:nvSpPr>
          <p:spPr>
            <a:xfrm>
              <a:off x="8109122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8" name="任意多边形: 形状 1627"/>
            <p:cNvSpPr/>
            <p:nvPr/>
          </p:nvSpPr>
          <p:spPr>
            <a:xfrm>
              <a:off x="8199885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9" name="任意多边形: 形状 1628"/>
            <p:cNvSpPr/>
            <p:nvPr/>
          </p:nvSpPr>
          <p:spPr>
            <a:xfrm>
              <a:off x="8290648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0" name="任意多边形: 形状 1629"/>
            <p:cNvSpPr/>
            <p:nvPr/>
          </p:nvSpPr>
          <p:spPr>
            <a:xfrm>
              <a:off x="8381410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1" name="任意多边形: 形状 1630"/>
            <p:cNvSpPr/>
            <p:nvPr/>
          </p:nvSpPr>
          <p:spPr>
            <a:xfrm>
              <a:off x="8472173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2" name="任意多边形: 形状 1631"/>
            <p:cNvSpPr/>
            <p:nvPr/>
          </p:nvSpPr>
          <p:spPr>
            <a:xfrm>
              <a:off x="8569419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3" name="任意多边形: 形状 1632"/>
            <p:cNvSpPr/>
            <p:nvPr/>
          </p:nvSpPr>
          <p:spPr>
            <a:xfrm>
              <a:off x="8660181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4" name="任意多边形: 形状 1633"/>
            <p:cNvSpPr/>
            <p:nvPr/>
          </p:nvSpPr>
          <p:spPr>
            <a:xfrm>
              <a:off x="8750944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5" name="任意多边形: 形状 1634"/>
            <p:cNvSpPr/>
            <p:nvPr/>
          </p:nvSpPr>
          <p:spPr>
            <a:xfrm>
              <a:off x="8841707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6" name="任意多边形: 形状 1635"/>
            <p:cNvSpPr/>
            <p:nvPr/>
          </p:nvSpPr>
          <p:spPr>
            <a:xfrm>
              <a:off x="8932469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7" name="任意多边形: 形状 1636"/>
            <p:cNvSpPr/>
            <p:nvPr/>
          </p:nvSpPr>
          <p:spPr>
            <a:xfrm>
              <a:off x="9023232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8" name="任意多边形: 形状 1637"/>
            <p:cNvSpPr/>
            <p:nvPr/>
          </p:nvSpPr>
          <p:spPr>
            <a:xfrm>
              <a:off x="9120478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9" name="任意多边形: 形状 1638"/>
            <p:cNvSpPr/>
            <p:nvPr/>
          </p:nvSpPr>
          <p:spPr>
            <a:xfrm>
              <a:off x="9211240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0" name="任意多边形: 形状 1639"/>
            <p:cNvSpPr/>
            <p:nvPr/>
          </p:nvSpPr>
          <p:spPr>
            <a:xfrm>
              <a:off x="9483528" y="30720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1" name="任意多边形: 形状 1640"/>
            <p:cNvSpPr/>
            <p:nvPr/>
          </p:nvSpPr>
          <p:spPr>
            <a:xfrm>
              <a:off x="9574291" y="30720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2" name="任意多边形: 形状 1641"/>
            <p:cNvSpPr/>
            <p:nvPr/>
          </p:nvSpPr>
          <p:spPr>
            <a:xfrm>
              <a:off x="2047472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3" name="任意多边形: 形状 1642"/>
            <p:cNvSpPr/>
            <p:nvPr/>
          </p:nvSpPr>
          <p:spPr>
            <a:xfrm>
              <a:off x="2138235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4" name="任意多边形: 形状 1643"/>
            <p:cNvSpPr/>
            <p:nvPr/>
          </p:nvSpPr>
          <p:spPr>
            <a:xfrm>
              <a:off x="2228998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5" name="任意多边形: 形状 1644"/>
            <p:cNvSpPr/>
            <p:nvPr/>
          </p:nvSpPr>
          <p:spPr>
            <a:xfrm>
              <a:off x="2319760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6" name="任意多边形: 形状 1645"/>
            <p:cNvSpPr/>
            <p:nvPr/>
          </p:nvSpPr>
          <p:spPr>
            <a:xfrm>
              <a:off x="2410523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7" name="任意多边形: 形状 1646"/>
            <p:cNvSpPr/>
            <p:nvPr/>
          </p:nvSpPr>
          <p:spPr>
            <a:xfrm>
              <a:off x="2507769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8" name="任意多边形: 形状 1647"/>
            <p:cNvSpPr/>
            <p:nvPr/>
          </p:nvSpPr>
          <p:spPr>
            <a:xfrm>
              <a:off x="2598531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9" name="任意多边形: 形状 1648"/>
            <p:cNvSpPr/>
            <p:nvPr/>
          </p:nvSpPr>
          <p:spPr>
            <a:xfrm>
              <a:off x="2689294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0" name="任意多边形: 形状 1649"/>
            <p:cNvSpPr/>
            <p:nvPr/>
          </p:nvSpPr>
          <p:spPr>
            <a:xfrm>
              <a:off x="2780057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1" name="任意多边形: 形状 1650"/>
            <p:cNvSpPr/>
            <p:nvPr/>
          </p:nvSpPr>
          <p:spPr>
            <a:xfrm>
              <a:off x="2870819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2" name="任意多边形: 形状 1651"/>
            <p:cNvSpPr/>
            <p:nvPr/>
          </p:nvSpPr>
          <p:spPr>
            <a:xfrm>
              <a:off x="2961582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3" name="任意多边形: 形状 1652"/>
            <p:cNvSpPr/>
            <p:nvPr/>
          </p:nvSpPr>
          <p:spPr>
            <a:xfrm>
              <a:off x="3058828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4" name="任意多边形: 形状 1653"/>
            <p:cNvSpPr/>
            <p:nvPr/>
          </p:nvSpPr>
          <p:spPr>
            <a:xfrm>
              <a:off x="3149590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5" name="任意多边形: 形状 1654"/>
            <p:cNvSpPr/>
            <p:nvPr/>
          </p:nvSpPr>
          <p:spPr>
            <a:xfrm>
              <a:off x="3240353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6" name="任意多边形: 形状 1655"/>
            <p:cNvSpPr/>
            <p:nvPr/>
          </p:nvSpPr>
          <p:spPr>
            <a:xfrm>
              <a:off x="5535352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7" name="任意多边形: 形状 1656"/>
            <p:cNvSpPr/>
            <p:nvPr/>
          </p:nvSpPr>
          <p:spPr>
            <a:xfrm>
              <a:off x="5626115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8" name="任意多边形: 形状 1657"/>
            <p:cNvSpPr/>
            <p:nvPr/>
          </p:nvSpPr>
          <p:spPr>
            <a:xfrm>
              <a:off x="5716877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9" name="任意多边形: 形状 1658"/>
            <p:cNvSpPr/>
            <p:nvPr/>
          </p:nvSpPr>
          <p:spPr>
            <a:xfrm>
              <a:off x="5814123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0" name="任意多边形: 形状 1659"/>
            <p:cNvSpPr/>
            <p:nvPr/>
          </p:nvSpPr>
          <p:spPr>
            <a:xfrm>
              <a:off x="5904886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1" name="任意多边形: 形状 1660"/>
            <p:cNvSpPr/>
            <p:nvPr/>
          </p:nvSpPr>
          <p:spPr>
            <a:xfrm>
              <a:off x="6267937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2" name="任意多边形: 形状 1661"/>
            <p:cNvSpPr/>
            <p:nvPr/>
          </p:nvSpPr>
          <p:spPr>
            <a:xfrm>
              <a:off x="6637470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3" name="任意多边形: 形状 1662"/>
            <p:cNvSpPr/>
            <p:nvPr/>
          </p:nvSpPr>
          <p:spPr>
            <a:xfrm>
              <a:off x="6728233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4" name="任意多边形: 形状 1663"/>
            <p:cNvSpPr/>
            <p:nvPr/>
          </p:nvSpPr>
          <p:spPr>
            <a:xfrm>
              <a:off x="6818996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5" name="任意多边形: 形状 1664"/>
            <p:cNvSpPr/>
            <p:nvPr/>
          </p:nvSpPr>
          <p:spPr>
            <a:xfrm>
              <a:off x="6916241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6" name="任意多边形: 形状 1665"/>
            <p:cNvSpPr/>
            <p:nvPr/>
          </p:nvSpPr>
          <p:spPr>
            <a:xfrm>
              <a:off x="7007004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7" name="任意多边形: 形状 1666"/>
            <p:cNvSpPr/>
            <p:nvPr/>
          </p:nvSpPr>
          <p:spPr>
            <a:xfrm>
              <a:off x="7097767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8" name="任意多边形: 形状 1667"/>
            <p:cNvSpPr/>
            <p:nvPr/>
          </p:nvSpPr>
          <p:spPr>
            <a:xfrm>
              <a:off x="7188529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9" name="任意多边形: 形状 1668"/>
            <p:cNvSpPr/>
            <p:nvPr/>
          </p:nvSpPr>
          <p:spPr>
            <a:xfrm>
              <a:off x="7279292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0" name="任意多边形: 形状 1669"/>
            <p:cNvSpPr/>
            <p:nvPr/>
          </p:nvSpPr>
          <p:spPr>
            <a:xfrm>
              <a:off x="7370055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1" name="任意多边形: 形状 1670"/>
            <p:cNvSpPr/>
            <p:nvPr/>
          </p:nvSpPr>
          <p:spPr>
            <a:xfrm>
              <a:off x="7467300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2" name="任意多边形: 形状 1671"/>
            <p:cNvSpPr/>
            <p:nvPr/>
          </p:nvSpPr>
          <p:spPr>
            <a:xfrm>
              <a:off x="7558063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3" name="任意多边形: 形状 1672"/>
            <p:cNvSpPr/>
            <p:nvPr/>
          </p:nvSpPr>
          <p:spPr>
            <a:xfrm>
              <a:off x="7648826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4" name="任意多边形: 形状 1673"/>
            <p:cNvSpPr/>
            <p:nvPr/>
          </p:nvSpPr>
          <p:spPr>
            <a:xfrm>
              <a:off x="7739588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5" name="任意多边形: 形状 1674"/>
            <p:cNvSpPr/>
            <p:nvPr/>
          </p:nvSpPr>
          <p:spPr>
            <a:xfrm>
              <a:off x="7830351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6" name="任意多边形: 形状 1675"/>
            <p:cNvSpPr/>
            <p:nvPr/>
          </p:nvSpPr>
          <p:spPr>
            <a:xfrm>
              <a:off x="7921114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7" name="任意多边形: 形状 1676"/>
            <p:cNvSpPr/>
            <p:nvPr/>
          </p:nvSpPr>
          <p:spPr>
            <a:xfrm>
              <a:off x="8018360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8" name="任意多边形: 形状 1677"/>
            <p:cNvSpPr/>
            <p:nvPr/>
          </p:nvSpPr>
          <p:spPr>
            <a:xfrm>
              <a:off x="8109122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9" name="任意多边形: 形状 1678"/>
            <p:cNvSpPr/>
            <p:nvPr/>
          </p:nvSpPr>
          <p:spPr>
            <a:xfrm>
              <a:off x="8199885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0" name="任意多边形: 形状 1679"/>
            <p:cNvSpPr/>
            <p:nvPr/>
          </p:nvSpPr>
          <p:spPr>
            <a:xfrm>
              <a:off x="8290648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1" name="任意多边形: 形状 1680"/>
            <p:cNvSpPr/>
            <p:nvPr/>
          </p:nvSpPr>
          <p:spPr>
            <a:xfrm>
              <a:off x="8381410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2" name="任意多边形: 形状 1681"/>
            <p:cNvSpPr/>
            <p:nvPr/>
          </p:nvSpPr>
          <p:spPr>
            <a:xfrm>
              <a:off x="8472173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3" name="任意多边形: 形状 1682"/>
            <p:cNvSpPr/>
            <p:nvPr/>
          </p:nvSpPr>
          <p:spPr>
            <a:xfrm>
              <a:off x="8569419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4" name="任意多边形: 形状 1683"/>
            <p:cNvSpPr/>
            <p:nvPr/>
          </p:nvSpPr>
          <p:spPr>
            <a:xfrm>
              <a:off x="8660181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5" name="任意多边形: 形状 1684"/>
            <p:cNvSpPr/>
            <p:nvPr/>
          </p:nvSpPr>
          <p:spPr>
            <a:xfrm>
              <a:off x="8750944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6" name="任意多边形: 形状 1685"/>
            <p:cNvSpPr/>
            <p:nvPr/>
          </p:nvSpPr>
          <p:spPr>
            <a:xfrm>
              <a:off x="8841707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7" name="任意多边形: 形状 1686"/>
            <p:cNvSpPr/>
            <p:nvPr/>
          </p:nvSpPr>
          <p:spPr>
            <a:xfrm>
              <a:off x="8932469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8" name="任意多边形: 形状 1687"/>
            <p:cNvSpPr/>
            <p:nvPr/>
          </p:nvSpPr>
          <p:spPr>
            <a:xfrm>
              <a:off x="9023232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9" name="任意多边形: 形状 1688"/>
            <p:cNvSpPr/>
            <p:nvPr/>
          </p:nvSpPr>
          <p:spPr>
            <a:xfrm>
              <a:off x="9120478" y="316925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0" name="任意多边形: 形状 1689"/>
            <p:cNvSpPr/>
            <p:nvPr/>
          </p:nvSpPr>
          <p:spPr>
            <a:xfrm>
              <a:off x="9211240" y="316925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1" name="任意多边形: 形状 1690"/>
            <p:cNvSpPr/>
            <p:nvPr/>
          </p:nvSpPr>
          <p:spPr>
            <a:xfrm>
              <a:off x="2047472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2" name="任意多边形: 形状 1691"/>
            <p:cNvSpPr/>
            <p:nvPr/>
          </p:nvSpPr>
          <p:spPr>
            <a:xfrm>
              <a:off x="2138235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3" name="任意多边形: 形状 1692"/>
            <p:cNvSpPr/>
            <p:nvPr/>
          </p:nvSpPr>
          <p:spPr>
            <a:xfrm>
              <a:off x="2228998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4" name="任意多边形: 形状 1693"/>
            <p:cNvSpPr/>
            <p:nvPr/>
          </p:nvSpPr>
          <p:spPr>
            <a:xfrm>
              <a:off x="2319760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5" name="任意多边形: 形状 1694"/>
            <p:cNvSpPr/>
            <p:nvPr/>
          </p:nvSpPr>
          <p:spPr>
            <a:xfrm>
              <a:off x="2410523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6" name="任意多边形: 形状 1695"/>
            <p:cNvSpPr/>
            <p:nvPr/>
          </p:nvSpPr>
          <p:spPr>
            <a:xfrm>
              <a:off x="2507769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7" name="任意多边形: 形状 1696"/>
            <p:cNvSpPr/>
            <p:nvPr/>
          </p:nvSpPr>
          <p:spPr>
            <a:xfrm>
              <a:off x="2598531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8" name="任意多边形: 形状 1697"/>
            <p:cNvSpPr/>
            <p:nvPr/>
          </p:nvSpPr>
          <p:spPr>
            <a:xfrm>
              <a:off x="2689294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9" name="任意多边形: 形状 1698"/>
            <p:cNvSpPr/>
            <p:nvPr/>
          </p:nvSpPr>
          <p:spPr>
            <a:xfrm>
              <a:off x="2780057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0" name="任意多边形: 形状 1699"/>
            <p:cNvSpPr/>
            <p:nvPr/>
          </p:nvSpPr>
          <p:spPr>
            <a:xfrm>
              <a:off x="2870819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1" name="任意多边形: 形状 1700"/>
            <p:cNvSpPr/>
            <p:nvPr/>
          </p:nvSpPr>
          <p:spPr>
            <a:xfrm>
              <a:off x="2961582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2" name="任意多边形: 形状 1701"/>
            <p:cNvSpPr/>
            <p:nvPr/>
          </p:nvSpPr>
          <p:spPr>
            <a:xfrm>
              <a:off x="3058828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3" name="任意多边形: 形状 1702"/>
            <p:cNvSpPr/>
            <p:nvPr/>
          </p:nvSpPr>
          <p:spPr>
            <a:xfrm>
              <a:off x="3149590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4" name="任意多边形: 形状 1703"/>
            <p:cNvSpPr/>
            <p:nvPr/>
          </p:nvSpPr>
          <p:spPr>
            <a:xfrm>
              <a:off x="5353827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5" name="任意多边形: 形状 1704"/>
            <p:cNvSpPr/>
            <p:nvPr/>
          </p:nvSpPr>
          <p:spPr>
            <a:xfrm>
              <a:off x="5444589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6" name="任意多边形: 形状 1705"/>
            <p:cNvSpPr/>
            <p:nvPr/>
          </p:nvSpPr>
          <p:spPr>
            <a:xfrm>
              <a:off x="5535352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7" name="任意多边形: 形状 1706"/>
            <p:cNvSpPr/>
            <p:nvPr/>
          </p:nvSpPr>
          <p:spPr>
            <a:xfrm>
              <a:off x="5626115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8" name="任意多边形: 形状 1707"/>
            <p:cNvSpPr/>
            <p:nvPr/>
          </p:nvSpPr>
          <p:spPr>
            <a:xfrm>
              <a:off x="5716877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9" name="任意多边形: 形状 1708"/>
            <p:cNvSpPr/>
            <p:nvPr/>
          </p:nvSpPr>
          <p:spPr>
            <a:xfrm>
              <a:off x="5814123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0" name="任意多边形: 形状 1709"/>
            <p:cNvSpPr/>
            <p:nvPr/>
          </p:nvSpPr>
          <p:spPr>
            <a:xfrm>
              <a:off x="5904886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1" name="任意多边形: 形状 1710"/>
            <p:cNvSpPr/>
            <p:nvPr/>
          </p:nvSpPr>
          <p:spPr>
            <a:xfrm>
              <a:off x="6637470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2" name="任意多边形: 形状 1711"/>
            <p:cNvSpPr/>
            <p:nvPr/>
          </p:nvSpPr>
          <p:spPr>
            <a:xfrm>
              <a:off x="6728233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3" name="任意多边形: 形状 1712"/>
            <p:cNvSpPr/>
            <p:nvPr/>
          </p:nvSpPr>
          <p:spPr>
            <a:xfrm>
              <a:off x="6818996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4" name="任意多边形: 形状 1713"/>
            <p:cNvSpPr/>
            <p:nvPr/>
          </p:nvSpPr>
          <p:spPr>
            <a:xfrm>
              <a:off x="6916241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5" name="任意多边形: 形状 1714"/>
            <p:cNvSpPr/>
            <p:nvPr/>
          </p:nvSpPr>
          <p:spPr>
            <a:xfrm>
              <a:off x="7007004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6" name="任意多边形: 形状 1715"/>
            <p:cNvSpPr/>
            <p:nvPr/>
          </p:nvSpPr>
          <p:spPr>
            <a:xfrm>
              <a:off x="7097767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7" name="任意多边形: 形状 1716"/>
            <p:cNvSpPr/>
            <p:nvPr/>
          </p:nvSpPr>
          <p:spPr>
            <a:xfrm>
              <a:off x="7188529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8" name="任意多边形: 形状 1717"/>
            <p:cNvSpPr/>
            <p:nvPr/>
          </p:nvSpPr>
          <p:spPr>
            <a:xfrm>
              <a:off x="7279292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9" name="任意多边形: 形状 1718"/>
            <p:cNvSpPr/>
            <p:nvPr/>
          </p:nvSpPr>
          <p:spPr>
            <a:xfrm>
              <a:off x="7370055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0" name="任意多边形: 形状 1719"/>
            <p:cNvSpPr/>
            <p:nvPr/>
          </p:nvSpPr>
          <p:spPr>
            <a:xfrm>
              <a:off x="7467300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1" name="任意多边形: 形状 1720"/>
            <p:cNvSpPr/>
            <p:nvPr/>
          </p:nvSpPr>
          <p:spPr>
            <a:xfrm>
              <a:off x="7558063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2" name="任意多边形: 形状 1721"/>
            <p:cNvSpPr/>
            <p:nvPr/>
          </p:nvSpPr>
          <p:spPr>
            <a:xfrm>
              <a:off x="7648826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3" name="任意多边形: 形状 1722"/>
            <p:cNvSpPr/>
            <p:nvPr/>
          </p:nvSpPr>
          <p:spPr>
            <a:xfrm>
              <a:off x="7739588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4" name="任意多边形: 形状 1723"/>
            <p:cNvSpPr/>
            <p:nvPr/>
          </p:nvSpPr>
          <p:spPr>
            <a:xfrm>
              <a:off x="7830351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5" name="任意多边形: 形状 1724"/>
            <p:cNvSpPr/>
            <p:nvPr/>
          </p:nvSpPr>
          <p:spPr>
            <a:xfrm>
              <a:off x="7921114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6" name="任意多边形: 形状 1725"/>
            <p:cNvSpPr/>
            <p:nvPr/>
          </p:nvSpPr>
          <p:spPr>
            <a:xfrm>
              <a:off x="8018360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7" name="任意多边形: 形状 1726"/>
            <p:cNvSpPr/>
            <p:nvPr/>
          </p:nvSpPr>
          <p:spPr>
            <a:xfrm>
              <a:off x="8109122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8" name="任意多边形: 形状 1727"/>
            <p:cNvSpPr/>
            <p:nvPr/>
          </p:nvSpPr>
          <p:spPr>
            <a:xfrm>
              <a:off x="8199885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9" name="任意多边形: 形状 1728"/>
            <p:cNvSpPr/>
            <p:nvPr/>
          </p:nvSpPr>
          <p:spPr>
            <a:xfrm>
              <a:off x="8290648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0" name="任意多边形: 形状 1729"/>
            <p:cNvSpPr/>
            <p:nvPr/>
          </p:nvSpPr>
          <p:spPr>
            <a:xfrm>
              <a:off x="8381410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1" name="任意多边形: 形状 1730"/>
            <p:cNvSpPr/>
            <p:nvPr/>
          </p:nvSpPr>
          <p:spPr>
            <a:xfrm>
              <a:off x="8472173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2" name="任意多边形: 形状 1731"/>
            <p:cNvSpPr/>
            <p:nvPr/>
          </p:nvSpPr>
          <p:spPr>
            <a:xfrm>
              <a:off x="8569419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3" name="任意多边形: 形状 1732"/>
            <p:cNvSpPr/>
            <p:nvPr/>
          </p:nvSpPr>
          <p:spPr>
            <a:xfrm>
              <a:off x="8660181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4" name="任意多边形: 形状 1733"/>
            <p:cNvSpPr/>
            <p:nvPr/>
          </p:nvSpPr>
          <p:spPr>
            <a:xfrm>
              <a:off x="8750944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5" name="任意多边形: 形状 1734"/>
            <p:cNvSpPr/>
            <p:nvPr/>
          </p:nvSpPr>
          <p:spPr>
            <a:xfrm>
              <a:off x="8841707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6" name="任意多边形: 形状 1735"/>
            <p:cNvSpPr/>
            <p:nvPr/>
          </p:nvSpPr>
          <p:spPr>
            <a:xfrm>
              <a:off x="8932469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7" name="任意多边形: 形状 1736"/>
            <p:cNvSpPr/>
            <p:nvPr/>
          </p:nvSpPr>
          <p:spPr>
            <a:xfrm>
              <a:off x="9023232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8" name="任意多边形: 形状 1737"/>
            <p:cNvSpPr/>
            <p:nvPr/>
          </p:nvSpPr>
          <p:spPr>
            <a:xfrm>
              <a:off x="9120478" y="326002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9" name="任意多边形: 形状 1738"/>
            <p:cNvSpPr/>
            <p:nvPr/>
          </p:nvSpPr>
          <p:spPr>
            <a:xfrm>
              <a:off x="9211240" y="326002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0" name="任意多边形: 形状 1739"/>
            <p:cNvSpPr/>
            <p:nvPr/>
          </p:nvSpPr>
          <p:spPr>
            <a:xfrm>
              <a:off x="2138235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1" name="任意多边形: 形状 1740"/>
            <p:cNvSpPr/>
            <p:nvPr/>
          </p:nvSpPr>
          <p:spPr>
            <a:xfrm>
              <a:off x="2228998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2" name="任意多边形: 形状 1741"/>
            <p:cNvSpPr/>
            <p:nvPr/>
          </p:nvSpPr>
          <p:spPr>
            <a:xfrm>
              <a:off x="2319760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3" name="任意多边形: 形状 1742"/>
            <p:cNvSpPr/>
            <p:nvPr/>
          </p:nvSpPr>
          <p:spPr>
            <a:xfrm>
              <a:off x="2410523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4" name="任意多边形: 形状 1743"/>
            <p:cNvSpPr/>
            <p:nvPr/>
          </p:nvSpPr>
          <p:spPr>
            <a:xfrm>
              <a:off x="2507769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5" name="任意多边形: 形状 1744"/>
            <p:cNvSpPr/>
            <p:nvPr/>
          </p:nvSpPr>
          <p:spPr>
            <a:xfrm>
              <a:off x="2598531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6" name="任意多边形: 形状 1745"/>
            <p:cNvSpPr/>
            <p:nvPr/>
          </p:nvSpPr>
          <p:spPr>
            <a:xfrm>
              <a:off x="3058828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7" name="任意多边形: 形状 1746"/>
            <p:cNvSpPr/>
            <p:nvPr/>
          </p:nvSpPr>
          <p:spPr>
            <a:xfrm>
              <a:off x="3149590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8" name="任意多边形: 形状 1747"/>
            <p:cNvSpPr/>
            <p:nvPr/>
          </p:nvSpPr>
          <p:spPr>
            <a:xfrm>
              <a:off x="5353827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9" name="任意多边形: 形状 1748"/>
            <p:cNvSpPr/>
            <p:nvPr/>
          </p:nvSpPr>
          <p:spPr>
            <a:xfrm>
              <a:off x="5444589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0" name="任意多边形: 形状 1749"/>
            <p:cNvSpPr/>
            <p:nvPr/>
          </p:nvSpPr>
          <p:spPr>
            <a:xfrm>
              <a:off x="5535352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1" name="任意多边形: 形状 1750"/>
            <p:cNvSpPr/>
            <p:nvPr/>
          </p:nvSpPr>
          <p:spPr>
            <a:xfrm>
              <a:off x="5626115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2" name="任意多边形: 形状 1751"/>
            <p:cNvSpPr/>
            <p:nvPr/>
          </p:nvSpPr>
          <p:spPr>
            <a:xfrm>
              <a:off x="5716877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3" name="任意多边形: 形状 1752"/>
            <p:cNvSpPr/>
            <p:nvPr/>
          </p:nvSpPr>
          <p:spPr>
            <a:xfrm>
              <a:off x="5814123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4" name="任意多边形: 形状 1753"/>
            <p:cNvSpPr/>
            <p:nvPr/>
          </p:nvSpPr>
          <p:spPr>
            <a:xfrm>
              <a:off x="5904886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5" name="任意多边形: 形状 1754"/>
            <p:cNvSpPr/>
            <p:nvPr/>
          </p:nvSpPr>
          <p:spPr>
            <a:xfrm>
              <a:off x="5995649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6" name="任意多边形: 形状 1755"/>
            <p:cNvSpPr/>
            <p:nvPr/>
          </p:nvSpPr>
          <p:spPr>
            <a:xfrm>
              <a:off x="6086411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7" name="任意多边形: 形状 1756"/>
            <p:cNvSpPr/>
            <p:nvPr/>
          </p:nvSpPr>
          <p:spPr>
            <a:xfrm>
              <a:off x="6177174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8" name="任意多边形: 形状 1757"/>
            <p:cNvSpPr/>
            <p:nvPr/>
          </p:nvSpPr>
          <p:spPr>
            <a:xfrm>
              <a:off x="6267937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9" name="任意多边形: 形状 1758"/>
            <p:cNvSpPr/>
            <p:nvPr/>
          </p:nvSpPr>
          <p:spPr>
            <a:xfrm>
              <a:off x="6365182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0" name="任意多边形: 形状 1759"/>
            <p:cNvSpPr/>
            <p:nvPr/>
          </p:nvSpPr>
          <p:spPr>
            <a:xfrm>
              <a:off x="6455945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1" name="任意多边形: 形状 1760"/>
            <p:cNvSpPr/>
            <p:nvPr/>
          </p:nvSpPr>
          <p:spPr>
            <a:xfrm>
              <a:off x="6546708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2" name="任意多边形: 形状 1761"/>
            <p:cNvSpPr/>
            <p:nvPr/>
          </p:nvSpPr>
          <p:spPr>
            <a:xfrm>
              <a:off x="6637470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3" name="任意多边形: 形状 1762"/>
            <p:cNvSpPr/>
            <p:nvPr/>
          </p:nvSpPr>
          <p:spPr>
            <a:xfrm>
              <a:off x="6728233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4" name="任意多边形: 形状 1763"/>
            <p:cNvSpPr/>
            <p:nvPr/>
          </p:nvSpPr>
          <p:spPr>
            <a:xfrm>
              <a:off x="6818996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5" name="任意多边形: 形状 1764"/>
            <p:cNvSpPr/>
            <p:nvPr/>
          </p:nvSpPr>
          <p:spPr>
            <a:xfrm>
              <a:off x="6916241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6" name="任意多边形: 形状 1765"/>
            <p:cNvSpPr/>
            <p:nvPr/>
          </p:nvSpPr>
          <p:spPr>
            <a:xfrm>
              <a:off x="7007004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7" name="任意多边形: 形状 1766"/>
            <p:cNvSpPr/>
            <p:nvPr/>
          </p:nvSpPr>
          <p:spPr>
            <a:xfrm>
              <a:off x="7097767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8" name="任意多边形: 形状 1767"/>
            <p:cNvSpPr/>
            <p:nvPr/>
          </p:nvSpPr>
          <p:spPr>
            <a:xfrm>
              <a:off x="7188529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9" name="任意多边形: 形状 1768"/>
            <p:cNvSpPr/>
            <p:nvPr/>
          </p:nvSpPr>
          <p:spPr>
            <a:xfrm>
              <a:off x="7279292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0" name="任意多边形: 形状 1769"/>
            <p:cNvSpPr/>
            <p:nvPr/>
          </p:nvSpPr>
          <p:spPr>
            <a:xfrm>
              <a:off x="7370055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1" name="任意多边形: 形状 1770"/>
            <p:cNvSpPr/>
            <p:nvPr/>
          </p:nvSpPr>
          <p:spPr>
            <a:xfrm>
              <a:off x="7467300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2" name="任意多边形: 形状 1771"/>
            <p:cNvSpPr/>
            <p:nvPr/>
          </p:nvSpPr>
          <p:spPr>
            <a:xfrm>
              <a:off x="7558063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3" name="任意多边形: 形状 1772"/>
            <p:cNvSpPr/>
            <p:nvPr/>
          </p:nvSpPr>
          <p:spPr>
            <a:xfrm>
              <a:off x="7648826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4" name="任意多边形: 形状 1773"/>
            <p:cNvSpPr/>
            <p:nvPr/>
          </p:nvSpPr>
          <p:spPr>
            <a:xfrm>
              <a:off x="7739588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5" name="任意多边形: 形状 1774"/>
            <p:cNvSpPr/>
            <p:nvPr/>
          </p:nvSpPr>
          <p:spPr>
            <a:xfrm>
              <a:off x="7830351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6" name="任意多边形: 形状 1775"/>
            <p:cNvSpPr/>
            <p:nvPr/>
          </p:nvSpPr>
          <p:spPr>
            <a:xfrm>
              <a:off x="7921114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7" name="任意多边形: 形状 1776"/>
            <p:cNvSpPr/>
            <p:nvPr/>
          </p:nvSpPr>
          <p:spPr>
            <a:xfrm>
              <a:off x="8018360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8" name="任意多边形: 形状 1777"/>
            <p:cNvSpPr/>
            <p:nvPr/>
          </p:nvSpPr>
          <p:spPr>
            <a:xfrm>
              <a:off x="8109122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9" name="任意多边形: 形状 1778"/>
            <p:cNvSpPr/>
            <p:nvPr/>
          </p:nvSpPr>
          <p:spPr>
            <a:xfrm>
              <a:off x="8199885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0" name="任意多边形: 形状 1779"/>
            <p:cNvSpPr/>
            <p:nvPr/>
          </p:nvSpPr>
          <p:spPr>
            <a:xfrm>
              <a:off x="8290648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1" name="任意多边形: 形状 1780"/>
            <p:cNvSpPr/>
            <p:nvPr/>
          </p:nvSpPr>
          <p:spPr>
            <a:xfrm>
              <a:off x="8381410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2" name="任意多边形: 形状 1781"/>
            <p:cNvSpPr/>
            <p:nvPr/>
          </p:nvSpPr>
          <p:spPr>
            <a:xfrm>
              <a:off x="8472173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3" name="任意多边形: 形状 1782"/>
            <p:cNvSpPr/>
            <p:nvPr/>
          </p:nvSpPr>
          <p:spPr>
            <a:xfrm>
              <a:off x="8569419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4" name="任意多边形: 形状 1783"/>
            <p:cNvSpPr/>
            <p:nvPr/>
          </p:nvSpPr>
          <p:spPr>
            <a:xfrm>
              <a:off x="8660181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5" name="任意多边形: 形状 1784"/>
            <p:cNvSpPr/>
            <p:nvPr/>
          </p:nvSpPr>
          <p:spPr>
            <a:xfrm>
              <a:off x="8750944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6" name="任意多边形: 形状 1785"/>
            <p:cNvSpPr/>
            <p:nvPr/>
          </p:nvSpPr>
          <p:spPr>
            <a:xfrm>
              <a:off x="8841707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7" name="任意多边形: 形状 1786"/>
            <p:cNvSpPr/>
            <p:nvPr/>
          </p:nvSpPr>
          <p:spPr>
            <a:xfrm>
              <a:off x="8932469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8" name="任意多边形: 形状 1787"/>
            <p:cNvSpPr/>
            <p:nvPr/>
          </p:nvSpPr>
          <p:spPr>
            <a:xfrm>
              <a:off x="9023232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9" name="任意多边形: 形状 1788"/>
            <p:cNvSpPr/>
            <p:nvPr/>
          </p:nvSpPr>
          <p:spPr>
            <a:xfrm>
              <a:off x="9120478" y="335078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0" name="任意多边形: 形状 1789"/>
            <p:cNvSpPr/>
            <p:nvPr/>
          </p:nvSpPr>
          <p:spPr>
            <a:xfrm>
              <a:off x="9211240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1" name="任意多边形: 形状 1790"/>
            <p:cNvSpPr/>
            <p:nvPr/>
          </p:nvSpPr>
          <p:spPr>
            <a:xfrm>
              <a:off x="9302003" y="335078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2" name="任意多边形: 形状 1791"/>
            <p:cNvSpPr/>
            <p:nvPr/>
          </p:nvSpPr>
          <p:spPr>
            <a:xfrm>
              <a:off x="2138235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3" name="任意多边形: 形状 1792"/>
            <p:cNvSpPr/>
            <p:nvPr/>
          </p:nvSpPr>
          <p:spPr>
            <a:xfrm>
              <a:off x="2319760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4" name="任意多边形: 形状 1793"/>
            <p:cNvSpPr/>
            <p:nvPr/>
          </p:nvSpPr>
          <p:spPr>
            <a:xfrm>
              <a:off x="2410523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5" name="任意多边形: 形状 1794"/>
            <p:cNvSpPr/>
            <p:nvPr/>
          </p:nvSpPr>
          <p:spPr>
            <a:xfrm>
              <a:off x="2507769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6" name="任意多边形: 形状 1795"/>
            <p:cNvSpPr/>
            <p:nvPr/>
          </p:nvSpPr>
          <p:spPr>
            <a:xfrm>
              <a:off x="3058828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7" name="任意多边形: 形状 1796"/>
            <p:cNvSpPr/>
            <p:nvPr/>
          </p:nvSpPr>
          <p:spPr>
            <a:xfrm>
              <a:off x="5165818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8" name="任意多边形: 形状 1797"/>
            <p:cNvSpPr/>
            <p:nvPr/>
          </p:nvSpPr>
          <p:spPr>
            <a:xfrm>
              <a:off x="5263064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9" name="任意多边形: 形状 1798"/>
            <p:cNvSpPr/>
            <p:nvPr/>
          </p:nvSpPr>
          <p:spPr>
            <a:xfrm>
              <a:off x="5353827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0" name="任意多边形: 形状 1799"/>
            <p:cNvSpPr/>
            <p:nvPr/>
          </p:nvSpPr>
          <p:spPr>
            <a:xfrm>
              <a:off x="5444589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1" name="任意多边形: 形状 1800"/>
            <p:cNvSpPr/>
            <p:nvPr/>
          </p:nvSpPr>
          <p:spPr>
            <a:xfrm>
              <a:off x="5535352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2" name="任意多边形: 形状 1801"/>
            <p:cNvSpPr/>
            <p:nvPr/>
          </p:nvSpPr>
          <p:spPr>
            <a:xfrm>
              <a:off x="5626115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3" name="任意多边形: 形状 1802"/>
            <p:cNvSpPr/>
            <p:nvPr/>
          </p:nvSpPr>
          <p:spPr>
            <a:xfrm>
              <a:off x="5716877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4" name="任意多边形: 形状 1803"/>
            <p:cNvSpPr/>
            <p:nvPr/>
          </p:nvSpPr>
          <p:spPr>
            <a:xfrm>
              <a:off x="5814123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5" name="任意多边形: 形状 1804"/>
            <p:cNvSpPr/>
            <p:nvPr/>
          </p:nvSpPr>
          <p:spPr>
            <a:xfrm>
              <a:off x="5904886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6" name="任意多边形: 形状 1805"/>
            <p:cNvSpPr/>
            <p:nvPr/>
          </p:nvSpPr>
          <p:spPr>
            <a:xfrm>
              <a:off x="5995649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7" name="任意多边形: 形状 1806"/>
            <p:cNvSpPr/>
            <p:nvPr/>
          </p:nvSpPr>
          <p:spPr>
            <a:xfrm>
              <a:off x="6086411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8" name="任意多边形: 形状 1807"/>
            <p:cNvSpPr/>
            <p:nvPr/>
          </p:nvSpPr>
          <p:spPr>
            <a:xfrm>
              <a:off x="6177174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9" name="任意多边形: 形状 1808"/>
            <p:cNvSpPr/>
            <p:nvPr/>
          </p:nvSpPr>
          <p:spPr>
            <a:xfrm>
              <a:off x="6267937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0" name="任意多边形: 形状 1809"/>
            <p:cNvSpPr/>
            <p:nvPr/>
          </p:nvSpPr>
          <p:spPr>
            <a:xfrm>
              <a:off x="6365182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1" name="任意多边形: 形状 1810"/>
            <p:cNvSpPr/>
            <p:nvPr/>
          </p:nvSpPr>
          <p:spPr>
            <a:xfrm>
              <a:off x="6455945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2" name="任意多边形: 形状 1811"/>
            <p:cNvSpPr/>
            <p:nvPr/>
          </p:nvSpPr>
          <p:spPr>
            <a:xfrm>
              <a:off x="6546708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3" name="任意多边形: 形状 1812"/>
            <p:cNvSpPr/>
            <p:nvPr/>
          </p:nvSpPr>
          <p:spPr>
            <a:xfrm>
              <a:off x="6637470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4" name="任意多边形: 形状 1813"/>
            <p:cNvSpPr/>
            <p:nvPr/>
          </p:nvSpPr>
          <p:spPr>
            <a:xfrm>
              <a:off x="6728233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5" name="任意多边形: 形状 1814"/>
            <p:cNvSpPr/>
            <p:nvPr/>
          </p:nvSpPr>
          <p:spPr>
            <a:xfrm>
              <a:off x="6818996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6" name="任意多边形: 形状 1815"/>
            <p:cNvSpPr/>
            <p:nvPr/>
          </p:nvSpPr>
          <p:spPr>
            <a:xfrm>
              <a:off x="6916241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7" name="任意多边形: 形状 1816"/>
            <p:cNvSpPr/>
            <p:nvPr/>
          </p:nvSpPr>
          <p:spPr>
            <a:xfrm>
              <a:off x="7007004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8" name="任意多边形: 形状 1817"/>
            <p:cNvSpPr/>
            <p:nvPr/>
          </p:nvSpPr>
          <p:spPr>
            <a:xfrm>
              <a:off x="7097767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9" name="任意多边形: 形状 1818"/>
            <p:cNvSpPr/>
            <p:nvPr/>
          </p:nvSpPr>
          <p:spPr>
            <a:xfrm>
              <a:off x="7370055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0" name="任意多边形: 形状 1819"/>
            <p:cNvSpPr/>
            <p:nvPr/>
          </p:nvSpPr>
          <p:spPr>
            <a:xfrm>
              <a:off x="7467300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1" name="任意多边形: 形状 1820"/>
            <p:cNvSpPr/>
            <p:nvPr/>
          </p:nvSpPr>
          <p:spPr>
            <a:xfrm>
              <a:off x="7558063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2" name="任意多边形: 形状 1821"/>
            <p:cNvSpPr/>
            <p:nvPr/>
          </p:nvSpPr>
          <p:spPr>
            <a:xfrm>
              <a:off x="7648826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3" name="任意多边形: 形状 1822"/>
            <p:cNvSpPr/>
            <p:nvPr/>
          </p:nvSpPr>
          <p:spPr>
            <a:xfrm>
              <a:off x="7739588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4" name="任意多边形: 形状 1823"/>
            <p:cNvSpPr/>
            <p:nvPr/>
          </p:nvSpPr>
          <p:spPr>
            <a:xfrm>
              <a:off x="7830351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5" name="任意多边形: 形状 1824"/>
            <p:cNvSpPr/>
            <p:nvPr/>
          </p:nvSpPr>
          <p:spPr>
            <a:xfrm>
              <a:off x="7921114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6" name="任意多边形: 形状 1825"/>
            <p:cNvSpPr/>
            <p:nvPr/>
          </p:nvSpPr>
          <p:spPr>
            <a:xfrm>
              <a:off x="8018360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7" name="任意多边形: 形状 1826"/>
            <p:cNvSpPr/>
            <p:nvPr/>
          </p:nvSpPr>
          <p:spPr>
            <a:xfrm>
              <a:off x="8109122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8" name="任意多边形: 形状 1827"/>
            <p:cNvSpPr/>
            <p:nvPr/>
          </p:nvSpPr>
          <p:spPr>
            <a:xfrm>
              <a:off x="8199885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9" name="任意多边形: 形状 1828"/>
            <p:cNvSpPr/>
            <p:nvPr/>
          </p:nvSpPr>
          <p:spPr>
            <a:xfrm>
              <a:off x="8290648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0" name="任意多边形: 形状 1829"/>
            <p:cNvSpPr/>
            <p:nvPr/>
          </p:nvSpPr>
          <p:spPr>
            <a:xfrm>
              <a:off x="8381410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1" name="任意多边形: 形状 1830"/>
            <p:cNvSpPr/>
            <p:nvPr/>
          </p:nvSpPr>
          <p:spPr>
            <a:xfrm>
              <a:off x="8472173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2" name="任意多边形: 形状 1831"/>
            <p:cNvSpPr/>
            <p:nvPr/>
          </p:nvSpPr>
          <p:spPr>
            <a:xfrm>
              <a:off x="8569419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3" name="任意多边形: 形状 1832"/>
            <p:cNvSpPr/>
            <p:nvPr/>
          </p:nvSpPr>
          <p:spPr>
            <a:xfrm>
              <a:off x="8660181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4" name="任意多边形: 形状 1833"/>
            <p:cNvSpPr/>
            <p:nvPr/>
          </p:nvSpPr>
          <p:spPr>
            <a:xfrm>
              <a:off x="8750944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5" name="任意多边形: 形状 1834"/>
            <p:cNvSpPr/>
            <p:nvPr/>
          </p:nvSpPr>
          <p:spPr>
            <a:xfrm>
              <a:off x="8841707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6" name="任意多边形: 形状 1835"/>
            <p:cNvSpPr/>
            <p:nvPr/>
          </p:nvSpPr>
          <p:spPr>
            <a:xfrm>
              <a:off x="8932469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7" name="任意多边形: 形状 1836"/>
            <p:cNvSpPr/>
            <p:nvPr/>
          </p:nvSpPr>
          <p:spPr>
            <a:xfrm>
              <a:off x="9023232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8" name="任意多边形: 形状 1837"/>
            <p:cNvSpPr/>
            <p:nvPr/>
          </p:nvSpPr>
          <p:spPr>
            <a:xfrm>
              <a:off x="9120478" y="344154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9" name="任意多边形: 形状 1838"/>
            <p:cNvSpPr/>
            <p:nvPr/>
          </p:nvSpPr>
          <p:spPr>
            <a:xfrm>
              <a:off x="9211240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0" name="任意多边形: 形状 1839"/>
            <p:cNvSpPr/>
            <p:nvPr/>
          </p:nvSpPr>
          <p:spPr>
            <a:xfrm>
              <a:off x="9302003" y="344154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1" name="任意多边形: 形状 1840"/>
            <p:cNvSpPr/>
            <p:nvPr/>
          </p:nvSpPr>
          <p:spPr>
            <a:xfrm>
              <a:off x="2319760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2" name="任意多边形: 形状 1841"/>
            <p:cNvSpPr/>
            <p:nvPr/>
          </p:nvSpPr>
          <p:spPr>
            <a:xfrm>
              <a:off x="2410523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3" name="任意多边形: 形状 1842"/>
            <p:cNvSpPr/>
            <p:nvPr/>
          </p:nvSpPr>
          <p:spPr>
            <a:xfrm>
              <a:off x="2507769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4" name="任意多边形: 形状 1843"/>
            <p:cNvSpPr/>
            <p:nvPr/>
          </p:nvSpPr>
          <p:spPr>
            <a:xfrm>
              <a:off x="5165818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5" name="任意多边形: 形状 1844"/>
            <p:cNvSpPr/>
            <p:nvPr/>
          </p:nvSpPr>
          <p:spPr>
            <a:xfrm>
              <a:off x="5263064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6" name="任意多边形: 形状 1845"/>
            <p:cNvSpPr/>
            <p:nvPr/>
          </p:nvSpPr>
          <p:spPr>
            <a:xfrm>
              <a:off x="5353827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7" name="任意多边形: 形状 1846"/>
            <p:cNvSpPr/>
            <p:nvPr/>
          </p:nvSpPr>
          <p:spPr>
            <a:xfrm>
              <a:off x="5444589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8" name="任意多边形: 形状 1847"/>
            <p:cNvSpPr/>
            <p:nvPr/>
          </p:nvSpPr>
          <p:spPr>
            <a:xfrm>
              <a:off x="5535352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9" name="任意多边形: 形状 1848"/>
            <p:cNvSpPr/>
            <p:nvPr/>
          </p:nvSpPr>
          <p:spPr>
            <a:xfrm>
              <a:off x="5626115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0" name="任意多边形: 形状 1849"/>
            <p:cNvSpPr/>
            <p:nvPr/>
          </p:nvSpPr>
          <p:spPr>
            <a:xfrm>
              <a:off x="5716877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1" name="任意多边形: 形状 1850"/>
            <p:cNvSpPr/>
            <p:nvPr/>
          </p:nvSpPr>
          <p:spPr>
            <a:xfrm>
              <a:off x="5814123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2" name="任意多边形: 形状 1851"/>
            <p:cNvSpPr/>
            <p:nvPr/>
          </p:nvSpPr>
          <p:spPr>
            <a:xfrm>
              <a:off x="5904886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3" name="任意多边形: 形状 1852"/>
            <p:cNvSpPr/>
            <p:nvPr/>
          </p:nvSpPr>
          <p:spPr>
            <a:xfrm>
              <a:off x="5995649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4" name="任意多边形: 形状 1853"/>
            <p:cNvSpPr/>
            <p:nvPr/>
          </p:nvSpPr>
          <p:spPr>
            <a:xfrm>
              <a:off x="6086411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5" name="任意多边形: 形状 1854"/>
            <p:cNvSpPr/>
            <p:nvPr/>
          </p:nvSpPr>
          <p:spPr>
            <a:xfrm>
              <a:off x="6177174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6" name="任意多边形: 形状 1855"/>
            <p:cNvSpPr/>
            <p:nvPr/>
          </p:nvSpPr>
          <p:spPr>
            <a:xfrm>
              <a:off x="6267937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7" name="任意多边形: 形状 1856"/>
            <p:cNvSpPr/>
            <p:nvPr/>
          </p:nvSpPr>
          <p:spPr>
            <a:xfrm>
              <a:off x="6365182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8" name="任意多边形: 形状 1857"/>
            <p:cNvSpPr/>
            <p:nvPr/>
          </p:nvSpPr>
          <p:spPr>
            <a:xfrm>
              <a:off x="6455945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9" name="任意多边形: 形状 1858"/>
            <p:cNvSpPr/>
            <p:nvPr/>
          </p:nvSpPr>
          <p:spPr>
            <a:xfrm>
              <a:off x="6546708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0" name="任意多边形: 形状 1859"/>
            <p:cNvSpPr/>
            <p:nvPr/>
          </p:nvSpPr>
          <p:spPr>
            <a:xfrm>
              <a:off x="6637470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1" name="任意多边形: 形状 1860"/>
            <p:cNvSpPr/>
            <p:nvPr/>
          </p:nvSpPr>
          <p:spPr>
            <a:xfrm>
              <a:off x="6728233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2" name="任意多边形: 形状 1861"/>
            <p:cNvSpPr/>
            <p:nvPr/>
          </p:nvSpPr>
          <p:spPr>
            <a:xfrm>
              <a:off x="6818996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3" name="任意多边形: 形状 1862"/>
            <p:cNvSpPr/>
            <p:nvPr/>
          </p:nvSpPr>
          <p:spPr>
            <a:xfrm>
              <a:off x="6916241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4" name="任意多边形: 形状 1863"/>
            <p:cNvSpPr/>
            <p:nvPr/>
          </p:nvSpPr>
          <p:spPr>
            <a:xfrm>
              <a:off x="7007004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5" name="任意多边形: 形状 1864"/>
            <p:cNvSpPr/>
            <p:nvPr/>
          </p:nvSpPr>
          <p:spPr>
            <a:xfrm>
              <a:off x="7097767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6" name="任意多边形: 形状 1865"/>
            <p:cNvSpPr/>
            <p:nvPr/>
          </p:nvSpPr>
          <p:spPr>
            <a:xfrm>
              <a:off x="7188529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7" name="任意多边形: 形状 1866"/>
            <p:cNvSpPr/>
            <p:nvPr/>
          </p:nvSpPr>
          <p:spPr>
            <a:xfrm>
              <a:off x="7279292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8" name="任意多边形: 形状 1867"/>
            <p:cNvSpPr/>
            <p:nvPr/>
          </p:nvSpPr>
          <p:spPr>
            <a:xfrm>
              <a:off x="7370055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9" name="任意多边形: 形状 1868"/>
            <p:cNvSpPr/>
            <p:nvPr/>
          </p:nvSpPr>
          <p:spPr>
            <a:xfrm>
              <a:off x="7739588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0" name="任意多边形: 形状 1869"/>
            <p:cNvSpPr/>
            <p:nvPr/>
          </p:nvSpPr>
          <p:spPr>
            <a:xfrm>
              <a:off x="7830351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1" name="任意多边形: 形状 1870"/>
            <p:cNvSpPr/>
            <p:nvPr/>
          </p:nvSpPr>
          <p:spPr>
            <a:xfrm>
              <a:off x="7921114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2" name="任意多边形: 形状 1871"/>
            <p:cNvSpPr/>
            <p:nvPr/>
          </p:nvSpPr>
          <p:spPr>
            <a:xfrm>
              <a:off x="8018360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3" name="任意多边形: 形状 1872"/>
            <p:cNvSpPr/>
            <p:nvPr/>
          </p:nvSpPr>
          <p:spPr>
            <a:xfrm>
              <a:off x="8109122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4" name="任意多边形: 形状 1873"/>
            <p:cNvSpPr/>
            <p:nvPr/>
          </p:nvSpPr>
          <p:spPr>
            <a:xfrm>
              <a:off x="8199885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5" name="任意多边形: 形状 1874"/>
            <p:cNvSpPr/>
            <p:nvPr/>
          </p:nvSpPr>
          <p:spPr>
            <a:xfrm>
              <a:off x="8290648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6" name="任意多边形: 形状 1875"/>
            <p:cNvSpPr/>
            <p:nvPr/>
          </p:nvSpPr>
          <p:spPr>
            <a:xfrm>
              <a:off x="8381410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7" name="任意多边形: 形状 1876"/>
            <p:cNvSpPr/>
            <p:nvPr/>
          </p:nvSpPr>
          <p:spPr>
            <a:xfrm>
              <a:off x="8472173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8" name="任意多边形: 形状 1877"/>
            <p:cNvSpPr/>
            <p:nvPr/>
          </p:nvSpPr>
          <p:spPr>
            <a:xfrm>
              <a:off x="8569419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9" name="任意多边形: 形状 1878"/>
            <p:cNvSpPr/>
            <p:nvPr/>
          </p:nvSpPr>
          <p:spPr>
            <a:xfrm>
              <a:off x="8660181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0" name="任意多边形: 形状 1879"/>
            <p:cNvSpPr/>
            <p:nvPr/>
          </p:nvSpPr>
          <p:spPr>
            <a:xfrm>
              <a:off x="8750944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1" name="任意多边形: 形状 1880"/>
            <p:cNvSpPr/>
            <p:nvPr/>
          </p:nvSpPr>
          <p:spPr>
            <a:xfrm>
              <a:off x="8841707" y="353230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2" name="任意多边形: 形状 1881"/>
            <p:cNvSpPr/>
            <p:nvPr/>
          </p:nvSpPr>
          <p:spPr>
            <a:xfrm>
              <a:off x="8932469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3" name="任意多边形: 形状 1882"/>
            <p:cNvSpPr/>
            <p:nvPr/>
          </p:nvSpPr>
          <p:spPr>
            <a:xfrm>
              <a:off x="9023232" y="353230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4" name="任意多边形: 形状 1883"/>
            <p:cNvSpPr/>
            <p:nvPr/>
          </p:nvSpPr>
          <p:spPr>
            <a:xfrm>
              <a:off x="2319760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5" name="任意多边形: 形状 1884"/>
            <p:cNvSpPr/>
            <p:nvPr/>
          </p:nvSpPr>
          <p:spPr>
            <a:xfrm>
              <a:off x="2410523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6" name="任意多边形: 形状 1885"/>
            <p:cNvSpPr/>
            <p:nvPr/>
          </p:nvSpPr>
          <p:spPr>
            <a:xfrm>
              <a:off x="2507769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7" name="任意多边形: 形状 1886"/>
            <p:cNvSpPr/>
            <p:nvPr/>
          </p:nvSpPr>
          <p:spPr>
            <a:xfrm>
              <a:off x="2780057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8" name="任意多边形: 形状 1887"/>
            <p:cNvSpPr/>
            <p:nvPr/>
          </p:nvSpPr>
          <p:spPr>
            <a:xfrm>
              <a:off x="3058828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9" name="任意多边形: 形状 1888"/>
            <p:cNvSpPr/>
            <p:nvPr/>
          </p:nvSpPr>
          <p:spPr>
            <a:xfrm>
              <a:off x="3149590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0" name="任意多边形: 形状 1889"/>
            <p:cNvSpPr/>
            <p:nvPr/>
          </p:nvSpPr>
          <p:spPr>
            <a:xfrm>
              <a:off x="3240353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1" name="任意多边形: 形状 1890"/>
            <p:cNvSpPr/>
            <p:nvPr/>
          </p:nvSpPr>
          <p:spPr>
            <a:xfrm>
              <a:off x="5075056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2" name="任意多边形: 形状 1891"/>
            <p:cNvSpPr/>
            <p:nvPr/>
          </p:nvSpPr>
          <p:spPr>
            <a:xfrm>
              <a:off x="5165818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3" name="任意多边形: 形状 1892"/>
            <p:cNvSpPr/>
            <p:nvPr/>
          </p:nvSpPr>
          <p:spPr>
            <a:xfrm>
              <a:off x="5263064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4" name="任意多边形: 形状 1893"/>
            <p:cNvSpPr/>
            <p:nvPr/>
          </p:nvSpPr>
          <p:spPr>
            <a:xfrm>
              <a:off x="5353827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5" name="任意多边形: 形状 1894"/>
            <p:cNvSpPr/>
            <p:nvPr/>
          </p:nvSpPr>
          <p:spPr>
            <a:xfrm>
              <a:off x="5444589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6" name="任意多边形: 形状 1895"/>
            <p:cNvSpPr/>
            <p:nvPr/>
          </p:nvSpPr>
          <p:spPr>
            <a:xfrm>
              <a:off x="5535352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7" name="任意多边形: 形状 1896"/>
            <p:cNvSpPr/>
            <p:nvPr/>
          </p:nvSpPr>
          <p:spPr>
            <a:xfrm>
              <a:off x="5626115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8" name="任意多边形: 形状 1897"/>
            <p:cNvSpPr/>
            <p:nvPr/>
          </p:nvSpPr>
          <p:spPr>
            <a:xfrm>
              <a:off x="5716877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9" name="任意多边形: 形状 1898"/>
            <p:cNvSpPr/>
            <p:nvPr/>
          </p:nvSpPr>
          <p:spPr>
            <a:xfrm>
              <a:off x="5814123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0" name="任意多边形: 形状 1899"/>
            <p:cNvSpPr/>
            <p:nvPr/>
          </p:nvSpPr>
          <p:spPr>
            <a:xfrm>
              <a:off x="5904886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1" name="任意多边形: 形状 1900"/>
            <p:cNvSpPr/>
            <p:nvPr/>
          </p:nvSpPr>
          <p:spPr>
            <a:xfrm>
              <a:off x="5995649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2" name="任意多边形: 形状 1901"/>
            <p:cNvSpPr/>
            <p:nvPr/>
          </p:nvSpPr>
          <p:spPr>
            <a:xfrm>
              <a:off x="6086411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3" name="任意多边形: 形状 1902"/>
            <p:cNvSpPr/>
            <p:nvPr/>
          </p:nvSpPr>
          <p:spPr>
            <a:xfrm>
              <a:off x="6177174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4" name="任意多边形: 形状 1903"/>
            <p:cNvSpPr/>
            <p:nvPr/>
          </p:nvSpPr>
          <p:spPr>
            <a:xfrm>
              <a:off x="6267937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5" name="任意多边形: 形状 1904"/>
            <p:cNvSpPr/>
            <p:nvPr/>
          </p:nvSpPr>
          <p:spPr>
            <a:xfrm>
              <a:off x="6365182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6" name="任意多边形: 形状 1905"/>
            <p:cNvSpPr/>
            <p:nvPr/>
          </p:nvSpPr>
          <p:spPr>
            <a:xfrm>
              <a:off x="6455945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7" name="任意多边形: 形状 1906"/>
            <p:cNvSpPr/>
            <p:nvPr/>
          </p:nvSpPr>
          <p:spPr>
            <a:xfrm>
              <a:off x="6546708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8" name="任意多边形: 形状 1907"/>
            <p:cNvSpPr/>
            <p:nvPr/>
          </p:nvSpPr>
          <p:spPr>
            <a:xfrm>
              <a:off x="6637470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9" name="任意多边形: 形状 1908"/>
            <p:cNvSpPr/>
            <p:nvPr/>
          </p:nvSpPr>
          <p:spPr>
            <a:xfrm>
              <a:off x="6818996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0" name="任意多边形: 形状 1909"/>
            <p:cNvSpPr/>
            <p:nvPr/>
          </p:nvSpPr>
          <p:spPr>
            <a:xfrm>
              <a:off x="6916241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1" name="任意多边形: 形状 1910"/>
            <p:cNvSpPr/>
            <p:nvPr/>
          </p:nvSpPr>
          <p:spPr>
            <a:xfrm>
              <a:off x="7007004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2" name="任意多边形: 形状 1911"/>
            <p:cNvSpPr/>
            <p:nvPr/>
          </p:nvSpPr>
          <p:spPr>
            <a:xfrm>
              <a:off x="7097767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3" name="任意多边形: 形状 1912"/>
            <p:cNvSpPr/>
            <p:nvPr/>
          </p:nvSpPr>
          <p:spPr>
            <a:xfrm>
              <a:off x="7188529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4" name="任意多边形: 形状 1913"/>
            <p:cNvSpPr/>
            <p:nvPr/>
          </p:nvSpPr>
          <p:spPr>
            <a:xfrm>
              <a:off x="7279292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5" name="任意多边形: 形状 1914"/>
            <p:cNvSpPr/>
            <p:nvPr/>
          </p:nvSpPr>
          <p:spPr>
            <a:xfrm>
              <a:off x="7370055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6" name="任意多边形: 形状 1915"/>
            <p:cNvSpPr/>
            <p:nvPr/>
          </p:nvSpPr>
          <p:spPr>
            <a:xfrm>
              <a:off x="7739588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7" name="任意多边形: 形状 1916"/>
            <p:cNvSpPr/>
            <p:nvPr/>
          </p:nvSpPr>
          <p:spPr>
            <a:xfrm>
              <a:off x="7830351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8" name="任意多边形: 形状 1917"/>
            <p:cNvSpPr/>
            <p:nvPr/>
          </p:nvSpPr>
          <p:spPr>
            <a:xfrm>
              <a:off x="7921114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9" name="任意多边形: 形状 1918"/>
            <p:cNvSpPr/>
            <p:nvPr/>
          </p:nvSpPr>
          <p:spPr>
            <a:xfrm>
              <a:off x="8018360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0" name="任意多边形: 形状 1919"/>
            <p:cNvSpPr/>
            <p:nvPr/>
          </p:nvSpPr>
          <p:spPr>
            <a:xfrm>
              <a:off x="8109122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1" name="任意多边形: 形状 1920"/>
            <p:cNvSpPr/>
            <p:nvPr/>
          </p:nvSpPr>
          <p:spPr>
            <a:xfrm>
              <a:off x="8199885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2" name="任意多边形: 形状 1921"/>
            <p:cNvSpPr/>
            <p:nvPr/>
          </p:nvSpPr>
          <p:spPr>
            <a:xfrm>
              <a:off x="8290648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3" name="任意多边形: 形状 1922"/>
            <p:cNvSpPr/>
            <p:nvPr/>
          </p:nvSpPr>
          <p:spPr>
            <a:xfrm>
              <a:off x="8472173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4" name="任意多边形: 形状 1923"/>
            <p:cNvSpPr/>
            <p:nvPr/>
          </p:nvSpPr>
          <p:spPr>
            <a:xfrm>
              <a:off x="8569419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5" name="任意多边形: 形状 1924"/>
            <p:cNvSpPr/>
            <p:nvPr/>
          </p:nvSpPr>
          <p:spPr>
            <a:xfrm>
              <a:off x="8660181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6" name="任意多边形: 形状 1925"/>
            <p:cNvSpPr/>
            <p:nvPr/>
          </p:nvSpPr>
          <p:spPr>
            <a:xfrm>
              <a:off x="8750944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7" name="任意多边形: 形状 1926"/>
            <p:cNvSpPr/>
            <p:nvPr/>
          </p:nvSpPr>
          <p:spPr>
            <a:xfrm>
              <a:off x="8841707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8" name="任意多边形: 形状 1927"/>
            <p:cNvSpPr/>
            <p:nvPr/>
          </p:nvSpPr>
          <p:spPr>
            <a:xfrm>
              <a:off x="9023232" y="362307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9" name="任意多边形: 形状 1928"/>
            <p:cNvSpPr/>
            <p:nvPr/>
          </p:nvSpPr>
          <p:spPr>
            <a:xfrm>
              <a:off x="9392766" y="362307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0" name="任意多边形: 形状 1929"/>
            <p:cNvSpPr/>
            <p:nvPr/>
          </p:nvSpPr>
          <p:spPr>
            <a:xfrm>
              <a:off x="2410523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1" name="任意多边形: 形状 1930"/>
            <p:cNvSpPr/>
            <p:nvPr/>
          </p:nvSpPr>
          <p:spPr>
            <a:xfrm>
              <a:off x="2507769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2" name="任意多边形: 形状 1931"/>
            <p:cNvSpPr/>
            <p:nvPr/>
          </p:nvSpPr>
          <p:spPr>
            <a:xfrm>
              <a:off x="2598531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3" name="任意多边形: 形状 1932"/>
            <p:cNvSpPr/>
            <p:nvPr/>
          </p:nvSpPr>
          <p:spPr>
            <a:xfrm>
              <a:off x="2689294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4" name="任意多边形: 形状 1933"/>
            <p:cNvSpPr/>
            <p:nvPr/>
          </p:nvSpPr>
          <p:spPr>
            <a:xfrm>
              <a:off x="2780057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5" name="任意多边形: 形状 1934"/>
            <p:cNvSpPr/>
            <p:nvPr/>
          </p:nvSpPr>
          <p:spPr>
            <a:xfrm>
              <a:off x="3240353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6" name="任意多边形: 形状 1935"/>
            <p:cNvSpPr/>
            <p:nvPr/>
          </p:nvSpPr>
          <p:spPr>
            <a:xfrm>
              <a:off x="3331116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7" name="任意多边形: 形状 1936"/>
            <p:cNvSpPr/>
            <p:nvPr/>
          </p:nvSpPr>
          <p:spPr>
            <a:xfrm>
              <a:off x="3421878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8" name="任意多边形: 形状 1937"/>
            <p:cNvSpPr/>
            <p:nvPr/>
          </p:nvSpPr>
          <p:spPr>
            <a:xfrm>
              <a:off x="3512641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9" name="任意多边形: 形状 1938"/>
            <p:cNvSpPr/>
            <p:nvPr/>
          </p:nvSpPr>
          <p:spPr>
            <a:xfrm>
              <a:off x="5075056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0" name="任意多边形: 形状 1939"/>
            <p:cNvSpPr/>
            <p:nvPr/>
          </p:nvSpPr>
          <p:spPr>
            <a:xfrm>
              <a:off x="5165818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1" name="任意多边形: 形状 1940"/>
            <p:cNvSpPr/>
            <p:nvPr/>
          </p:nvSpPr>
          <p:spPr>
            <a:xfrm>
              <a:off x="5263064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2" name="任意多边形: 形状 1941"/>
            <p:cNvSpPr/>
            <p:nvPr/>
          </p:nvSpPr>
          <p:spPr>
            <a:xfrm>
              <a:off x="5353827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3" name="任意多边形: 形状 1942"/>
            <p:cNvSpPr/>
            <p:nvPr/>
          </p:nvSpPr>
          <p:spPr>
            <a:xfrm>
              <a:off x="5444589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4" name="任意多边形: 形状 1943"/>
            <p:cNvSpPr/>
            <p:nvPr/>
          </p:nvSpPr>
          <p:spPr>
            <a:xfrm>
              <a:off x="5535352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5" name="任意多边形: 形状 1944"/>
            <p:cNvSpPr/>
            <p:nvPr/>
          </p:nvSpPr>
          <p:spPr>
            <a:xfrm>
              <a:off x="5626115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6" name="任意多边形: 形状 1945"/>
            <p:cNvSpPr/>
            <p:nvPr/>
          </p:nvSpPr>
          <p:spPr>
            <a:xfrm>
              <a:off x="5716877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7" name="任意多边形: 形状 1946"/>
            <p:cNvSpPr/>
            <p:nvPr/>
          </p:nvSpPr>
          <p:spPr>
            <a:xfrm>
              <a:off x="5814123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8" name="任意多边形: 形状 1947"/>
            <p:cNvSpPr/>
            <p:nvPr/>
          </p:nvSpPr>
          <p:spPr>
            <a:xfrm>
              <a:off x="5904886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9" name="任意多边形: 形状 1948"/>
            <p:cNvSpPr/>
            <p:nvPr/>
          </p:nvSpPr>
          <p:spPr>
            <a:xfrm>
              <a:off x="5995649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0" name="任意多边形: 形状 1949"/>
            <p:cNvSpPr/>
            <p:nvPr/>
          </p:nvSpPr>
          <p:spPr>
            <a:xfrm>
              <a:off x="6086411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1" name="任意多边形: 形状 1950"/>
            <p:cNvSpPr/>
            <p:nvPr/>
          </p:nvSpPr>
          <p:spPr>
            <a:xfrm>
              <a:off x="6177174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2" name="任意多边形: 形状 1951"/>
            <p:cNvSpPr/>
            <p:nvPr/>
          </p:nvSpPr>
          <p:spPr>
            <a:xfrm>
              <a:off x="6267937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3" name="任意多边形: 形状 1952"/>
            <p:cNvSpPr/>
            <p:nvPr/>
          </p:nvSpPr>
          <p:spPr>
            <a:xfrm>
              <a:off x="6365182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4" name="任意多边形: 形状 1953"/>
            <p:cNvSpPr/>
            <p:nvPr/>
          </p:nvSpPr>
          <p:spPr>
            <a:xfrm>
              <a:off x="6455945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5" name="任意多边形: 形状 1954"/>
            <p:cNvSpPr/>
            <p:nvPr/>
          </p:nvSpPr>
          <p:spPr>
            <a:xfrm>
              <a:off x="6546708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6" name="任意多边形: 形状 1955"/>
            <p:cNvSpPr/>
            <p:nvPr/>
          </p:nvSpPr>
          <p:spPr>
            <a:xfrm>
              <a:off x="6637470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7" name="任意多边形: 形状 1956"/>
            <p:cNvSpPr/>
            <p:nvPr/>
          </p:nvSpPr>
          <p:spPr>
            <a:xfrm>
              <a:off x="6728233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8" name="任意多边形: 形状 1957"/>
            <p:cNvSpPr/>
            <p:nvPr/>
          </p:nvSpPr>
          <p:spPr>
            <a:xfrm>
              <a:off x="6916241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9" name="任意多边形: 形状 1958"/>
            <p:cNvSpPr/>
            <p:nvPr/>
          </p:nvSpPr>
          <p:spPr>
            <a:xfrm>
              <a:off x="7007004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0" name="任意多边形: 形状 1959"/>
            <p:cNvSpPr/>
            <p:nvPr/>
          </p:nvSpPr>
          <p:spPr>
            <a:xfrm>
              <a:off x="7097767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1" name="任意多边形: 形状 1960"/>
            <p:cNvSpPr/>
            <p:nvPr/>
          </p:nvSpPr>
          <p:spPr>
            <a:xfrm>
              <a:off x="7188529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2" name="任意多边形: 形状 1961"/>
            <p:cNvSpPr/>
            <p:nvPr/>
          </p:nvSpPr>
          <p:spPr>
            <a:xfrm>
              <a:off x="7279292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3" name="任意多边形: 形状 1962"/>
            <p:cNvSpPr/>
            <p:nvPr/>
          </p:nvSpPr>
          <p:spPr>
            <a:xfrm>
              <a:off x="7370055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4" name="任意多边形: 形状 1963"/>
            <p:cNvSpPr/>
            <p:nvPr/>
          </p:nvSpPr>
          <p:spPr>
            <a:xfrm>
              <a:off x="7921114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5" name="任意多边形: 形状 1964"/>
            <p:cNvSpPr/>
            <p:nvPr/>
          </p:nvSpPr>
          <p:spPr>
            <a:xfrm>
              <a:off x="8018360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6" name="任意多边形: 形状 1965"/>
            <p:cNvSpPr/>
            <p:nvPr/>
          </p:nvSpPr>
          <p:spPr>
            <a:xfrm>
              <a:off x="8109122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7" name="任意多边形: 形状 1966"/>
            <p:cNvSpPr/>
            <p:nvPr/>
          </p:nvSpPr>
          <p:spPr>
            <a:xfrm>
              <a:off x="8199885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8" name="任意多边形: 形状 1967"/>
            <p:cNvSpPr/>
            <p:nvPr/>
          </p:nvSpPr>
          <p:spPr>
            <a:xfrm>
              <a:off x="8569419" y="372031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9" name="任意多边形: 形状 1968"/>
            <p:cNvSpPr/>
            <p:nvPr/>
          </p:nvSpPr>
          <p:spPr>
            <a:xfrm>
              <a:off x="8660181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0" name="任意多边形: 形状 1969"/>
            <p:cNvSpPr/>
            <p:nvPr/>
          </p:nvSpPr>
          <p:spPr>
            <a:xfrm>
              <a:off x="8750944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1" name="任意多边形: 形状 1970"/>
            <p:cNvSpPr/>
            <p:nvPr/>
          </p:nvSpPr>
          <p:spPr>
            <a:xfrm>
              <a:off x="8841707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2" name="任意多边形: 形状 1971"/>
            <p:cNvSpPr/>
            <p:nvPr/>
          </p:nvSpPr>
          <p:spPr>
            <a:xfrm>
              <a:off x="9392766" y="372031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3" name="任意多边形: 形状 1972"/>
            <p:cNvSpPr/>
            <p:nvPr/>
          </p:nvSpPr>
          <p:spPr>
            <a:xfrm>
              <a:off x="2507769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4" name="任意多边形: 形状 1973"/>
            <p:cNvSpPr/>
            <p:nvPr/>
          </p:nvSpPr>
          <p:spPr>
            <a:xfrm>
              <a:off x="2598531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5" name="任意多边形: 形状 1974"/>
            <p:cNvSpPr/>
            <p:nvPr/>
          </p:nvSpPr>
          <p:spPr>
            <a:xfrm>
              <a:off x="2689294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6" name="任意多边形: 形状 1975"/>
            <p:cNvSpPr/>
            <p:nvPr/>
          </p:nvSpPr>
          <p:spPr>
            <a:xfrm>
              <a:off x="2780057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7" name="任意多边形: 形状 1976"/>
            <p:cNvSpPr/>
            <p:nvPr/>
          </p:nvSpPr>
          <p:spPr>
            <a:xfrm>
              <a:off x="2870819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8" name="任意多边形: 形状 1977"/>
            <p:cNvSpPr/>
            <p:nvPr/>
          </p:nvSpPr>
          <p:spPr>
            <a:xfrm>
              <a:off x="5075056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9" name="任意多边形: 形状 1978"/>
            <p:cNvSpPr/>
            <p:nvPr/>
          </p:nvSpPr>
          <p:spPr>
            <a:xfrm>
              <a:off x="5165818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0" name="任意多边形: 形状 1979"/>
            <p:cNvSpPr/>
            <p:nvPr/>
          </p:nvSpPr>
          <p:spPr>
            <a:xfrm>
              <a:off x="5263064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1" name="任意多边形: 形状 1980"/>
            <p:cNvSpPr/>
            <p:nvPr/>
          </p:nvSpPr>
          <p:spPr>
            <a:xfrm>
              <a:off x="5353827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2" name="任意多边形: 形状 1981"/>
            <p:cNvSpPr/>
            <p:nvPr/>
          </p:nvSpPr>
          <p:spPr>
            <a:xfrm>
              <a:off x="5444589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3" name="任意多边形: 形状 1982"/>
            <p:cNvSpPr/>
            <p:nvPr/>
          </p:nvSpPr>
          <p:spPr>
            <a:xfrm>
              <a:off x="5535352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4" name="任意多边形: 形状 1983"/>
            <p:cNvSpPr/>
            <p:nvPr/>
          </p:nvSpPr>
          <p:spPr>
            <a:xfrm>
              <a:off x="5626115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5" name="任意多边形: 形状 1984"/>
            <p:cNvSpPr/>
            <p:nvPr/>
          </p:nvSpPr>
          <p:spPr>
            <a:xfrm>
              <a:off x="5716877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6" name="任意多边形: 形状 1985"/>
            <p:cNvSpPr/>
            <p:nvPr/>
          </p:nvSpPr>
          <p:spPr>
            <a:xfrm>
              <a:off x="5814123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7" name="任意多边形: 形状 1986"/>
            <p:cNvSpPr/>
            <p:nvPr/>
          </p:nvSpPr>
          <p:spPr>
            <a:xfrm>
              <a:off x="5904886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8" name="任意多边形: 形状 1987"/>
            <p:cNvSpPr/>
            <p:nvPr/>
          </p:nvSpPr>
          <p:spPr>
            <a:xfrm>
              <a:off x="5995649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9" name="任意多边形: 形状 1988"/>
            <p:cNvSpPr/>
            <p:nvPr/>
          </p:nvSpPr>
          <p:spPr>
            <a:xfrm>
              <a:off x="6086411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0" name="任意多边形: 形状 1989"/>
            <p:cNvSpPr/>
            <p:nvPr/>
          </p:nvSpPr>
          <p:spPr>
            <a:xfrm>
              <a:off x="6177174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1" name="任意多边形: 形状 1990"/>
            <p:cNvSpPr/>
            <p:nvPr/>
          </p:nvSpPr>
          <p:spPr>
            <a:xfrm>
              <a:off x="6267937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2" name="任意多边形: 形状 1991"/>
            <p:cNvSpPr/>
            <p:nvPr/>
          </p:nvSpPr>
          <p:spPr>
            <a:xfrm>
              <a:off x="6365182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3" name="任意多边形: 形状 1992"/>
            <p:cNvSpPr/>
            <p:nvPr/>
          </p:nvSpPr>
          <p:spPr>
            <a:xfrm>
              <a:off x="6455945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4" name="任意多边形: 形状 1993"/>
            <p:cNvSpPr/>
            <p:nvPr/>
          </p:nvSpPr>
          <p:spPr>
            <a:xfrm>
              <a:off x="6546708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5" name="任意多边形: 形状 1994"/>
            <p:cNvSpPr/>
            <p:nvPr/>
          </p:nvSpPr>
          <p:spPr>
            <a:xfrm>
              <a:off x="6637470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6" name="任意多边形: 形状 1995"/>
            <p:cNvSpPr/>
            <p:nvPr/>
          </p:nvSpPr>
          <p:spPr>
            <a:xfrm>
              <a:off x="6728233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7" name="任意多边形: 形状 1996"/>
            <p:cNvSpPr/>
            <p:nvPr/>
          </p:nvSpPr>
          <p:spPr>
            <a:xfrm>
              <a:off x="6916241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8" name="任意多边形: 形状 1997"/>
            <p:cNvSpPr/>
            <p:nvPr/>
          </p:nvSpPr>
          <p:spPr>
            <a:xfrm>
              <a:off x="7007004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9" name="任意多边形: 形状 1998"/>
            <p:cNvSpPr/>
            <p:nvPr/>
          </p:nvSpPr>
          <p:spPr>
            <a:xfrm>
              <a:off x="7097767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0" name="任意多边形: 形状 1999"/>
            <p:cNvSpPr/>
            <p:nvPr/>
          </p:nvSpPr>
          <p:spPr>
            <a:xfrm>
              <a:off x="7188529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1" name="任意多边形: 形状 2000"/>
            <p:cNvSpPr/>
            <p:nvPr/>
          </p:nvSpPr>
          <p:spPr>
            <a:xfrm>
              <a:off x="7921114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2" name="任意多边形: 形状 2001"/>
            <p:cNvSpPr/>
            <p:nvPr/>
          </p:nvSpPr>
          <p:spPr>
            <a:xfrm>
              <a:off x="8018360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3" name="任意多边形: 形状 2002"/>
            <p:cNvSpPr/>
            <p:nvPr/>
          </p:nvSpPr>
          <p:spPr>
            <a:xfrm>
              <a:off x="8109122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4" name="任意多边形: 形状 2003"/>
            <p:cNvSpPr/>
            <p:nvPr/>
          </p:nvSpPr>
          <p:spPr>
            <a:xfrm>
              <a:off x="8660181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5" name="任意多边形: 形状 2004"/>
            <p:cNvSpPr/>
            <p:nvPr/>
          </p:nvSpPr>
          <p:spPr>
            <a:xfrm>
              <a:off x="8750944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6" name="任意多边形: 形状 2005"/>
            <p:cNvSpPr/>
            <p:nvPr/>
          </p:nvSpPr>
          <p:spPr>
            <a:xfrm>
              <a:off x="8841707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7" name="任意多边形: 形状 2006"/>
            <p:cNvSpPr/>
            <p:nvPr/>
          </p:nvSpPr>
          <p:spPr>
            <a:xfrm>
              <a:off x="8932469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8" name="任意多边形: 形状 2007"/>
            <p:cNvSpPr/>
            <p:nvPr/>
          </p:nvSpPr>
          <p:spPr>
            <a:xfrm>
              <a:off x="9023232" y="381108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9" name="任意多边形: 形状 2008"/>
            <p:cNvSpPr/>
            <p:nvPr/>
          </p:nvSpPr>
          <p:spPr>
            <a:xfrm>
              <a:off x="9392766" y="381108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0" name="任意多边形: 形状 2009"/>
            <p:cNvSpPr/>
            <p:nvPr/>
          </p:nvSpPr>
          <p:spPr>
            <a:xfrm>
              <a:off x="2780057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1" name="任意多边形: 形状 2010"/>
            <p:cNvSpPr/>
            <p:nvPr/>
          </p:nvSpPr>
          <p:spPr>
            <a:xfrm>
              <a:off x="2870819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2" name="任意多边形: 形状 2011"/>
            <p:cNvSpPr/>
            <p:nvPr/>
          </p:nvSpPr>
          <p:spPr>
            <a:xfrm>
              <a:off x="5075056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3" name="任意多边形: 形状 2012"/>
            <p:cNvSpPr/>
            <p:nvPr/>
          </p:nvSpPr>
          <p:spPr>
            <a:xfrm>
              <a:off x="5165818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4" name="任意多边形: 形状 2013"/>
            <p:cNvSpPr/>
            <p:nvPr/>
          </p:nvSpPr>
          <p:spPr>
            <a:xfrm>
              <a:off x="5263064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5" name="任意多边形: 形状 2014"/>
            <p:cNvSpPr/>
            <p:nvPr/>
          </p:nvSpPr>
          <p:spPr>
            <a:xfrm>
              <a:off x="5353827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6" name="任意多边形: 形状 2015"/>
            <p:cNvSpPr/>
            <p:nvPr/>
          </p:nvSpPr>
          <p:spPr>
            <a:xfrm>
              <a:off x="5444589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7" name="任意多边形: 形状 2016"/>
            <p:cNvSpPr/>
            <p:nvPr/>
          </p:nvSpPr>
          <p:spPr>
            <a:xfrm>
              <a:off x="5535352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8" name="任意多边形: 形状 2017"/>
            <p:cNvSpPr/>
            <p:nvPr/>
          </p:nvSpPr>
          <p:spPr>
            <a:xfrm>
              <a:off x="5626115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9" name="任意多边形: 形状 2018"/>
            <p:cNvSpPr/>
            <p:nvPr/>
          </p:nvSpPr>
          <p:spPr>
            <a:xfrm>
              <a:off x="5716877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0" name="任意多边形: 形状 2019"/>
            <p:cNvSpPr/>
            <p:nvPr/>
          </p:nvSpPr>
          <p:spPr>
            <a:xfrm>
              <a:off x="5814123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1" name="任意多边形: 形状 2020"/>
            <p:cNvSpPr/>
            <p:nvPr/>
          </p:nvSpPr>
          <p:spPr>
            <a:xfrm>
              <a:off x="5904886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2" name="任意多边形: 形状 2021"/>
            <p:cNvSpPr/>
            <p:nvPr/>
          </p:nvSpPr>
          <p:spPr>
            <a:xfrm>
              <a:off x="5995649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3" name="任意多边形: 形状 2022"/>
            <p:cNvSpPr/>
            <p:nvPr/>
          </p:nvSpPr>
          <p:spPr>
            <a:xfrm>
              <a:off x="6086411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4" name="任意多边形: 形状 2023"/>
            <p:cNvSpPr/>
            <p:nvPr/>
          </p:nvSpPr>
          <p:spPr>
            <a:xfrm>
              <a:off x="6177174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5" name="任意多边形: 形状 2024"/>
            <p:cNvSpPr/>
            <p:nvPr/>
          </p:nvSpPr>
          <p:spPr>
            <a:xfrm>
              <a:off x="6267937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6" name="任意多边形: 形状 2025"/>
            <p:cNvSpPr/>
            <p:nvPr/>
          </p:nvSpPr>
          <p:spPr>
            <a:xfrm>
              <a:off x="6365182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7" name="任意多边形: 形状 2026"/>
            <p:cNvSpPr/>
            <p:nvPr/>
          </p:nvSpPr>
          <p:spPr>
            <a:xfrm>
              <a:off x="6455945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8" name="任意多边形: 形状 2027"/>
            <p:cNvSpPr/>
            <p:nvPr/>
          </p:nvSpPr>
          <p:spPr>
            <a:xfrm>
              <a:off x="6546708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9" name="任意多边形: 形状 2028"/>
            <p:cNvSpPr/>
            <p:nvPr/>
          </p:nvSpPr>
          <p:spPr>
            <a:xfrm>
              <a:off x="6637470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0" name="任意多边形: 形状 2029"/>
            <p:cNvSpPr/>
            <p:nvPr/>
          </p:nvSpPr>
          <p:spPr>
            <a:xfrm>
              <a:off x="6728233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1" name="任意多边形: 形状 2030"/>
            <p:cNvSpPr/>
            <p:nvPr/>
          </p:nvSpPr>
          <p:spPr>
            <a:xfrm>
              <a:off x="6818996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2" name="任意多边形: 形状 2031"/>
            <p:cNvSpPr/>
            <p:nvPr/>
          </p:nvSpPr>
          <p:spPr>
            <a:xfrm>
              <a:off x="7007004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3" name="任意多边形: 形状 2032"/>
            <p:cNvSpPr/>
            <p:nvPr/>
          </p:nvSpPr>
          <p:spPr>
            <a:xfrm>
              <a:off x="8018360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4" name="任意多边形: 形状 2033"/>
            <p:cNvSpPr/>
            <p:nvPr/>
          </p:nvSpPr>
          <p:spPr>
            <a:xfrm>
              <a:off x="7921114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5" name="任意多边形: 形状 2034"/>
            <p:cNvSpPr/>
            <p:nvPr/>
          </p:nvSpPr>
          <p:spPr>
            <a:xfrm>
              <a:off x="8109122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6" name="任意多边形: 形状 2035"/>
            <p:cNvSpPr/>
            <p:nvPr/>
          </p:nvSpPr>
          <p:spPr>
            <a:xfrm>
              <a:off x="8660181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7" name="任意多边形: 形状 2036"/>
            <p:cNvSpPr/>
            <p:nvPr/>
          </p:nvSpPr>
          <p:spPr>
            <a:xfrm>
              <a:off x="8750944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8" name="任意多边形: 形状 2037"/>
            <p:cNvSpPr/>
            <p:nvPr/>
          </p:nvSpPr>
          <p:spPr>
            <a:xfrm>
              <a:off x="8841707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9" name="任意多边形: 形状 2038"/>
            <p:cNvSpPr/>
            <p:nvPr/>
          </p:nvSpPr>
          <p:spPr>
            <a:xfrm>
              <a:off x="8932469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0" name="任意多边形: 形状 2039"/>
            <p:cNvSpPr/>
            <p:nvPr/>
          </p:nvSpPr>
          <p:spPr>
            <a:xfrm>
              <a:off x="9023232" y="390184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1" name="任意多边形: 形状 2040"/>
            <p:cNvSpPr/>
            <p:nvPr/>
          </p:nvSpPr>
          <p:spPr>
            <a:xfrm>
              <a:off x="9483528" y="390184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2" name="任意多边形: 形状 2041"/>
            <p:cNvSpPr/>
            <p:nvPr/>
          </p:nvSpPr>
          <p:spPr>
            <a:xfrm>
              <a:off x="2870819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3" name="任意多边形: 形状 2042"/>
            <p:cNvSpPr/>
            <p:nvPr/>
          </p:nvSpPr>
          <p:spPr>
            <a:xfrm>
              <a:off x="3240353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4" name="任意多边形: 形状 2043"/>
            <p:cNvSpPr/>
            <p:nvPr/>
          </p:nvSpPr>
          <p:spPr>
            <a:xfrm>
              <a:off x="3331116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5" name="任意多边形: 形状 2044"/>
            <p:cNvSpPr/>
            <p:nvPr/>
          </p:nvSpPr>
          <p:spPr>
            <a:xfrm>
              <a:off x="3421878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6" name="任意多边形: 形状 2045"/>
            <p:cNvSpPr/>
            <p:nvPr/>
          </p:nvSpPr>
          <p:spPr>
            <a:xfrm>
              <a:off x="3512641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7" name="任意多边形: 形状 2046"/>
            <p:cNvSpPr/>
            <p:nvPr/>
          </p:nvSpPr>
          <p:spPr>
            <a:xfrm>
              <a:off x="3609887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8" name="任意多边形: 形状 2047"/>
            <p:cNvSpPr/>
            <p:nvPr/>
          </p:nvSpPr>
          <p:spPr>
            <a:xfrm>
              <a:off x="5165818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9" name="任意多边形: 形状 2048"/>
            <p:cNvSpPr/>
            <p:nvPr/>
          </p:nvSpPr>
          <p:spPr>
            <a:xfrm>
              <a:off x="5263064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0" name="任意多边形: 形状 2049"/>
            <p:cNvSpPr/>
            <p:nvPr/>
          </p:nvSpPr>
          <p:spPr>
            <a:xfrm>
              <a:off x="5353827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1" name="任意多边形: 形状 2050"/>
            <p:cNvSpPr/>
            <p:nvPr/>
          </p:nvSpPr>
          <p:spPr>
            <a:xfrm>
              <a:off x="5444589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2" name="任意多边形: 形状 2051"/>
            <p:cNvSpPr/>
            <p:nvPr/>
          </p:nvSpPr>
          <p:spPr>
            <a:xfrm>
              <a:off x="5535352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3" name="任意多边形: 形状 2052"/>
            <p:cNvSpPr/>
            <p:nvPr/>
          </p:nvSpPr>
          <p:spPr>
            <a:xfrm>
              <a:off x="5626115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4" name="任意多边形: 形状 2053"/>
            <p:cNvSpPr/>
            <p:nvPr/>
          </p:nvSpPr>
          <p:spPr>
            <a:xfrm>
              <a:off x="5716877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5" name="任意多边形: 形状 2054"/>
            <p:cNvSpPr/>
            <p:nvPr/>
          </p:nvSpPr>
          <p:spPr>
            <a:xfrm>
              <a:off x="5814123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6" name="任意多边形: 形状 2055"/>
            <p:cNvSpPr/>
            <p:nvPr/>
          </p:nvSpPr>
          <p:spPr>
            <a:xfrm>
              <a:off x="5904886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7" name="任意多边形: 形状 2056"/>
            <p:cNvSpPr/>
            <p:nvPr/>
          </p:nvSpPr>
          <p:spPr>
            <a:xfrm>
              <a:off x="5995649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8" name="任意多边形: 形状 2057"/>
            <p:cNvSpPr/>
            <p:nvPr/>
          </p:nvSpPr>
          <p:spPr>
            <a:xfrm>
              <a:off x="6086411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9" name="任意多边形: 形状 2058"/>
            <p:cNvSpPr/>
            <p:nvPr/>
          </p:nvSpPr>
          <p:spPr>
            <a:xfrm>
              <a:off x="6177174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0" name="任意多边形: 形状 2059"/>
            <p:cNvSpPr/>
            <p:nvPr/>
          </p:nvSpPr>
          <p:spPr>
            <a:xfrm>
              <a:off x="6267937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1" name="任意多边形: 形状 2060"/>
            <p:cNvSpPr/>
            <p:nvPr/>
          </p:nvSpPr>
          <p:spPr>
            <a:xfrm>
              <a:off x="6365182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2" name="任意多边形: 形状 2061"/>
            <p:cNvSpPr/>
            <p:nvPr/>
          </p:nvSpPr>
          <p:spPr>
            <a:xfrm>
              <a:off x="6455945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3" name="任意多边形: 形状 2062"/>
            <p:cNvSpPr/>
            <p:nvPr/>
          </p:nvSpPr>
          <p:spPr>
            <a:xfrm>
              <a:off x="6546708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4" name="任意多边形: 形状 2063"/>
            <p:cNvSpPr/>
            <p:nvPr/>
          </p:nvSpPr>
          <p:spPr>
            <a:xfrm>
              <a:off x="6637470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5" name="任意多边形: 形状 2064"/>
            <p:cNvSpPr/>
            <p:nvPr/>
          </p:nvSpPr>
          <p:spPr>
            <a:xfrm>
              <a:off x="6728233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6" name="任意多边形: 形状 2065"/>
            <p:cNvSpPr/>
            <p:nvPr/>
          </p:nvSpPr>
          <p:spPr>
            <a:xfrm>
              <a:off x="6818996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7" name="任意多边形: 形状 2066"/>
            <p:cNvSpPr/>
            <p:nvPr/>
          </p:nvSpPr>
          <p:spPr>
            <a:xfrm>
              <a:off x="6916241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8" name="任意多边形: 形状 2067"/>
            <p:cNvSpPr/>
            <p:nvPr/>
          </p:nvSpPr>
          <p:spPr>
            <a:xfrm>
              <a:off x="7097767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9" name="任意多边形: 形状 2068"/>
            <p:cNvSpPr/>
            <p:nvPr/>
          </p:nvSpPr>
          <p:spPr>
            <a:xfrm>
              <a:off x="7188529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0" name="任意多边形: 形状 2069"/>
            <p:cNvSpPr/>
            <p:nvPr/>
          </p:nvSpPr>
          <p:spPr>
            <a:xfrm>
              <a:off x="8018360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1" name="任意多边形: 形状 2070"/>
            <p:cNvSpPr/>
            <p:nvPr/>
          </p:nvSpPr>
          <p:spPr>
            <a:xfrm>
              <a:off x="8109122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2" name="任意多边形: 形状 2071"/>
            <p:cNvSpPr/>
            <p:nvPr/>
          </p:nvSpPr>
          <p:spPr>
            <a:xfrm>
              <a:off x="8660181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3" name="任意多边形: 形状 2072"/>
            <p:cNvSpPr/>
            <p:nvPr/>
          </p:nvSpPr>
          <p:spPr>
            <a:xfrm>
              <a:off x="8841707" y="399260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4" name="任意多边形: 形状 2073"/>
            <p:cNvSpPr/>
            <p:nvPr/>
          </p:nvSpPr>
          <p:spPr>
            <a:xfrm>
              <a:off x="8932469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5" name="任意多边形: 形状 2074"/>
            <p:cNvSpPr/>
            <p:nvPr/>
          </p:nvSpPr>
          <p:spPr>
            <a:xfrm>
              <a:off x="9574291" y="399260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6" name="任意多边形: 形状 2075"/>
            <p:cNvSpPr/>
            <p:nvPr/>
          </p:nvSpPr>
          <p:spPr>
            <a:xfrm>
              <a:off x="2961582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7" name="任意多边形: 形状 2076"/>
            <p:cNvSpPr/>
            <p:nvPr/>
          </p:nvSpPr>
          <p:spPr>
            <a:xfrm>
              <a:off x="3058828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8" name="任意多边形: 形状 2077"/>
            <p:cNvSpPr/>
            <p:nvPr/>
          </p:nvSpPr>
          <p:spPr>
            <a:xfrm>
              <a:off x="3149590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9" name="任意多边形: 形状 2078"/>
            <p:cNvSpPr/>
            <p:nvPr/>
          </p:nvSpPr>
          <p:spPr>
            <a:xfrm>
              <a:off x="3240353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0" name="任意多边形: 形状 2079"/>
            <p:cNvSpPr/>
            <p:nvPr/>
          </p:nvSpPr>
          <p:spPr>
            <a:xfrm>
              <a:off x="3331116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1" name="任意多边形: 形状 2080"/>
            <p:cNvSpPr/>
            <p:nvPr/>
          </p:nvSpPr>
          <p:spPr>
            <a:xfrm>
              <a:off x="3421878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2" name="任意多边形: 形状 2081"/>
            <p:cNvSpPr/>
            <p:nvPr/>
          </p:nvSpPr>
          <p:spPr>
            <a:xfrm>
              <a:off x="3512641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3" name="任意多边形: 形状 2082"/>
            <p:cNvSpPr/>
            <p:nvPr/>
          </p:nvSpPr>
          <p:spPr>
            <a:xfrm>
              <a:off x="3609887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4" name="任意多边形: 形状 2083"/>
            <p:cNvSpPr/>
            <p:nvPr/>
          </p:nvSpPr>
          <p:spPr>
            <a:xfrm>
              <a:off x="3700650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5" name="任意多边形: 形状 2084"/>
            <p:cNvSpPr/>
            <p:nvPr/>
          </p:nvSpPr>
          <p:spPr>
            <a:xfrm>
              <a:off x="5165818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6" name="任意多边形: 形状 2085"/>
            <p:cNvSpPr/>
            <p:nvPr/>
          </p:nvSpPr>
          <p:spPr>
            <a:xfrm>
              <a:off x="5263064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7" name="任意多边形: 形状 2086"/>
            <p:cNvSpPr/>
            <p:nvPr/>
          </p:nvSpPr>
          <p:spPr>
            <a:xfrm>
              <a:off x="5353827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8" name="任意多边形: 形状 2087"/>
            <p:cNvSpPr/>
            <p:nvPr/>
          </p:nvSpPr>
          <p:spPr>
            <a:xfrm>
              <a:off x="5444589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9" name="任意多边形: 形状 2088"/>
            <p:cNvSpPr/>
            <p:nvPr/>
          </p:nvSpPr>
          <p:spPr>
            <a:xfrm>
              <a:off x="5535352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0" name="任意多边形: 形状 2089"/>
            <p:cNvSpPr/>
            <p:nvPr/>
          </p:nvSpPr>
          <p:spPr>
            <a:xfrm>
              <a:off x="5626115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1" name="任意多边形: 形状 2090"/>
            <p:cNvSpPr/>
            <p:nvPr/>
          </p:nvSpPr>
          <p:spPr>
            <a:xfrm>
              <a:off x="5716877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2" name="任意多边形: 形状 2091"/>
            <p:cNvSpPr/>
            <p:nvPr/>
          </p:nvSpPr>
          <p:spPr>
            <a:xfrm>
              <a:off x="5814123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3" name="任意多边形: 形状 2092"/>
            <p:cNvSpPr/>
            <p:nvPr/>
          </p:nvSpPr>
          <p:spPr>
            <a:xfrm>
              <a:off x="5904886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4" name="任意多边形: 形状 2093"/>
            <p:cNvSpPr/>
            <p:nvPr/>
          </p:nvSpPr>
          <p:spPr>
            <a:xfrm>
              <a:off x="5995649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5" name="任意多边形: 形状 2094"/>
            <p:cNvSpPr/>
            <p:nvPr/>
          </p:nvSpPr>
          <p:spPr>
            <a:xfrm>
              <a:off x="6086411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6" name="任意多边形: 形状 2095"/>
            <p:cNvSpPr/>
            <p:nvPr/>
          </p:nvSpPr>
          <p:spPr>
            <a:xfrm>
              <a:off x="6177174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7" name="任意多边形: 形状 2096"/>
            <p:cNvSpPr/>
            <p:nvPr/>
          </p:nvSpPr>
          <p:spPr>
            <a:xfrm>
              <a:off x="6267937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8" name="任意多边形: 形状 2097"/>
            <p:cNvSpPr/>
            <p:nvPr/>
          </p:nvSpPr>
          <p:spPr>
            <a:xfrm>
              <a:off x="6365182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9" name="任意多边形: 形状 2098"/>
            <p:cNvSpPr/>
            <p:nvPr/>
          </p:nvSpPr>
          <p:spPr>
            <a:xfrm>
              <a:off x="6455945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0" name="任意多边形: 形状 2099"/>
            <p:cNvSpPr/>
            <p:nvPr/>
          </p:nvSpPr>
          <p:spPr>
            <a:xfrm>
              <a:off x="6546708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1" name="任意多边形: 形状 2100"/>
            <p:cNvSpPr/>
            <p:nvPr/>
          </p:nvSpPr>
          <p:spPr>
            <a:xfrm>
              <a:off x="6637470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2" name="任意多边形: 形状 2101"/>
            <p:cNvSpPr/>
            <p:nvPr/>
          </p:nvSpPr>
          <p:spPr>
            <a:xfrm>
              <a:off x="6728233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3" name="任意多边形: 形状 2102"/>
            <p:cNvSpPr/>
            <p:nvPr/>
          </p:nvSpPr>
          <p:spPr>
            <a:xfrm>
              <a:off x="6818996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4" name="任意多边形: 形状 2103"/>
            <p:cNvSpPr/>
            <p:nvPr/>
          </p:nvSpPr>
          <p:spPr>
            <a:xfrm>
              <a:off x="6916241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5" name="任意多边形: 形状 2104"/>
            <p:cNvSpPr/>
            <p:nvPr/>
          </p:nvSpPr>
          <p:spPr>
            <a:xfrm>
              <a:off x="7007004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6" name="任意多边形: 形状 2105"/>
            <p:cNvSpPr/>
            <p:nvPr/>
          </p:nvSpPr>
          <p:spPr>
            <a:xfrm>
              <a:off x="7097767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7" name="任意多边形: 形状 2106"/>
            <p:cNvSpPr/>
            <p:nvPr/>
          </p:nvSpPr>
          <p:spPr>
            <a:xfrm>
              <a:off x="8018360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8" name="任意多边形: 形状 2107"/>
            <p:cNvSpPr/>
            <p:nvPr/>
          </p:nvSpPr>
          <p:spPr>
            <a:xfrm>
              <a:off x="8660181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9" name="任意多边形: 形状 2108"/>
            <p:cNvSpPr/>
            <p:nvPr/>
          </p:nvSpPr>
          <p:spPr>
            <a:xfrm>
              <a:off x="8750944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0" name="任意多边形: 形状 2109"/>
            <p:cNvSpPr/>
            <p:nvPr/>
          </p:nvSpPr>
          <p:spPr>
            <a:xfrm>
              <a:off x="9302003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1" name="任意多边形: 形状 2110"/>
            <p:cNvSpPr/>
            <p:nvPr/>
          </p:nvSpPr>
          <p:spPr>
            <a:xfrm>
              <a:off x="9483528" y="408336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2" name="任意多边形: 形状 2111"/>
            <p:cNvSpPr/>
            <p:nvPr/>
          </p:nvSpPr>
          <p:spPr>
            <a:xfrm>
              <a:off x="9574291" y="408336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3" name="任意多边形: 形状 2112"/>
            <p:cNvSpPr/>
            <p:nvPr/>
          </p:nvSpPr>
          <p:spPr>
            <a:xfrm>
              <a:off x="3149590" y="417413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4" name="任意多边形: 形状 2113"/>
            <p:cNvSpPr/>
            <p:nvPr/>
          </p:nvSpPr>
          <p:spPr>
            <a:xfrm>
              <a:off x="3240353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5" name="任意多边形: 形状 2114"/>
            <p:cNvSpPr/>
            <p:nvPr/>
          </p:nvSpPr>
          <p:spPr>
            <a:xfrm>
              <a:off x="3331116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6" name="任意多边形: 形状 2115"/>
            <p:cNvSpPr/>
            <p:nvPr/>
          </p:nvSpPr>
          <p:spPr>
            <a:xfrm>
              <a:off x="3421878" y="417413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7" name="任意多边形: 形状 2116"/>
            <p:cNvSpPr/>
            <p:nvPr/>
          </p:nvSpPr>
          <p:spPr>
            <a:xfrm>
              <a:off x="3512641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8" name="任意多边形: 形状 2117"/>
            <p:cNvSpPr/>
            <p:nvPr/>
          </p:nvSpPr>
          <p:spPr>
            <a:xfrm>
              <a:off x="3609887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9" name="任意多边形: 形状 2118"/>
            <p:cNvSpPr/>
            <p:nvPr/>
          </p:nvSpPr>
          <p:spPr>
            <a:xfrm>
              <a:off x="3700650" y="417413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0" name="任意多边形: 形状 2119"/>
            <p:cNvSpPr/>
            <p:nvPr/>
          </p:nvSpPr>
          <p:spPr>
            <a:xfrm>
              <a:off x="3791412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1" name="任意多边形: 形状 2120"/>
            <p:cNvSpPr/>
            <p:nvPr/>
          </p:nvSpPr>
          <p:spPr>
            <a:xfrm>
              <a:off x="3882175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2" name="任意多边形: 形状 2121"/>
            <p:cNvSpPr/>
            <p:nvPr/>
          </p:nvSpPr>
          <p:spPr>
            <a:xfrm>
              <a:off x="5263064" y="417413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3" name="任意多边形: 形状 2122"/>
            <p:cNvSpPr/>
            <p:nvPr/>
          </p:nvSpPr>
          <p:spPr>
            <a:xfrm>
              <a:off x="5353827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4" name="任意多边形: 形状 2123"/>
            <p:cNvSpPr/>
            <p:nvPr/>
          </p:nvSpPr>
          <p:spPr>
            <a:xfrm>
              <a:off x="5444589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5" name="任意多边形: 形状 2124"/>
            <p:cNvSpPr/>
            <p:nvPr/>
          </p:nvSpPr>
          <p:spPr>
            <a:xfrm>
              <a:off x="5716877" y="417413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6" name="任意多边形: 形状 2125"/>
            <p:cNvSpPr/>
            <p:nvPr/>
          </p:nvSpPr>
          <p:spPr>
            <a:xfrm>
              <a:off x="5814123" y="417413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7" name="任意多边形: 形状 2126"/>
            <p:cNvSpPr/>
            <p:nvPr/>
          </p:nvSpPr>
          <p:spPr>
            <a:xfrm>
              <a:off x="5904886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8" name="任意多边形: 形状 2127"/>
            <p:cNvSpPr/>
            <p:nvPr/>
          </p:nvSpPr>
          <p:spPr>
            <a:xfrm>
              <a:off x="5995649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9" name="任意多边形: 形状 2128"/>
            <p:cNvSpPr/>
            <p:nvPr/>
          </p:nvSpPr>
          <p:spPr>
            <a:xfrm>
              <a:off x="6086411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0" name="任意多边形: 形状 2129"/>
            <p:cNvSpPr/>
            <p:nvPr/>
          </p:nvSpPr>
          <p:spPr>
            <a:xfrm>
              <a:off x="6177174" y="417413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1" name="任意多边形: 形状 2130"/>
            <p:cNvSpPr/>
            <p:nvPr/>
          </p:nvSpPr>
          <p:spPr>
            <a:xfrm>
              <a:off x="6267937" y="417413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2" name="任意多边形: 形状 2131"/>
            <p:cNvSpPr/>
            <p:nvPr/>
          </p:nvSpPr>
          <p:spPr>
            <a:xfrm>
              <a:off x="6365182" y="417413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3" name="任意多边形: 形状 2132"/>
            <p:cNvSpPr/>
            <p:nvPr/>
          </p:nvSpPr>
          <p:spPr>
            <a:xfrm>
              <a:off x="6455945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4" name="任意多边形: 形状 2133"/>
            <p:cNvSpPr/>
            <p:nvPr/>
          </p:nvSpPr>
          <p:spPr>
            <a:xfrm>
              <a:off x="6546708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5" name="任意多边形: 形状 2134"/>
            <p:cNvSpPr/>
            <p:nvPr/>
          </p:nvSpPr>
          <p:spPr>
            <a:xfrm>
              <a:off x="6637470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6" name="任意多边形: 形状 2135"/>
            <p:cNvSpPr/>
            <p:nvPr/>
          </p:nvSpPr>
          <p:spPr>
            <a:xfrm>
              <a:off x="6728233" y="417413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7" name="任意多边形: 形状 2136"/>
            <p:cNvSpPr/>
            <p:nvPr/>
          </p:nvSpPr>
          <p:spPr>
            <a:xfrm>
              <a:off x="6818996" y="417413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8" name="任意多边形: 形状 2137"/>
            <p:cNvSpPr/>
            <p:nvPr/>
          </p:nvSpPr>
          <p:spPr>
            <a:xfrm>
              <a:off x="6916241" y="417413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9" name="任意多边形: 形状 2138"/>
            <p:cNvSpPr/>
            <p:nvPr/>
          </p:nvSpPr>
          <p:spPr>
            <a:xfrm>
              <a:off x="7007004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0" name="任意多边形: 形状 2139"/>
            <p:cNvSpPr/>
            <p:nvPr/>
          </p:nvSpPr>
          <p:spPr>
            <a:xfrm>
              <a:off x="7097767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1" name="任意多边形: 形状 2140"/>
            <p:cNvSpPr/>
            <p:nvPr/>
          </p:nvSpPr>
          <p:spPr>
            <a:xfrm>
              <a:off x="8660181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2" name="任意多边形: 形状 2141"/>
            <p:cNvSpPr/>
            <p:nvPr/>
          </p:nvSpPr>
          <p:spPr>
            <a:xfrm>
              <a:off x="8750944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3" name="任意多边形: 形状 2142"/>
            <p:cNvSpPr/>
            <p:nvPr/>
          </p:nvSpPr>
          <p:spPr>
            <a:xfrm>
              <a:off x="8841707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4" name="任意多边形: 形状 2143"/>
            <p:cNvSpPr/>
            <p:nvPr/>
          </p:nvSpPr>
          <p:spPr>
            <a:xfrm>
              <a:off x="9211240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5" name="任意多边形: 形状 2144"/>
            <p:cNvSpPr/>
            <p:nvPr/>
          </p:nvSpPr>
          <p:spPr>
            <a:xfrm>
              <a:off x="9302003" y="417413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6" name="任意多边形: 形状 2145"/>
            <p:cNvSpPr/>
            <p:nvPr/>
          </p:nvSpPr>
          <p:spPr>
            <a:xfrm>
              <a:off x="3149590" y="42713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7" name="任意多边形: 形状 2146"/>
            <p:cNvSpPr/>
            <p:nvPr/>
          </p:nvSpPr>
          <p:spPr>
            <a:xfrm>
              <a:off x="3240353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8" name="任意多边形: 形状 2147"/>
            <p:cNvSpPr/>
            <p:nvPr/>
          </p:nvSpPr>
          <p:spPr>
            <a:xfrm>
              <a:off x="3331116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9" name="任意多边形: 形状 2148"/>
            <p:cNvSpPr/>
            <p:nvPr/>
          </p:nvSpPr>
          <p:spPr>
            <a:xfrm>
              <a:off x="3421878" y="42713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0" name="任意多边形: 形状 2149"/>
            <p:cNvSpPr/>
            <p:nvPr/>
          </p:nvSpPr>
          <p:spPr>
            <a:xfrm>
              <a:off x="3512641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1" name="任意多边形: 形状 2150"/>
            <p:cNvSpPr/>
            <p:nvPr/>
          </p:nvSpPr>
          <p:spPr>
            <a:xfrm>
              <a:off x="3609887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2" name="任意多边形: 形状 2151"/>
            <p:cNvSpPr/>
            <p:nvPr/>
          </p:nvSpPr>
          <p:spPr>
            <a:xfrm>
              <a:off x="3700650" y="42713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3" name="任意多边形: 形状 2152"/>
            <p:cNvSpPr/>
            <p:nvPr/>
          </p:nvSpPr>
          <p:spPr>
            <a:xfrm>
              <a:off x="3791412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4" name="任意多边形: 形状 2153"/>
            <p:cNvSpPr/>
            <p:nvPr/>
          </p:nvSpPr>
          <p:spPr>
            <a:xfrm>
              <a:off x="3882175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5" name="任意多边形: 形状 2154"/>
            <p:cNvSpPr/>
            <p:nvPr/>
          </p:nvSpPr>
          <p:spPr>
            <a:xfrm>
              <a:off x="3972938" y="42713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6" name="任意多边形: 形状 2155"/>
            <p:cNvSpPr/>
            <p:nvPr/>
          </p:nvSpPr>
          <p:spPr>
            <a:xfrm>
              <a:off x="5904886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7" name="任意多边形: 形状 2156"/>
            <p:cNvSpPr/>
            <p:nvPr/>
          </p:nvSpPr>
          <p:spPr>
            <a:xfrm>
              <a:off x="5995649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8" name="任意多边形: 形状 2157"/>
            <p:cNvSpPr/>
            <p:nvPr/>
          </p:nvSpPr>
          <p:spPr>
            <a:xfrm>
              <a:off x="6086411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9" name="任意多边形: 形状 2158"/>
            <p:cNvSpPr/>
            <p:nvPr/>
          </p:nvSpPr>
          <p:spPr>
            <a:xfrm>
              <a:off x="6177174" y="42713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0" name="任意多边形: 形状 2159"/>
            <p:cNvSpPr/>
            <p:nvPr/>
          </p:nvSpPr>
          <p:spPr>
            <a:xfrm>
              <a:off x="6267937" y="42713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1" name="任意多边形: 形状 2160"/>
            <p:cNvSpPr/>
            <p:nvPr/>
          </p:nvSpPr>
          <p:spPr>
            <a:xfrm>
              <a:off x="6365182" y="42713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2" name="任意多边形: 形状 2161"/>
            <p:cNvSpPr/>
            <p:nvPr/>
          </p:nvSpPr>
          <p:spPr>
            <a:xfrm>
              <a:off x="6455945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3" name="任意多边形: 形状 2162"/>
            <p:cNvSpPr/>
            <p:nvPr/>
          </p:nvSpPr>
          <p:spPr>
            <a:xfrm>
              <a:off x="6546708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4" name="任意多边形: 形状 2163"/>
            <p:cNvSpPr/>
            <p:nvPr/>
          </p:nvSpPr>
          <p:spPr>
            <a:xfrm>
              <a:off x="6637470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5" name="任意多边形: 形状 2164"/>
            <p:cNvSpPr/>
            <p:nvPr/>
          </p:nvSpPr>
          <p:spPr>
            <a:xfrm>
              <a:off x="6728233" y="42713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6" name="任意多边形: 形状 2165"/>
            <p:cNvSpPr/>
            <p:nvPr/>
          </p:nvSpPr>
          <p:spPr>
            <a:xfrm>
              <a:off x="6818996" y="42713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7" name="任意多边形: 形状 2166"/>
            <p:cNvSpPr/>
            <p:nvPr/>
          </p:nvSpPr>
          <p:spPr>
            <a:xfrm>
              <a:off x="6916241" y="42713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8" name="任意多边形: 形状 2167"/>
            <p:cNvSpPr/>
            <p:nvPr/>
          </p:nvSpPr>
          <p:spPr>
            <a:xfrm>
              <a:off x="7007004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9" name="任意多边形: 形状 2168"/>
            <p:cNvSpPr/>
            <p:nvPr/>
          </p:nvSpPr>
          <p:spPr>
            <a:xfrm>
              <a:off x="8660181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0" name="任意多边形: 形状 2169"/>
            <p:cNvSpPr/>
            <p:nvPr/>
          </p:nvSpPr>
          <p:spPr>
            <a:xfrm>
              <a:off x="8750944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1" name="任意多边形: 形状 2170"/>
            <p:cNvSpPr/>
            <p:nvPr/>
          </p:nvSpPr>
          <p:spPr>
            <a:xfrm>
              <a:off x="8841707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2" name="任意多边形: 形状 2171"/>
            <p:cNvSpPr/>
            <p:nvPr/>
          </p:nvSpPr>
          <p:spPr>
            <a:xfrm>
              <a:off x="9120478" y="42713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3" name="任意多边形: 形状 2172"/>
            <p:cNvSpPr/>
            <p:nvPr/>
          </p:nvSpPr>
          <p:spPr>
            <a:xfrm>
              <a:off x="9211240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4" name="任意多边形: 形状 2173"/>
            <p:cNvSpPr/>
            <p:nvPr/>
          </p:nvSpPr>
          <p:spPr>
            <a:xfrm>
              <a:off x="9302003" y="427137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5" name="任意多边形: 形状 2174"/>
            <p:cNvSpPr/>
            <p:nvPr/>
          </p:nvSpPr>
          <p:spPr>
            <a:xfrm>
              <a:off x="9574291" y="427137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6" name="任意多边形: 形状 2175"/>
            <p:cNvSpPr/>
            <p:nvPr/>
          </p:nvSpPr>
          <p:spPr>
            <a:xfrm>
              <a:off x="3058828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7" name="任意多边形: 形状 2176"/>
            <p:cNvSpPr/>
            <p:nvPr/>
          </p:nvSpPr>
          <p:spPr>
            <a:xfrm>
              <a:off x="3149590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8" name="任意多边形: 形状 2177"/>
            <p:cNvSpPr/>
            <p:nvPr/>
          </p:nvSpPr>
          <p:spPr>
            <a:xfrm>
              <a:off x="3240353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9" name="任意多边形: 形状 2178"/>
            <p:cNvSpPr/>
            <p:nvPr/>
          </p:nvSpPr>
          <p:spPr>
            <a:xfrm>
              <a:off x="3331116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0" name="任意多边形: 形状 2179"/>
            <p:cNvSpPr/>
            <p:nvPr/>
          </p:nvSpPr>
          <p:spPr>
            <a:xfrm>
              <a:off x="3421878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1" name="任意多边形: 形状 2180"/>
            <p:cNvSpPr/>
            <p:nvPr/>
          </p:nvSpPr>
          <p:spPr>
            <a:xfrm>
              <a:off x="3512641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2" name="任意多边形: 形状 2181"/>
            <p:cNvSpPr/>
            <p:nvPr/>
          </p:nvSpPr>
          <p:spPr>
            <a:xfrm>
              <a:off x="3609887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3" name="任意多边形: 形状 2182"/>
            <p:cNvSpPr/>
            <p:nvPr/>
          </p:nvSpPr>
          <p:spPr>
            <a:xfrm>
              <a:off x="3700650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4" name="任意多边形: 形状 2183"/>
            <p:cNvSpPr/>
            <p:nvPr/>
          </p:nvSpPr>
          <p:spPr>
            <a:xfrm>
              <a:off x="3791412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5" name="任意多边形: 形状 2184"/>
            <p:cNvSpPr/>
            <p:nvPr/>
          </p:nvSpPr>
          <p:spPr>
            <a:xfrm>
              <a:off x="3882175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6" name="任意多边形: 形状 2185"/>
            <p:cNvSpPr/>
            <p:nvPr/>
          </p:nvSpPr>
          <p:spPr>
            <a:xfrm>
              <a:off x="3972938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7" name="任意多边形: 形状 2186"/>
            <p:cNvSpPr/>
            <p:nvPr/>
          </p:nvSpPr>
          <p:spPr>
            <a:xfrm>
              <a:off x="5904886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8" name="任意多边形: 形状 2187"/>
            <p:cNvSpPr/>
            <p:nvPr/>
          </p:nvSpPr>
          <p:spPr>
            <a:xfrm>
              <a:off x="5995649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9" name="任意多边形: 形状 2188"/>
            <p:cNvSpPr/>
            <p:nvPr/>
          </p:nvSpPr>
          <p:spPr>
            <a:xfrm>
              <a:off x="6086411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0" name="任意多边形: 形状 2189"/>
            <p:cNvSpPr/>
            <p:nvPr/>
          </p:nvSpPr>
          <p:spPr>
            <a:xfrm>
              <a:off x="6177174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1" name="任意多边形: 形状 2190"/>
            <p:cNvSpPr/>
            <p:nvPr/>
          </p:nvSpPr>
          <p:spPr>
            <a:xfrm>
              <a:off x="6267937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2" name="任意多边形: 形状 2191"/>
            <p:cNvSpPr/>
            <p:nvPr/>
          </p:nvSpPr>
          <p:spPr>
            <a:xfrm>
              <a:off x="6365182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3" name="任意多边形: 形状 2192"/>
            <p:cNvSpPr/>
            <p:nvPr/>
          </p:nvSpPr>
          <p:spPr>
            <a:xfrm>
              <a:off x="6455945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4" name="任意多边形: 形状 2193"/>
            <p:cNvSpPr/>
            <p:nvPr/>
          </p:nvSpPr>
          <p:spPr>
            <a:xfrm>
              <a:off x="6546708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5" name="任意多边形: 形状 2194"/>
            <p:cNvSpPr/>
            <p:nvPr/>
          </p:nvSpPr>
          <p:spPr>
            <a:xfrm>
              <a:off x="6637470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6" name="任意多边形: 形状 2195"/>
            <p:cNvSpPr/>
            <p:nvPr/>
          </p:nvSpPr>
          <p:spPr>
            <a:xfrm>
              <a:off x="6728233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7" name="任意多边形: 形状 2196"/>
            <p:cNvSpPr/>
            <p:nvPr/>
          </p:nvSpPr>
          <p:spPr>
            <a:xfrm>
              <a:off x="6818996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8" name="任意多边形: 形状 2197"/>
            <p:cNvSpPr/>
            <p:nvPr/>
          </p:nvSpPr>
          <p:spPr>
            <a:xfrm>
              <a:off x="6916241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9" name="任意多边形: 形状 2198"/>
            <p:cNvSpPr/>
            <p:nvPr/>
          </p:nvSpPr>
          <p:spPr>
            <a:xfrm>
              <a:off x="8750944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0" name="任意多边形: 形状 2199"/>
            <p:cNvSpPr/>
            <p:nvPr/>
          </p:nvSpPr>
          <p:spPr>
            <a:xfrm>
              <a:off x="8841707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1" name="任意多边形: 形状 2200"/>
            <p:cNvSpPr/>
            <p:nvPr/>
          </p:nvSpPr>
          <p:spPr>
            <a:xfrm>
              <a:off x="9023232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2" name="任意多边形: 形状 2201"/>
            <p:cNvSpPr/>
            <p:nvPr/>
          </p:nvSpPr>
          <p:spPr>
            <a:xfrm>
              <a:off x="9120478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3" name="任意多边形: 形状 2202"/>
            <p:cNvSpPr/>
            <p:nvPr/>
          </p:nvSpPr>
          <p:spPr>
            <a:xfrm>
              <a:off x="9211240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4" name="任意多边形: 形状 2203"/>
            <p:cNvSpPr/>
            <p:nvPr/>
          </p:nvSpPr>
          <p:spPr>
            <a:xfrm>
              <a:off x="9302003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5" name="任意多边形: 形状 2204"/>
            <p:cNvSpPr/>
            <p:nvPr/>
          </p:nvSpPr>
          <p:spPr>
            <a:xfrm>
              <a:off x="9483528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6" name="任意多边形: 形状 2205"/>
            <p:cNvSpPr/>
            <p:nvPr/>
          </p:nvSpPr>
          <p:spPr>
            <a:xfrm>
              <a:off x="9671537" y="436213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7" name="任意多边形: 形状 2206"/>
            <p:cNvSpPr/>
            <p:nvPr/>
          </p:nvSpPr>
          <p:spPr>
            <a:xfrm>
              <a:off x="9762299" y="436213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8" name="任意多边形: 形状 2207"/>
            <p:cNvSpPr/>
            <p:nvPr/>
          </p:nvSpPr>
          <p:spPr>
            <a:xfrm>
              <a:off x="3058828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9" name="任意多边形: 形状 2208"/>
            <p:cNvSpPr/>
            <p:nvPr/>
          </p:nvSpPr>
          <p:spPr>
            <a:xfrm>
              <a:off x="3149590" y="445290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0" name="任意多边形: 形状 2209"/>
            <p:cNvSpPr/>
            <p:nvPr/>
          </p:nvSpPr>
          <p:spPr>
            <a:xfrm>
              <a:off x="3240353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1" name="任意多边形: 形状 2210"/>
            <p:cNvSpPr/>
            <p:nvPr/>
          </p:nvSpPr>
          <p:spPr>
            <a:xfrm>
              <a:off x="3331116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2" name="任意多边形: 形状 2211"/>
            <p:cNvSpPr/>
            <p:nvPr/>
          </p:nvSpPr>
          <p:spPr>
            <a:xfrm>
              <a:off x="3421878" y="445290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3" name="任意多边形: 形状 2212"/>
            <p:cNvSpPr/>
            <p:nvPr/>
          </p:nvSpPr>
          <p:spPr>
            <a:xfrm>
              <a:off x="3512641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4" name="任意多边形: 形状 2213"/>
            <p:cNvSpPr/>
            <p:nvPr/>
          </p:nvSpPr>
          <p:spPr>
            <a:xfrm>
              <a:off x="3609887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5" name="任意多边形: 形状 2214"/>
            <p:cNvSpPr/>
            <p:nvPr/>
          </p:nvSpPr>
          <p:spPr>
            <a:xfrm>
              <a:off x="3700650" y="445290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6" name="任意多边形: 形状 2215"/>
            <p:cNvSpPr/>
            <p:nvPr/>
          </p:nvSpPr>
          <p:spPr>
            <a:xfrm>
              <a:off x="3791412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7" name="任意多边形: 形状 2216"/>
            <p:cNvSpPr/>
            <p:nvPr/>
          </p:nvSpPr>
          <p:spPr>
            <a:xfrm>
              <a:off x="3882175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8" name="任意多边形: 形状 2217"/>
            <p:cNvSpPr/>
            <p:nvPr/>
          </p:nvSpPr>
          <p:spPr>
            <a:xfrm>
              <a:off x="3972938" y="445290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9" name="任意多边形: 形状 2218"/>
            <p:cNvSpPr/>
            <p:nvPr/>
          </p:nvSpPr>
          <p:spPr>
            <a:xfrm>
              <a:off x="4063700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0" name="任意多边形: 形状 2219"/>
            <p:cNvSpPr/>
            <p:nvPr/>
          </p:nvSpPr>
          <p:spPr>
            <a:xfrm>
              <a:off x="4160946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1" name="任意多边形: 形状 2220"/>
            <p:cNvSpPr/>
            <p:nvPr/>
          </p:nvSpPr>
          <p:spPr>
            <a:xfrm>
              <a:off x="4251709" y="445290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2" name="任意多边形: 形状 2221"/>
            <p:cNvSpPr/>
            <p:nvPr/>
          </p:nvSpPr>
          <p:spPr>
            <a:xfrm>
              <a:off x="5904886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3" name="任意多边形: 形状 2222"/>
            <p:cNvSpPr/>
            <p:nvPr/>
          </p:nvSpPr>
          <p:spPr>
            <a:xfrm>
              <a:off x="5995649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4" name="任意多边形: 形状 2223"/>
            <p:cNvSpPr/>
            <p:nvPr/>
          </p:nvSpPr>
          <p:spPr>
            <a:xfrm>
              <a:off x="6086411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5" name="任意多边形: 形状 2224"/>
            <p:cNvSpPr/>
            <p:nvPr/>
          </p:nvSpPr>
          <p:spPr>
            <a:xfrm>
              <a:off x="6177174" y="445290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6" name="任意多边形: 形状 2225"/>
            <p:cNvSpPr/>
            <p:nvPr/>
          </p:nvSpPr>
          <p:spPr>
            <a:xfrm>
              <a:off x="6267937" y="445290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7" name="任意多边形: 形状 2226"/>
            <p:cNvSpPr/>
            <p:nvPr/>
          </p:nvSpPr>
          <p:spPr>
            <a:xfrm>
              <a:off x="6365182" y="445290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8" name="任意多边形: 形状 2227"/>
            <p:cNvSpPr/>
            <p:nvPr/>
          </p:nvSpPr>
          <p:spPr>
            <a:xfrm>
              <a:off x="6455945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9" name="任意多边形: 形状 2228"/>
            <p:cNvSpPr/>
            <p:nvPr/>
          </p:nvSpPr>
          <p:spPr>
            <a:xfrm>
              <a:off x="6546708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0" name="任意多边形: 形状 2229"/>
            <p:cNvSpPr/>
            <p:nvPr/>
          </p:nvSpPr>
          <p:spPr>
            <a:xfrm>
              <a:off x="6637470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1" name="任意多边形: 形状 2230"/>
            <p:cNvSpPr/>
            <p:nvPr/>
          </p:nvSpPr>
          <p:spPr>
            <a:xfrm>
              <a:off x="6728233" y="445290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2" name="任意多边形: 形状 2231"/>
            <p:cNvSpPr/>
            <p:nvPr/>
          </p:nvSpPr>
          <p:spPr>
            <a:xfrm>
              <a:off x="6818996" y="445290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3" name="任意多边形: 形状 2232"/>
            <p:cNvSpPr/>
            <p:nvPr/>
          </p:nvSpPr>
          <p:spPr>
            <a:xfrm>
              <a:off x="8750944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4" name="任意多边形: 形状 2233"/>
            <p:cNvSpPr/>
            <p:nvPr/>
          </p:nvSpPr>
          <p:spPr>
            <a:xfrm>
              <a:off x="8841707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5" name="任意多边形: 形状 2234"/>
            <p:cNvSpPr/>
            <p:nvPr/>
          </p:nvSpPr>
          <p:spPr>
            <a:xfrm>
              <a:off x="9120478" y="445290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6" name="任意多边形: 形状 2235"/>
            <p:cNvSpPr/>
            <p:nvPr/>
          </p:nvSpPr>
          <p:spPr>
            <a:xfrm>
              <a:off x="9211240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7" name="任意多边形: 形状 2236"/>
            <p:cNvSpPr/>
            <p:nvPr/>
          </p:nvSpPr>
          <p:spPr>
            <a:xfrm>
              <a:off x="9392766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8" name="任意多边形: 形状 2237"/>
            <p:cNvSpPr/>
            <p:nvPr/>
          </p:nvSpPr>
          <p:spPr>
            <a:xfrm>
              <a:off x="9762299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9" name="任意多边形: 形状 2238"/>
            <p:cNvSpPr/>
            <p:nvPr/>
          </p:nvSpPr>
          <p:spPr>
            <a:xfrm>
              <a:off x="9853062" y="445290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0" name="任意多边形: 形状 2239"/>
            <p:cNvSpPr/>
            <p:nvPr/>
          </p:nvSpPr>
          <p:spPr>
            <a:xfrm>
              <a:off x="9943825" y="445290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1" name="任意多边形: 形状 2240"/>
            <p:cNvSpPr/>
            <p:nvPr/>
          </p:nvSpPr>
          <p:spPr>
            <a:xfrm>
              <a:off x="3058828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2" name="任意多边形: 形状 2241"/>
            <p:cNvSpPr/>
            <p:nvPr/>
          </p:nvSpPr>
          <p:spPr>
            <a:xfrm>
              <a:off x="3149590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3" name="任意多边形: 形状 2242"/>
            <p:cNvSpPr/>
            <p:nvPr/>
          </p:nvSpPr>
          <p:spPr>
            <a:xfrm>
              <a:off x="3240353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4" name="任意多边形: 形状 2243"/>
            <p:cNvSpPr/>
            <p:nvPr/>
          </p:nvSpPr>
          <p:spPr>
            <a:xfrm>
              <a:off x="3331116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5" name="任意多边形: 形状 2244"/>
            <p:cNvSpPr/>
            <p:nvPr/>
          </p:nvSpPr>
          <p:spPr>
            <a:xfrm>
              <a:off x="3421878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6" name="任意多边形: 形状 2245"/>
            <p:cNvSpPr/>
            <p:nvPr/>
          </p:nvSpPr>
          <p:spPr>
            <a:xfrm>
              <a:off x="3512641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7" name="任意多边形: 形状 2246"/>
            <p:cNvSpPr/>
            <p:nvPr/>
          </p:nvSpPr>
          <p:spPr>
            <a:xfrm>
              <a:off x="3609887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8" name="任意多边形: 形状 2247"/>
            <p:cNvSpPr/>
            <p:nvPr/>
          </p:nvSpPr>
          <p:spPr>
            <a:xfrm>
              <a:off x="3700650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9" name="任意多边形: 形状 2248"/>
            <p:cNvSpPr/>
            <p:nvPr/>
          </p:nvSpPr>
          <p:spPr>
            <a:xfrm>
              <a:off x="3791412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0" name="任意多边形: 形状 2249"/>
            <p:cNvSpPr/>
            <p:nvPr/>
          </p:nvSpPr>
          <p:spPr>
            <a:xfrm>
              <a:off x="3882175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1" name="任意多边形: 形状 2250"/>
            <p:cNvSpPr/>
            <p:nvPr/>
          </p:nvSpPr>
          <p:spPr>
            <a:xfrm>
              <a:off x="3972938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2" name="任意多边形: 形状 2251"/>
            <p:cNvSpPr/>
            <p:nvPr/>
          </p:nvSpPr>
          <p:spPr>
            <a:xfrm>
              <a:off x="4063700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3" name="任意多边形: 形状 2252"/>
            <p:cNvSpPr/>
            <p:nvPr/>
          </p:nvSpPr>
          <p:spPr>
            <a:xfrm>
              <a:off x="4160946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4" name="任意多边形: 形状 2253"/>
            <p:cNvSpPr/>
            <p:nvPr/>
          </p:nvSpPr>
          <p:spPr>
            <a:xfrm>
              <a:off x="4251709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5" name="任意多边形: 形状 2254"/>
            <p:cNvSpPr/>
            <p:nvPr/>
          </p:nvSpPr>
          <p:spPr>
            <a:xfrm>
              <a:off x="4342471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6" name="任意多边形: 形状 2255"/>
            <p:cNvSpPr/>
            <p:nvPr/>
          </p:nvSpPr>
          <p:spPr>
            <a:xfrm>
              <a:off x="4433234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7" name="任意多边形: 形状 2256"/>
            <p:cNvSpPr/>
            <p:nvPr/>
          </p:nvSpPr>
          <p:spPr>
            <a:xfrm>
              <a:off x="5995649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8" name="任意多边形: 形状 2257"/>
            <p:cNvSpPr/>
            <p:nvPr/>
          </p:nvSpPr>
          <p:spPr>
            <a:xfrm>
              <a:off x="6086411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9" name="任意多边形: 形状 2258"/>
            <p:cNvSpPr/>
            <p:nvPr/>
          </p:nvSpPr>
          <p:spPr>
            <a:xfrm>
              <a:off x="6177174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0" name="任意多边形: 形状 2259"/>
            <p:cNvSpPr/>
            <p:nvPr/>
          </p:nvSpPr>
          <p:spPr>
            <a:xfrm>
              <a:off x="6267937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1" name="任意多边形: 形状 2260"/>
            <p:cNvSpPr/>
            <p:nvPr/>
          </p:nvSpPr>
          <p:spPr>
            <a:xfrm>
              <a:off x="6365182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2" name="任意多边形: 形状 2261"/>
            <p:cNvSpPr/>
            <p:nvPr/>
          </p:nvSpPr>
          <p:spPr>
            <a:xfrm>
              <a:off x="6455945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3" name="任意多边形: 形状 2262"/>
            <p:cNvSpPr/>
            <p:nvPr/>
          </p:nvSpPr>
          <p:spPr>
            <a:xfrm>
              <a:off x="6546708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4" name="任意多边形: 形状 2263"/>
            <p:cNvSpPr/>
            <p:nvPr/>
          </p:nvSpPr>
          <p:spPr>
            <a:xfrm>
              <a:off x="6637470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5" name="任意多边形: 形状 2264"/>
            <p:cNvSpPr/>
            <p:nvPr/>
          </p:nvSpPr>
          <p:spPr>
            <a:xfrm>
              <a:off x="6728233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6" name="任意多边形: 形状 2265"/>
            <p:cNvSpPr/>
            <p:nvPr/>
          </p:nvSpPr>
          <p:spPr>
            <a:xfrm>
              <a:off x="6818996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7" name="任意多边形: 形状 2266"/>
            <p:cNvSpPr/>
            <p:nvPr/>
          </p:nvSpPr>
          <p:spPr>
            <a:xfrm>
              <a:off x="8841707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8" name="任意多边形: 形状 2267"/>
            <p:cNvSpPr/>
            <p:nvPr/>
          </p:nvSpPr>
          <p:spPr>
            <a:xfrm>
              <a:off x="8932469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9" name="任意多边形: 形状 2268"/>
            <p:cNvSpPr/>
            <p:nvPr/>
          </p:nvSpPr>
          <p:spPr>
            <a:xfrm>
              <a:off x="9392766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0" name="任意多边形: 形状 2269"/>
            <p:cNvSpPr/>
            <p:nvPr/>
          </p:nvSpPr>
          <p:spPr>
            <a:xfrm>
              <a:off x="9483528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1" name="任意多边形: 形状 2270"/>
            <p:cNvSpPr/>
            <p:nvPr/>
          </p:nvSpPr>
          <p:spPr>
            <a:xfrm>
              <a:off x="9853062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2" name="任意多边形: 形状 2271"/>
            <p:cNvSpPr/>
            <p:nvPr/>
          </p:nvSpPr>
          <p:spPr>
            <a:xfrm>
              <a:off x="9943825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3" name="任意多边形: 形状 2272"/>
            <p:cNvSpPr/>
            <p:nvPr/>
          </p:nvSpPr>
          <p:spPr>
            <a:xfrm>
              <a:off x="10034587" y="454366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4" name="任意多边形: 形状 2273"/>
            <p:cNvSpPr/>
            <p:nvPr/>
          </p:nvSpPr>
          <p:spPr>
            <a:xfrm>
              <a:off x="10125350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5" name="任意多边形: 形状 2274"/>
            <p:cNvSpPr/>
            <p:nvPr/>
          </p:nvSpPr>
          <p:spPr>
            <a:xfrm>
              <a:off x="10404121" y="454366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6" name="任意多边形: 形状 2275"/>
            <p:cNvSpPr/>
            <p:nvPr/>
          </p:nvSpPr>
          <p:spPr>
            <a:xfrm>
              <a:off x="3058828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7" name="任意多边形: 形状 2276"/>
            <p:cNvSpPr/>
            <p:nvPr/>
          </p:nvSpPr>
          <p:spPr>
            <a:xfrm>
              <a:off x="3149590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8" name="任意多边形: 形状 2277"/>
            <p:cNvSpPr/>
            <p:nvPr/>
          </p:nvSpPr>
          <p:spPr>
            <a:xfrm>
              <a:off x="3240353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9" name="任意多边形: 形状 2278"/>
            <p:cNvSpPr/>
            <p:nvPr/>
          </p:nvSpPr>
          <p:spPr>
            <a:xfrm>
              <a:off x="3331116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0" name="任意多边形: 形状 2279"/>
            <p:cNvSpPr/>
            <p:nvPr/>
          </p:nvSpPr>
          <p:spPr>
            <a:xfrm>
              <a:off x="3421878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1" name="任意多边形: 形状 2280"/>
            <p:cNvSpPr/>
            <p:nvPr/>
          </p:nvSpPr>
          <p:spPr>
            <a:xfrm>
              <a:off x="3512641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2" name="任意多边形: 形状 2281"/>
            <p:cNvSpPr/>
            <p:nvPr/>
          </p:nvSpPr>
          <p:spPr>
            <a:xfrm>
              <a:off x="3609887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3" name="任意多边形: 形状 2282"/>
            <p:cNvSpPr/>
            <p:nvPr/>
          </p:nvSpPr>
          <p:spPr>
            <a:xfrm>
              <a:off x="3700650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4" name="任意多边形: 形状 2283"/>
            <p:cNvSpPr/>
            <p:nvPr/>
          </p:nvSpPr>
          <p:spPr>
            <a:xfrm>
              <a:off x="3791412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5" name="任意多边形: 形状 2284"/>
            <p:cNvSpPr/>
            <p:nvPr/>
          </p:nvSpPr>
          <p:spPr>
            <a:xfrm>
              <a:off x="3882175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6" name="任意多边形: 形状 2285"/>
            <p:cNvSpPr/>
            <p:nvPr/>
          </p:nvSpPr>
          <p:spPr>
            <a:xfrm>
              <a:off x="3972938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7" name="任意多边形: 形状 2286"/>
            <p:cNvSpPr/>
            <p:nvPr/>
          </p:nvSpPr>
          <p:spPr>
            <a:xfrm>
              <a:off x="4063700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8" name="任意多边形: 形状 2287"/>
            <p:cNvSpPr/>
            <p:nvPr/>
          </p:nvSpPr>
          <p:spPr>
            <a:xfrm>
              <a:off x="4160946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9" name="任意多边形: 形状 2288"/>
            <p:cNvSpPr/>
            <p:nvPr/>
          </p:nvSpPr>
          <p:spPr>
            <a:xfrm>
              <a:off x="4251709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0" name="任意多边形: 形状 2289"/>
            <p:cNvSpPr/>
            <p:nvPr/>
          </p:nvSpPr>
          <p:spPr>
            <a:xfrm>
              <a:off x="4342471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1" name="任意多边形: 形状 2290"/>
            <p:cNvSpPr/>
            <p:nvPr/>
          </p:nvSpPr>
          <p:spPr>
            <a:xfrm>
              <a:off x="4433234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2" name="任意多边形: 形状 2291"/>
            <p:cNvSpPr/>
            <p:nvPr/>
          </p:nvSpPr>
          <p:spPr>
            <a:xfrm>
              <a:off x="5995649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3" name="任意多边形: 形状 2292"/>
            <p:cNvSpPr/>
            <p:nvPr/>
          </p:nvSpPr>
          <p:spPr>
            <a:xfrm>
              <a:off x="6086411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4" name="任意多边形: 形状 2293"/>
            <p:cNvSpPr/>
            <p:nvPr/>
          </p:nvSpPr>
          <p:spPr>
            <a:xfrm>
              <a:off x="6177174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5" name="任意多边形: 形状 2294"/>
            <p:cNvSpPr/>
            <p:nvPr/>
          </p:nvSpPr>
          <p:spPr>
            <a:xfrm>
              <a:off x="6267937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6" name="任意多边形: 形状 2295"/>
            <p:cNvSpPr/>
            <p:nvPr/>
          </p:nvSpPr>
          <p:spPr>
            <a:xfrm>
              <a:off x="6365182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7" name="任意多边形: 形状 2296"/>
            <p:cNvSpPr/>
            <p:nvPr/>
          </p:nvSpPr>
          <p:spPr>
            <a:xfrm>
              <a:off x="6455945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8" name="任意多边形: 形状 2297"/>
            <p:cNvSpPr/>
            <p:nvPr/>
          </p:nvSpPr>
          <p:spPr>
            <a:xfrm>
              <a:off x="6546708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9" name="任意多边形: 形状 2298"/>
            <p:cNvSpPr/>
            <p:nvPr/>
          </p:nvSpPr>
          <p:spPr>
            <a:xfrm>
              <a:off x="6637470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0" name="任意多边形: 形状 2299"/>
            <p:cNvSpPr/>
            <p:nvPr/>
          </p:nvSpPr>
          <p:spPr>
            <a:xfrm>
              <a:off x="6728233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1" name="任意多边形: 形状 2300"/>
            <p:cNvSpPr/>
            <p:nvPr/>
          </p:nvSpPr>
          <p:spPr>
            <a:xfrm>
              <a:off x="6818996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2" name="任意多边形: 形状 2301"/>
            <p:cNvSpPr/>
            <p:nvPr/>
          </p:nvSpPr>
          <p:spPr>
            <a:xfrm>
              <a:off x="8932469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3" name="任意多边形: 形状 2302"/>
            <p:cNvSpPr/>
            <p:nvPr/>
          </p:nvSpPr>
          <p:spPr>
            <a:xfrm>
              <a:off x="9023232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4" name="任意多边形: 形状 2303"/>
            <p:cNvSpPr/>
            <p:nvPr/>
          </p:nvSpPr>
          <p:spPr>
            <a:xfrm>
              <a:off x="9120478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5" name="任意多边形: 形状 2304"/>
            <p:cNvSpPr/>
            <p:nvPr/>
          </p:nvSpPr>
          <p:spPr>
            <a:xfrm>
              <a:off x="9943825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6" name="任意多边形: 形状 2305"/>
            <p:cNvSpPr/>
            <p:nvPr/>
          </p:nvSpPr>
          <p:spPr>
            <a:xfrm>
              <a:off x="10034587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7" name="任意多边形: 形状 2306"/>
            <p:cNvSpPr/>
            <p:nvPr/>
          </p:nvSpPr>
          <p:spPr>
            <a:xfrm>
              <a:off x="10125350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8" name="任意多边形: 形状 2307"/>
            <p:cNvSpPr/>
            <p:nvPr/>
          </p:nvSpPr>
          <p:spPr>
            <a:xfrm>
              <a:off x="10222596" y="463442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9" name="任意多边形: 形状 2308"/>
            <p:cNvSpPr/>
            <p:nvPr/>
          </p:nvSpPr>
          <p:spPr>
            <a:xfrm>
              <a:off x="10494884" y="463442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0" name="任意多边形: 形状 2309"/>
            <p:cNvSpPr/>
            <p:nvPr/>
          </p:nvSpPr>
          <p:spPr>
            <a:xfrm>
              <a:off x="3058828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1" name="任意多边形: 形状 2310"/>
            <p:cNvSpPr/>
            <p:nvPr/>
          </p:nvSpPr>
          <p:spPr>
            <a:xfrm>
              <a:off x="3149590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2" name="任意多边形: 形状 2311"/>
            <p:cNvSpPr/>
            <p:nvPr/>
          </p:nvSpPr>
          <p:spPr>
            <a:xfrm>
              <a:off x="3240353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3" name="任意多边形: 形状 2312"/>
            <p:cNvSpPr/>
            <p:nvPr/>
          </p:nvSpPr>
          <p:spPr>
            <a:xfrm>
              <a:off x="3331116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4" name="任意多边形: 形状 2313"/>
            <p:cNvSpPr/>
            <p:nvPr/>
          </p:nvSpPr>
          <p:spPr>
            <a:xfrm>
              <a:off x="3421878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5" name="任意多边形: 形状 2314"/>
            <p:cNvSpPr/>
            <p:nvPr/>
          </p:nvSpPr>
          <p:spPr>
            <a:xfrm>
              <a:off x="3512641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6" name="任意多边形: 形状 2315"/>
            <p:cNvSpPr/>
            <p:nvPr/>
          </p:nvSpPr>
          <p:spPr>
            <a:xfrm>
              <a:off x="3609887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7" name="任意多边形: 形状 2316"/>
            <p:cNvSpPr/>
            <p:nvPr/>
          </p:nvSpPr>
          <p:spPr>
            <a:xfrm>
              <a:off x="3700650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8" name="任意多边形: 形状 2317"/>
            <p:cNvSpPr/>
            <p:nvPr/>
          </p:nvSpPr>
          <p:spPr>
            <a:xfrm>
              <a:off x="3791412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9" name="任意多边形: 形状 2318"/>
            <p:cNvSpPr/>
            <p:nvPr/>
          </p:nvSpPr>
          <p:spPr>
            <a:xfrm>
              <a:off x="3882175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0" name="任意多边形: 形状 2319"/>
            <p:cNvSpPr/>
            <p:nvPr/>
          </p:nvSpPr>
          <p:spPr>
            <a:xfrm>
              <a:off x="3972938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1" name="任意多边形: 形状 2320"/>
            <p:cNvSpPr/>
            <p:nvPr/>
          </p:nvSpPr>
          <p:spPr>
            <a:xfrm>
              <a:off x="4063700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2" name="任意多边形: 形状 2321"/>
            <p:cNvSpPr/>
            <p:nvPr/>
          </p:nvSpPr>
          <p:spPr>
            <a:xfrm>
              <a:off x="4160946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3" name="任意多边形: 形状 2322"/>
            <p:cNvSpPr/>
            <p:nvPr/>
          </p:nvSpPr>
          <p:spPr>
            <a:xfrm>
              <a:off x="4251709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4" name="任意多边形: 形状 2323"/>
            <p:cNvSpPr/>
            <p:nvPr/>
          </p:nvSpPr>
          <p:spPr>
            <a:xfrm>
              <a:off x="4342471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5" name="任意多边形: 形状 2324"/>
            <p:cNvSpPr/>
            <p:nvPr/>
          </p:nvSpPr>
          <p:spPr>
            <a:xfrm>
              <a:off x="5995649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6" name="任意多边形: 形状 2325"/>
            <p:cNvSpPr/>
            <p:nvPr/>
          </p:nvSpPr>
          <p:spPr>
            <a:xfrm>
              <a:off x="6086411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7" name="任意多边形: 形状 2326"/>
            <p:cNvSpPr/>
            <p:nvPr/>
          </p:nvSpPr>
          <p:spPr>
            <a:xfrm>
              <a:off x="6177174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8" name="任意多边形: 形状 2327"/>
            <p:cNvSpPr/>
            <p:nvPr/>
          </p:nvSpPr>
          <p:spPr>
            <a:xfrm>
              <a:off x="6267937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9" name="任意多边形: 形状 2328"/>
            <p:cNvSpPr/>
            <p:nvPr/>
          </p:nvSpPr>
          <p:spPr>
            <a:xfrm>
              <a:off x="6365182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0" name="任意多边形: 形状 2329"/>
            <p:cNvSpPr/>
            <p:nvPr/>
          </p:nvSpPr>
          <p:spPr>
            <a:xfrm>
              <a:off x="6455945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1" name="任意多边形: 形状 2330"/>
            <p:cNvSpPr/>
            <p:nvPr/>
          </p:nvSpPr>
          <p:spPr>
            <a:xfrm>
              <a:off x="6546708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2" name="任意多边形: 形状 2331"/>
            <p:cNvSpPr/>
            <p:nvPr/>
          </p:nvSpPr>
          <p:spPr>
            <a:xfrm>
              <a:off x="6637470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3" name="任意多边形: 形状 2332"/>
            <p:cNvSpPr/>
            <p:nvPr/>
          </p:nvSpPr>
          <p:spPr>
            <a:xfrm>
              <a:off x="6728233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4" name="任意多边形: 形状 2333"/>
            <p:cNvSpPr/>
            <p:nvPr/>
          </p:nvSpPr>
          <p:spPr>
            <a:xfrm>
              <a:off x="6818996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5" name="任意多边形: 形状 2334"/>
            <p:cNvSpPr/>
            <p:nvPr/>
          </p:nvSpPr>
          <p:spPr>
            <a:xfrm>
              <a:off x="9211240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6" name="任意多边形: 形状 2335"/>
            <p:cNvSpPr/>
            <p:nvPr/>
          </p:nvSpPr>
          <p:spPr>
            <a:xfrm>
              <a:off x="9302003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7" name="任意多边形: 形状 2336"/>
            <p:cNvSpPr/>
            <p:nvPr/>
          </p:nvSpPr>
          <p:spPr>
            <a:xfrm>
              <a:off x="9392766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8" name="任意多边形: 形状 2337"/>
            <p:cNvSpPr/>
            <p:nvPr/>
          </p:nvSpPr>
          <p:spPr>
            <a:xfrm>
              <a:off x="9483528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9" name="任意多边形: 形状 2338"/>
            <p:cNvSpPr/>
            <p:nvPr/>
          </p:nvSpPr>
          <p:spPr>
            <a:xfrm>
              <a:off x="9574291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0" name="任意多边形: 形状 2339"/>
            <p:cNvSpPr/>
            <p:nvPr/>
          </p:nvSpPr>
          <p:spPr>
            <a:xfrm>
              <a:off x="10034587" y="472518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1" name="任意多边形: 形状 2340"/>
            <p:cNvSpPr/>
            <p:nvPr/>
          </p:nvSpPr>
          <p:spPr>
            <a:xfrm>
              <a:off x="10125350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2" name="任意多边形: 形状 2341"/>
            <p:cNvSpPr/>
            <p:nvPr/>
          </p:nvSpPr>
          <p:spPr>
            <a:xfrm>
              <a:off x="10222596" y="472518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3" name="任意多边形: 形状 2342"/>
            <p:cNvSpPr/>
            <p:nvPr/>
          </p:nvSpPr>
          <p:spPr>
            <a:xfrm>
              <a:off x="3149590" y="48224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4" name="任意多边形: 形状 2343"/>
            <p:cNvSpPr/>
            <p:nvPr/>
          </p:nvSpPr>
          <p:spPr>
            <a:xfrm>
              <a:off x="3240353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5" name="任意多边形: 形状 2344"/>
            <p:cNvSpPr/>
            <p:nvPr/>
          </p:nvSpPr>
          <p:spPr>
            <a:xfrm>
              <a:off x="3331116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6" name="任意多边形: 形状 2345"/>
            <p:cNvSpPr/>
            <p:nvPr/>
          </p:nvSpPr>
          <p:spPr>
            <a:xfrm>
              <a:off x="3421878" y="48224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7" name="任意多边形: 形状 2346"/>
            <p:cNvSpPr/>
            <p:nvPr/>
          </p:nvSpPr>
          <p:spPr>
            <a:xfrm>
              <a:off x="3512641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8" name="任意多边形: 形状 2347"/>
            <p:cNvSpPr/>
            <p:nvPr/>
          </p:nvSpPr>
          <p:spPr>
            <a:xfrm>
              <a:off x="3609887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9" name="任意多边形: 形状 2348"/>
            <p:cNvSpPr/>
            <p:nvPr/>
          </p:nvSpPr>
          <p:spPr>
            <a:xfrm>
              <a:off x="3700650" y="48224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0" name="任意多边形: 形状 2349"/>
            <p:cNvSpPr/>
            <p:nvPr/>
          </p:nvSpPr>
          <p:spPr>
            <a:xfrm>
              <a:off x="3791412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1" name="任意多边形: 形状 2350"/>
            <p:cNvSpPr/>
            <p:nvPr/>
          </p:nvSpPr>
          <p:spPr>
            <a:xfrm>
              <a:off x="3882175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2" name="任意多边形: 形状 2351"/>
            <p:cNvSpPr/>
            <p:nvPr/>
          </p:nvSpPr>
          <p:spPr>
            <a:xfrm>
              <a:off x="3972938" y="48224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3" name="任意多边形: 形状 2352"/>
            <p:cNvSpPr/>
            <p:nvPr/>
          </p:nvSpPr>
          <p:spPr>
            <a:xfrm>
              <a:off x="4063700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4" name="任意多边形: 形状 2353"/>
            <p:cNvSpPr/>
            <p:nvPr/>
          </p:nvSpPr>
          <p:spPr>
            <a:xfrm>
              <a:off x="4160946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5" name="任意多边形: 形状 2354"/>
            <p:cNvSpPr/>
            <p:nvPr/>
          </p:nvSpPr>
          <p:spPr>
            <a:xfrm>
              <a:off x="4251709" y="48224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6" name="任意多边形: 形状 2355"/>
            <p:cNvSpPr/>
            <p:nvPr/>
          </p:nvSpPr>
          <p:spPr>
            <a:xfrm>
              <a:off x="4342471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7" name="任意多边形: 形状 2356"/>
            <p:cNvSpPr/>
            <p:nvPr/>
          </p:nvSpPr>
          <p:spPr>
            <a:xfrm>
              <a:off x="5995649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8" name="任意多边形: 形状 2357"/>
            <p:cNvSpPr/>
            <p:nvPr/>
          </p:nvSpPr>
          <p:spPr>
            <a:xfrm>
              <a:off x="6086411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9" name="任意多边形: 形状 2358"/>
            <p:cNvSpPr/>
            <p:nvPr/>
          </p:nvSpPr>
          <p:spPr>
            <a:xfrm>
              <a:off x="6177174" y="48224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0" name="任意多边形: 形状 2359"/>
            <p:cNvSpPr/>
            <p:nvPr/>
          </p:nvSpPr>
          <p:spPr>
            <a:xfrm>
              <a:off x="6267937" y="48224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1" name="任意多边形: 形状 2360"/>
            <p:cNvSpPr/>
            <p:nvPr/>
          </p:nvSpPr>
          <p:spPr>
            <a:xfrm>
              <a:off x="6365182" y="48224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2" name="任意多边形: 形状 2361"/>
            <p:cNvSpPr/>
            <p:nvPr/>
          </p:nvSpPr>
          <p:spPr>
            <a:xfrm>
              <a:off x="6455945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3" name="任意多边形: 形状 2362"/>
            <p:cNvSpPr/>
            <p:nvPr/>
          </p:nvSpPr>
          <p:spPr>
            <a:xfrm>
              <a:off x="6546708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4" name="任意多边形: 形状 2363"/>
            <p:cNvSpPr/>
            <p:nvPr/>
          </p:nvSpPr>
          <p:spPr>
            <a:xfrm>
              <a:off x="6637470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5" name="任意多边形: 形状 2364"/>
            <p:cNvSpPr/>
            <p:nvPr/>
          </p:nvSpPr>
          <p:spPr>
            <a:xfrm>
              <a:off x="6728233" y="48224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6" name="任意多边形: 形状 2365"/>
            <p:cNvSpPr/>
            <p:nvPr/>
          </p:nvSpPr>
          <p:spPr>
            <a:xfrm>
              <a:off x="6818996" y="48224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7" name="任意多边形: 形状 2366"/>
            <p:cNvSpPr/>
            <p:nvPr/>
          </p:nvSpPr>
          <p:spPr>
            <a:xfrm>
              <a:off x="7097767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8" name="任意多边形: 形状 2367"/>
            <p:cNvSpPr/>
            <p:nvPr/>
          </p:nvSpPr>
          <p:spPr>
            <a:xfrm>
              <a:off x="9671537" y="48224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9" name="任意多边形: 形状 2368"/>
            <p:cNvSpPr/>
            <p:nvPr/>
          </p:nvSpPr>
          <p:spPr>
            <a:xfrm>
              <a:off x="9762299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0" name="任意多边形: 形状 2369"/>
            <p:cNvSpPr/>
            <p:nvPr/>
          </p:nvSpPr>
          <p:spPr>
            <a:xfrm>
              <a:off x="10313359" y="482243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1" name="任意多边形: 形状 2370"/>
            <p:cNvSpPr/>
            <p:nvPr/>
          </p:nvSpPr>
          <p:spPr>
            <a:xfrm>
              <a:off x="10676409" y="482243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2" name="任意多边形: 形状 2371"/>
            <p:cNvSpPr/>
            <p:nvPr/>
          </p:nvSpPr>
          <p:spPr>
            <a:xfrm>
              <a:off x="3240353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3" name="任意多边形: 形状 2372"/>
            <p:cNvSpPr/>
            <p:nvPr/>
          </p:nvSpPr>
          <p:spPr>
            <a:xfrm>
              <a:off x="3331116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4" name="任意多边形: 形状 2373"/>
            <p:cNvSpPr/>
            <p:nvPr/>
          </p:nvSpPr>
          <p:spPr>
            <a:xfrm>
              <a:off x="3421878" y="491319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5" name="任意多边形: 形状 2374"/>
            <p:cNvSpPr/>
            <p:nvPr/>
          </p:nvSpPr>
          <p:spPr>
            <a:xfrm>
              <a:off x="3512641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6" name="任意多边形: 形状 2375"/>
            <p:cNvSpPr/>
            <p:nvPr/>
          </p:nvSpPr>
          <p:spPr>
            <a:xfrm>
              <a:off x="3609887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7" name="任意多边形: 形状 2376"/>
            <p:cNvSpPr/>
            <p:nvPr/>
          </p:nvSpPr>
          <p:spPr>
            <a:xfrm>
              <a:off x="3700650" y="491319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8" name="任意多边形: 形状 2377"/>
            <p:cNvSpPr/>
            <p:nvPr/>
          </p:nvSpPr>
          <p:spPr>
            <a:xfrm>
              <a:off x="3791412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9" name="任意多边形: 形状 2378"/>
            <p:cNvSpPr/>
            <p:nvPr/>
          </p:nvSpPr>
          <p:spPr>
            <a:xfrm>
              <a:off x="3882175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0" name="任意多边形: 形状 2379"/>
            <p:cNvSpPr/>
            <p:nvPr/>
          </p:nvSpPr>
          <p:spPr>
            <a:xfrm>
              <a:off x="3972938" y="491319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1" name="任意多边形: 形状 2380"/>
            <p:cNvSpPr/>
            <p:nvPr/>
          </p:nvSpPr>
          <p:spPr>
            <a:xfrm>
              <a:off x="4063700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2" name="任意多边形: 形状 2381"/>
            <p:cNvSpPr/>
            <p:nvPr/>
          </p:nvSpPr>
          <p:spPr>
            <a:xfrm>
              <a:off x="4160946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3" name="任意多边形: 形状 2382"/>
            <p:cNvSpPr/>
            <p:nvPr/>
          </p:nvSpPr>
          <p:spPr>
            <a:xfrm>
              <a:off x="4251709" y="491319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4" name="任意多边形: 形状 2383"/>
            <p:cNvSpPr/>
            <p:nvPr/>
          </p:nvSpPr>
          <p:spPr>
            <a:xfrm>
              <a:off x="4342471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5" name="任意多边形: 形状 2384"/>
            <p:cNvSpPr/>
            <p:nvPr/>
          </p:nvSpPr>
          <p:spPr>
            <a:xfrm>
              <a:off x="5995649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6" name="任意多边形: 形状 2385"/>
            <p:cNvSpPr/>
            <p:nvPr/>
          </p:nvSpPr>
          <p:spPr>
            <a:xfrm>
              <a:off x="6086411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7" name="任意多边形: 形状 2386"/>
            <p:cNvSpPr/>
            <p:nvPr/>
          </p:nvSpPr>
          <p:spPr>
            <a:xfrm>
              <a:off x="6177174" y="491319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8" name="任意多边形: 形状 2387"/>
            <p:cNvSpPr/>
            <p:nvPr/>
          </p:nvSpPr>
          <p:spPr>
            <a:xfrm>
              <a:off x="6267937" y="491319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9" name="任意多边形: 形状 2388"/>
            <p:cNvSpPr/>
            <p:nvPr/>
          </p:nvSpPr>
          <p:spPr>
            <a:xfrm>
              <a:off x="6365182" y="491319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0" name="任意多边形: 形状 2389"/>
            <p:cNvSpPr/>
            <p:nvPr/>
          </p:nvSpPr>
          <p:spPr>
            <a:xfrm>
              <a:off x="6455945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1" name="任意多边形: 形状 2390"/>
            <p:cNvSpPr/>
            <p:nvPr/>
          </p:nvSpPr>
          <p:spPr>
            <a:xfrm>
              <a:off x="6546708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2" name="任意多边形: 形状 2391"/>
            <p:cNvSpPr/>
            <p:nvPr/>
          </p:nvSpPr>
          <p:spPr>
            <a:xfrm>
              <a:off x="6637470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3" name="任意多边形: 形状 2392"/>
            <p:cNvSpPr/>
            <p:nvPr/>
          </p:nvSpPr>
          <p:spPr>
            <a:xfrm>
              <a:off x="6728233" y="491319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4" name="任意多边形: 形状 2393"/>
            <p:cNvSpPr/>
            <p:nvPr/>
          </p:nvSpPr>
          <p:spPr>
            <a:xfrm>
              <a:off x="6818996" y="491319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5" name="任意多边形: 形状 2394"/>
            <p:cNvSpPr/>
            <p:nvPr/>
          </p:nvSpPr>
          <p:spPr>
            <a:xfrm>
              <a:off x="7007004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6" name="任意多边形: 形状 2395"/>
            <p:cNvSpPr/>
            <p:nvPr/>
          </p:nvSpPr>
          <p:spPr>
            <a:xfrm>
              <a:off x="7097767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7" name="任意多边形: 形状 2396"/>
            <p:cNvSpPr/>
            <p:nvPr/>
          </p:nvSpPr>
          <p:spPr>
            <a:xfrm>
              <a:off x="9574291" y="491319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8" name="任意多边形: 形状 2397"/>
            <p:cNvSpPr/>
            <p:nvPr/>
          </p:nvSpPr>
          <p:spPr>
            <a:xfrm>
              <a:off x="9671537" y="491319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9" name="任意多边形: 形状 2398"/>
            <p:cNvSpPr/>
            <p:nvPr/>
          </p:nvSpPr>
          <p:spPr>
            <a:xfrm>
              <a:off x="9762299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0" name="任意多边形: 形状 2399"/>
            <p:cNvSpPr/>
            <p:nvPr/>
          </p:nvSpPr>
          <p:spPr>
            <a:xfrm>
              <a:off x="9853062" y="491319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6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1" name="任意多边形: 形状 2400"/>
            <p:cNvSpPr/>
            <p:nvPr/>
          </p:nvSpPr>
          <p:spPr>
            <a:xfrm>
              <a:off x="10034587" y="491319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2" name="任意多边形: 形状 2401"/>
            <p:cNvSpPr/>
            <p:nvPr/>
          </p:nvSpPr>
          <p:spPr>
            <a:xfrm>
              <a:off x="3331116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3" name="任意多边形: 形状 2402"/>
            <p:cNvSpPr/>
            <p:nvPr/>
          </p:nvSpPr>
          <p:spPr>
            <a:xfrm>
              <a:off x="3421878" y="500396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4" name="任意多边形: 形状 2403"/>
            <p:cNvSpPr/>
            <p:nvPr/>
          </p:nvSpPr>
          <p:spPr>
            <a:xfrm>
              <a:off x="3512641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5" name="任意多边形: 形状 2404"/>
            <p:cNvSpPr/>
            <p:nvPr/>
          </p:nvSpPr>
          <p:spPr>
            <a:xfrm>
              <a:off x="3609887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6" name="任意多边形: 形状 2405"/>
            <p:cNvSpPr/>
            <p:nvPr/>
          </p:nvSpPr>
          <p:spPr>
            <a:xfrm>
              <a:off x="3700650" y="500396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7" name="任意多边形: 形状 2406"/>
            <p:cNvSpPr/>
            <p:nvPr/>
          </p:nvSpPr>
          <p:spPr>
            <a:xfrm>
              <a:off x="3791412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8" name="任意多边形: 形状 2407"/>
            <p:cNvSpPr/>
            <p:nvPr/>
          </p:nvSpPr>
          <p:spPr>
            <a:xfrm>
              <a:off x="3882175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9" name="任意多边形: 形状 2408"/>
            <p:cNvSpPr/>
            <p:nvPr/>
          </p:nvSpPr>
          <p:spPr>
            <a:xfrm>
              <a:off x="3972938" y="500396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0" name="任意多边形: 形状 2409"/>
            <p:cNvSpPr/>
            <p:nvPr/>
          </p:nvSpPr>
          <p:spPr>
            <a:xfrm>
              <a:off x="4063700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1" name="任意多边形: 形状 2410"/>
            <p:cNvSpPr/>
            <p:nvPr/>
          </p:nvSpPr>
          <p:spPr>
            <a:xfrm>
              <a:off x="4160946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2" name="任意多边形: 形状 2411"/>
            <p:cNvSpPr/>
            <p:nvPr/>
          </p:nvSpPr>
          <p:spPr>
            <a:xfrm>
              <a:off x="4251709" y="500396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3" name="任意多边形: 形状 2412"/>
            <p:cNvSpPr/>
            <p:nvPr/>
          </p:nvSpPr>
          <p:spPr>
            <a:xfrm>
              <a:off x="4342471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4" name="任意多边形: 形状 2413"/>
            <p:cNvSpPr/>
            <p:nvPr/>
          </p:nvSpPr>
          <p:spPr>
            <a:xfrm>
              <a:off x="5995649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5" name="任意多边形: 形状 2414"/>
            <p:cNvSpPr/>
            <p:nvPr/>
          </p:nvSpPr>
          <p:spPr>
            <a:xfrm>
              <a:off x="6086411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6" name="任意多边形: 形状 2415"/>
            <p:cNvSpPr/>
            <p:nvPr/>
          </p:nvSpPr>
          <p:spPr>
            <a:xfrm>
              <a:off x="6177174" y="500396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7" name="任意多边形: 形状 2416"/>
            <p:cNvSpPr/>
            <p:nvPr/>
          </p:nvSpPr>
          <p:spPr>
            <a:xfrm>
              <a:off x="6267937" y="500396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8" name="任意多边形: 形状 2417"/>
            <p:cNvSpPr/>
            <p:nvPr/>
          </p:nvSpPr>
          <p:spPr>
            <a:xfrm>
              <a:off x="6365182" y="500396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9" name="任意多边形: 形状 2418"/>
            <p:cNvSpPr/>
            <p:nvPr/>
          </p:nvSpPr>
          <p:spPr>
            <a:xfrm>
              <a:off x="6455945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0" name="任意多边形: 形状 2419"/>
            <p:cNvSpPr/>
            <p:nvPr/>
          </p:nvSpPr>
          <p:spPr>
            <a:xfrm>
              <a:off x="6546708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1" name="任意多边形: 形状 2420"/>
            <p:cNvSpPr/>
            <p:nvPr/>
          </p:nvSpPr>
          <p:spPr>
            <a:xfrm>
              <a:off x="6637470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2" name="任意多边形: 形状 2421"/>
            <p:cNvSpPr/>
            <p:nvPr/>
          </p:nvSpPr>
          <p:spPr>
            <a:xfrm>
              <a:off x="7007004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3" name="任意多边形: 形状 2422"/>
            <p:cNvSpPr/>
            <p:nvPr/>
          </p:nvSpPr>
          <p:spPr>
            <a:xfrm>
              <a:off x="7097767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4" name="任意多边形: 形状 2423"/>
            <p:cNvSpPr/>
            <p:nvPr/>
          </p:nvSpPr>
          <p:spPr>
            <a:xfrm>
              <a:off x="9392766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5" name="任意多边形: 形状 2424"/>
            <p:cNvSpPr/>
            <p:nvPr/>
          </p:nvSpPr>
          <p:spPr>
            <a:xfrm>
              <a:off x="9483528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6" name="任意多边形: 形状 2425"/>
            <p:cNvSpPr/>
            <p:nvPr/>
          </p:nvSpPr>
          <p:spPr>
            <a:xfrm>
              <a:off x="9574291" y="500396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7" name="任意多边形: 形状 2426"/>
            <p:cNvSpPr/>
            <p:nvPr/>
          </p:nvSpPr>
          <p:spPr>
            <a:xfrm>
              <a:off x="9671537" y="500396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8" name="任意多边形: 形状 2427"/>
            <p:cNvSpPr/>
            <p:nvPr/>
          </p:nvSpPr>
          <p:spPr>
            <a:xfrm>
              <a:off x="9762299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9" name="任意多边形: 形状 2428"/>
            <p:cNvSpPr/>
            <p:nvPr/>
          </p:nvSpPr>
          <p:spPr>
            <a:xfrm>
              <a:off x="9853062" y="500396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6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0" name="任意多边形: 形状 2429"/>
            <p:cNvSpPr/>
            <p:nvPr/>
          </p:nvSpPr>
          <p:spPr>
            <a:xfrm>
              <a:off x="10034587" y="5003960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1" name="任意多边形: 形状 2430"/>
            <p:cNvSpPr/>
            <p:nvPr/>
          </p:nvSpPr>
          <p:spPr>
            <a:xfrm>
              <a:off x="10125350" y="5003960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2" name="任意多边形: 形状 2431"/>
            <p:cNvSpPr/>
            <p:nvPr/>
          </p:nvSpPr>
          <p:spPr>
            <a:xfrm>
              <a:off x="3421878" y="509472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3" name="任意多边形: 形状 2432"/>
            <p:cNvSpPr/>
            <p:nvPr/>
          </p:nvSpPr>
          <p:spPr>
            <a:xfrm>
              <a:off x="3512641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4" name="任意多边形: 形状 2433"/>
            <p:cNvSpPr/>
            <p:nvPr/>
          </p:nvSpPr>
          <p:spPr>
            <a:xfrm>
              <a:off x="3609887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5" name="任意多边形: 形状 2434"/>
            <p:cNvSpPr/>
            <p:nvPr/>
          </p:nvSpPr>
          <p:spPr>
            <a:xfrm>
              <a:off x="3700650" y="509472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6" name="任意多边形: 形状 2435"/>
            <p:cNvSpPr/>
            <p:nvPr/>
          </p:nvSpPr>
          <p:spPr>
            <a:xfrm>
              <a:off x="3791412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7" name="任意多边形: 形状 2436"/>
            <p:cNvSpPr/>
            <p:nvPr/>
          </p:nvSpPr>
          <p:spPr>
            <a:xfrm>
              <a:off x="3882175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8" name="任意多边形: 形状 2437"/>
            <p:cNvSpPr/>
            <p:nvPr/>
          </p:nvSpPr>
          <p:spPr>
            <a:xfrm>
              <a:off x="3972938" y="509472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9" name="任意多边形: 形状 2438"/>
            <p:cNvSpPr/>
            <p:nvPr/>
          </p:nvSpPr>
          <p:spPr>
            <a:xfrm>
              <a:off x="4063700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0" name="任意多边形: 形状 2439"/>
            <p:cNvSpPr/>
            <p:nvPr/>
          </p:nvSpPr>
          <p:spPr>
            <a:xfrm>
              <a:off x="4160946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1" name="任意多边形: 形状 2440"/>
            <p:cNvSpPr/>
            <p:nvPr/>
          </p:nvSpPr>
          <p:spPr>
            <a:xfrm>
              <a:off x="4251709" y="509472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2" name="任意多边形: 形状 2441"/>
            <p:cNvSpPr/>
            <p:nvPr/>
          </p:nvSpPr>
          <p:spPr>
            <a:xfrm>
              <a:off x="5995649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3" name="任意多边形: 形状 2442"/>
            <p:cNvSpPr/>
            <p:nvPr/>
          </p:nvSpPr>
          <p:spPr>
            <a:xfrm>
              <a:off x="6086411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4" name="任意多边形: 形状 2443"/>
            <p:cNvSpPr/>
            <p:nvPr/>
          </p:nvSpPr>
          <p:spPr>
            <a:xfrm>
              <a:off x="6177174" y="509472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5" name="任意多边形: 形状 2444"/>
            <p:cNvSpPr/>
            <p:nvPr/>
          </p:nvSpPr>
          <p:spPr>
            <a:xfrm>
              <a:off x="6267937" y="509472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6" name="任意多边形: 形状 2445"/>
            <p:cNvSpPr/>
            <p:nvPr/>
          </p:nvSpPr>
          <p:spPr>
            <a:xfrm>
              <a:off x="6365182" y="509472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7" name="任意多边形: 形状 2446"/>
            <p:cNvSpPr/>
            <p:nvPr/>
          </p:nvSpPr>
          <p:spPr>
            <a:xfrm>
              <a:off x="6455945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8" name="任意多边形: 形状 2447"/>
            <p:cNvSpPr/>
            <p:nvPr/>
          </p:nvSpPr>
          <p:spPr>
            <a:xfrm>
              <a:off x="6546708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9" name="任意多边形: 形状 2448"/>
            <p:cNvSpPr/>
            <p:nvPr/>
          </p:nvSpPr>
          <p:spPr>
            <a:xfrm>
              <a:off x="6637470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0" name="任意多边形: 形状 2449"/>
            <p:cNvSpPr/>
            <p:nvPr/>
          </p:nvSpPr>
          <p:spPr>
            <a:xfrm>
              <a:off x="6916241" y="509472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1" name="任意多边形: 形状 2450"/>
            <p:cNvSpPr/>
            <p:nvPr/>
          </p:nvSpPr>
          <p:spPr>
            <a:xfrm>
              <a:off x="7007004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2" name="任意多边形: 形状 2451"/>
            <p:cNvSpPr/>
            <p:nvPr/>
          </p:nvSpPr>
          <p:spPr>
            <a:xfrm>
              <a:off x="7097767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3" name="任意多边形: 形状 2452"/>
            <p:cNvSpPr/>
            <p:nvPr/>
          </p:nvSpPr>
          <p:spPr>
            <a:xfrm>
              <a:off x="9211240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4" name="任意多边形: 形状 2453"/>
            <p:cNvSpPr/>
            <p:nvPr/>
          </p:nvSpPr>
          <p:spPr>
            <a:xfrm>
              <a:off x="9302003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5" name="任意多边形: 形状 2454"/>
            <p:cNvSpPr/>
            <p:nvPr/>
          </p:nvSpPr>
          <p:spPr>
            <a:xfrm>
              <a:off x="9392766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6" name="任意多边形: 形状 2455"/>
            <p:cNvSpPr/>
            <p:nvPr/>
          </p:nvSpPr>
          <p:spPr>
            <a:xfrm>
              <a:off x="9483528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7" name="任意多边形: 形状 2456"/>
            <p:cNvSpPr/>
            <p:nvPr/>
          </p:nvSpPr>
          <p:spPr>
            <a:xfrm>
              <a:off x="9574291" y="509472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8" name="任意多边形: 形状 2457"/>
            <p:cNvSpPr/>
            <p:nvPr/>
          </p:nvSpPr>
          <p:spPr>
            <a:xfrm>
              <a:off x="9671537" y="509472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9" name="任意多边形: 形状 2458"/>
            <p:cNvSpPr/>
            <p:nvPr/>
          </p:nvSpPr>
          <p:spPr>
            <a:xfrm>
              <a:off x="9762299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0" name="任意多边形: 形状 2459"/>
            <p:cNvSpPr/>
            <p:nvPr/>
          </p:nvSpPr>
          <p:spPr>
            <a:xfrm>
              <a:off x="9853062" y="509472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1" name="任意多边形: 形状 2460"/>
            <p:cNvSpPr/>
            <p:nvPr/>
          </p:nvSpPr>
          <p:spPr>
            <a:xfrm>
              <a:off x="9943825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2" name="任意多边形: 形状 2461"/>
            <p:cNvSpPr/>
            <p:nvPr/>
          </p:nvSpPr>
          <p:spPr>
            <a:xfrm>
              <a:off x="10034587" y="509472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3" name="任意多边形: 形状 2462"/>
            <p:cNvSpPr/>
            <p:nvPr/>
          </p:nvSpPr>
          <p:spPr>
            <a:xfrm>
              <a:off x="10125350" y="509472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4" name="任意多边形: 形状 2463"/>
            <p:cNvSpPr/>
            <p:nvPr/>
          </p:nvSpPr>
          <p:spPr>
            <a:xfrm>
              <a:off x="3421878" y="518548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5" name="任意多边形: 形状 2464"/>
            <p:cNvSpPr/>
            <p:nvPr/>
          </p:nvSpPr>
          <p:spPr>
            <a:xfrm>
              <a:off x="3512641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6" name="任意多边形: 形状 2465"/>
            <p:cNvSpPr/>
            <p:nvPr/>
          </p:nvSpPr>
          <p:spPr>
            <a:xfrm>
              <a:off x="3609887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7" name="任意多边形: 形状 2466"/>
            <p:cNvSpPr/>
            <p:nvPr/>
          </p:nvSpPr>
          <p:spPr>
            <a:xfrm>
              <a:off x="3700650" y="518548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8" name="任意多边形: 形状 2467"/>
            <p:cNvSpPr/>
            <p:nvPr/>
          </p:nvSpPr>
          <p:spPr>
            <a:xfrm>
              <a:off x="3791412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9" name="任意多边形: 形状 2468"/>
            <p:cNvSpPr/>
            <p:nvPr/>
          </p:nvSpPr>
          <p:spPr>
            <a:xfrm>
              <a:off x="3882175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0" name="任意多边形: 形状 2469"/>
            <p:cNvSpPr/>
            <p:nvPr/>
          </p:nvSpPr>
          <p:spPr>
            <a:xfrm>
              <a:off x="3972938" y="518548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1" name="任意多边形: 形状 2470"/>
            <p:cNvSpPr/>
            <p:nvPr/>
          </p:nvSpPr>
          <p:spPr>
            <a:xfrm>
              <a:off x="4063700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2" name="任意多边形: 形状 2471"/>
            <p:cNvSpPr/>
            <p:nvPr/>
          </p:nvSpPr>
          <p:spPr>
            <a:xfrm>
              <a:off x="4160946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3" name="任意多边形: 形状 2472"/>
            <p:cNvSpPr/>
            <p:nvPr/>
          </p:nvSpPr>
          <p:spPr>
            <a:xfrm>
              <a:off x="6086411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4" name="任意多边形: 形状 2473"/>
            <p:cNvSpPr/>
            <p:nvPr/>
          </p:nvSpPr>
          <p:spPr>
            <a:xfrm>
              <a:off x="6177174" y="518548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5" name="任意多边形: 形状 2474"/>
            <p:cNvSpPr/>
            <p:nvPr/>
          </p:nvSpPr>
          <p:spPr>
            <a:xfrm>
              <a:off x="6267937" y="518548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6" name="任意多边形: 形状 2475"/>
            <p:cNvSpPr/>
            <p:nvPr/>
          </p:nvSpPr>
          <p:spPr>
            <a:xfrm>
              <a:off x="6365182" y="518548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7" name="任意多边形: 形状 2476"/>
            <p:cNvSpPr/>
            <p:nvPr/>
          </p:nvSpPr>
          <p:spPr>
            <a:xfrm>
              <a:off x="6455945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8" name="任意多边形: 形状 2477"/>
            <p:cNvSpPr/>
            <p:nvPr/>
          </p:nvSpPr>
          <p:spPr>
            <a:xfrm>
              <a:off x="6546708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9" name="任意多边形: 形状 2478"/>
            <p:cNvSpPr/>
            <p:nvPr/>
          </p:nvSpPr>
          <p:spPr>
            <a:xfrm>
              <a:off x="6637470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0" name="任意多边形: 形状 2479"/>
            <p:cNvSpPr/>
            <p:nvPr/>
          </p:nvSpPr>
          <p:spPr>
            <a:xfrm>
              <a:off x="6916241" y="518548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1" name="任意多边形: 形状 2480"/>
            <p:cNvSpPr/>
            <p:nvPr/>
          </p:nvSpPr>
          <p:spPr>
            <a:xfrm>
              <a:off x="7007004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2" name="任意多边形: 形状 2481"/>
            <p:cNvSpPr/>
            <p:nvPr/>
          </p:nvSpPr>
          <p:spPr>
            <a:xfrm>
              <a:off x="9120478" y="518548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3" name="任意多边形: 形状 2482"/>
            <p:cNvSpPr/>
            <p:nvPr/>
          </p:nvSpPr>
          <p:spPr>
            <a:xfrm>
              <a:off x="9211240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4" name="任意多边形: 形状 2483"/>
            <p:cNvSpPr/>
            <p:nvPr/>
          </p:nvSpPr>
          <p:spPr>
            <a:xfrm>
              <a:off x="9302003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5" name="任意多边形: 形状 2484"/>
            <p:cNvSpPr/>
            <p:nvPr/>
          </p:nvSpPr>
          <p:spPr>
            <a:xfrm>
              <a:off x="9392766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6" name="任意多边形: 形状 2485"/>
            <p:cNvSpPr/>
            <p:nvPr/>
          </p:nvSpPr>
          <p:spPr>
            <a:xfrm>
              <a:off x="9483528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7" name="任意多边形: 形状 2486"/>
            <p:cNvSpPr/>
            <p:nvPr/>
          </p:nvSpPr>
          <p:spPr>
            <a:xfrm>
              <a:off x="9574291" y="518548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8" name="任意多边形: 形状 2487"/>
            <p:cNvSpPr/>
            <p:nvPr/>
          </p:nvSpPr>
          <p:spPr>
            <a:xfrm>
              <a:off x="9671537" y="518548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9" name="任意多边形: 形状 2488"/>
            <p:cNvSpPr/>
            <p:nvPr/>
          </p:nvSpPr>
          <p:spPr>
            <a:xfrm>
              <a:off x="9762299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0" name="任意多边形: 形状 2489"/>
            <p:cNvSpPr/>
            <p:nvPr/>
          </p:nvSpPr>
          <p:spPr>
            <a:xfrm>
              <a:off x="9853062" y="518548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1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6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1" name="任意多边形: 形状 2490"/>
            <p:cNvSpPr/>
            <p:nvPr/>
          </p:nvSpPr>
          <p:spPr>
            <a:xfrm>
              <a:off x="9943825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2" name="任意多边形: 形状 2491"/>
            <p:cNvSpPr/>
            <p:nvPr/>
          </p:nvSpPr>
          <p:spPr>
            <a:xfrm>
              <a:off x="10034587" y="518548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3" name="任意多边形: 形状 2492"/>
            <p:cNvSpPr/>
            <p:nvPr/>
          </p:nvSpPr>
          <p:spPr>
            <a:xfrm>
              <a:off x="10125350" y="518548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4" name="任意多边形: 形状 2493"/>
            <p:cNvSpPr/>
            <p:nvPr/>
          </p:nvSpPr>
          <p:spPr>
            <a:xfrm>
              <a:off x="3421878" y="527624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5" name="任意多边形: 形状 2494"/>
            <p:cNvSpPr/>
            <p:nvPr/>
          </p:nvSpPr>
          <p:spPr>
            <a:xfrm>
              <a:off x="3512641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6" name="任意多边形: 形状 2495"/>
            <p:cNvSpPr/>
            <p:nvPr/>
          </p:nvSpPr>
          <p:spPr>
            <a:xfrm>
              <a:off x="3609887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7" name="任意多边形: 形状 2496"/>
            <p:cNvSpPr/>
            <p:nvPr/>
          </p:nvSpPr>
          <p:spPr>
            <a:xfrm>
              <a:off x="3700650" y="527624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8" name="任意多边形: 形状 2497"/>
            <p:cNvSpPr/>
            <p:nvPr/>
          </p:nvSpPr>
          <p:spPr>
            <a:xfrm>
              <a:off x="3791412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9" name="任意多边形: 形状 2498"/>
            <p:cNvSpPr/>
            <p:nvPr/>
          </p:nvSpPr>
          <p:spPr>
            <a:xfrm>
              <a:off x="3882175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0" name="任意多边形: 形状 2499"/>
            <p:cNvSpPr/>
            <p:nvPr/>
          </p:nvSpPr>
          <p:spPr>
            <a:xfrm>
              <a:off x="3972938" y="527624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1" name="任意多边形: 形状 2500"/>
            <p:cNvSpPr/>
            <p:nvPr/>
          </p:nvSpPr>
          <p:spPr>
            <a:xfrm>
              <a:off x="4063700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2" name="任意多边形: 形状 2501"/>
            <p:cNvSpPr/>
            <p:nvPr/>
          </p:nvSpPr>
          <p:spPr>
            <a:xfrm>
              <a:off x="6086411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3" name="任意多边形: 形状 2502"/>
            <p:cNvSpPr/>
            <p:nvPr/>
          </p:nvSpPr>
          <p:spPr>
            <a:xfrm>
              <a:off x="6177174" y="527624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4" name="任意多边形: 形状 2503"/>
            <p:cNvSpPr/>
            <p:nvPr/>
          </p:nvSpPr>
          <p:spPr>
            <a:xfrm>
              <a:off x="6267937" y="527624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5" name="任意多边形: 形状 2504"/>
            <p:cNvSpPr/>
            <p:nvPr/>
          </p:nvSpPr>
          <p:spPr>
            <a:xfrm>
              <a:off x="6365182" y="527624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6" name="任意多边形: 形状 2505"/>
            <p:cNvSpPr/>
            <p:nvPr/>
          </p:nvSpPr>
          <p:spPr>
            <a:xfrm>
              <a:off x="6455945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7" name="任意多边形: 形状 2506"/>
            <p:cNvSpPr/>
            <p:nvPr/>
          </p:nvSpPr>
          <p:spPr>
            <a:xfrm>
              <a:off x="6546708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8" name="任意多边形: 形状 2507"/>
            <p:cNvSpPr/>
            <p:nvPr/>
          </p:nvSpPr>
          <p:spPr>
            <a:xfrm>
              <a:off x="9120478" y="527624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9" name="任意多边形: 形状 2508"/>
            <p:cNvSpPr/>
            <p:nvPr/>
          </p:nvSpPr>
          <p:spPr>
            <a:xfrm>
              <a:off x="9211240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0" name="任意多边形: 形状 2509"/>
            <p:cNvSpPr/>
            <p:nvPr/>
          </p:nvSpPr>
          <p:spPr>
            <a:xfrm>
              <a:off x="9302003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1" name="任意多边形: 形状 2510"/>
            <p:cNvSpPr/>
            <p:nvPr/>
          </p:nvSpPr>
          <p:spPr>
            <a:xfrm>
              <a:off x="9392766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2" name="任意多边形: 形状 2511"/>
            <p:cNvSpPr/>
            <p:nvPr/>
          </p:nvSpPr>
          <p:spPr>
            <a:xfrm>
              <a:off x="9483528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3" name="任意多边形: 形状 2512"/>
            <p:cNvSpPr/>
            <p:nvPr/>
          </p:nvSpPr>
          <p:spPr>
            <a:xfrm>
              <a:off x="9574291" y="527624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4" name="任意多边形: 形状 2513"/>
            <p:cNvSpPr/>
            <p:nvPr/>
          </p:nvSpPr>
          <p:spPr>
            <a:xfrm>
              <a:off x="9671537" y="527624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5" name="任意多边形: 形状 2514"/>
            <p:cNvSpPr/>
            <p:nvPr/>
          </p:nvSpPr>
          <p:spPr>
            <a:xfrm>
              <a:off x="9762299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6" name="任意多边形: 形状 2515"/>
            <p:cNvSpPr/>
            <p:nvPr/>
          </p:nvSpPr>
          <p:spPr>
            <a:xfrm>
              <a:off x="9853062" y="527624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1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6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7" name="任意多边形: 形状 2516"/>
            <p:cNvSpPr/>
            <p:nvPr/>
          </p:nvSpPr>
          <p:spPr>
            <a:xfrm>
              <a:off x="9943825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8" name="任意多边形: 形状 2517"/>
            <p:cNvSpPr/>
            <p:nvPr/>
          </p:nvSpPr>
          <p:spPr>
            <a:xfrm>
              <a:off x="10034587" y="527624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9" name="任意多边形: 形状 2518"/>
            <p:cNvSpPr/>
            <p:nvPr/>
          </p:nvSpPr>
          <p:spPr>
            <a:xfrm>
              <a:off x="10125350" y="527624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0" name="任意多边形: 形状 2519"/>
            <p:cNvSpPr/>
            <p:nvPr/>
          </p:nvSpPr>
          <p:spPr>
            <a:xfrm>
              <a:off x="10676409" y="527624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1" name="任意多边形: 形状 2520"/>
            <p:cNvSpPr/>
            <p:nvPr/>
          </p:nvSpPr>
          <p:spPr>
            <a:xfrm>
              <a:off x="3421878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2" name="任意多边形: 形状 2521"/>
            <p:cNvSpPr/>
            <p:nvPr/>
          </p:nvSpPr>
          <p:spPr>
            <a:xfrm>
              <a:off x="3512641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3" name="任意多边形: 形状 2522"/>
            <p:cNvSpPr/>
            <p:nvPr/>
          </p:nvSpPr>
          <p:spPr>
            <a:xfrm>
              <a:off x="3609887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4" name="任意多边形: 形状 2523"/>
            <p:cNvSpPr/>
            <p:nvPr/>
          </p:nvSpPr>
          <p:spPr>
            <a:xfrm>
              <a:off x="3700650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5" name="任意多边形: 形状 2524"/>
            <p:cNvSpPr/>
            <p:nvPr/>
          </p:nvSpPr>
          <p:spPr>
            <a:xfrm>
              <a:off x="3791412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6" name="任意多边形: 形状 2525"/>
            <p:cNvSpPr/>
            <p:nvPr/>
          </p:nvSpPr>
          <p:spPr>
            <a:xfrm>
              <a:off x="3882175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7" name="任意多边形: 形状 2526"/>
            <p:cNvSpPr/>
            <p:nvPr/>
          </p:nvSpPr>
          <p:spPr>
            <a:xfrm>
              <a:off x="3972938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8" name="任意多边形: 形状 2527"/>
            <p:cNvSpPr/>
            <p:nvPr/>
          </p:nvSpPr>
          <p:spPr>
            <a:xfrm>
              <a:off x="4063700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9" name="任意多边形: 形状 2528"/>
            <p:cNvSpPr/>
            <p:nvPr/>
          </p:nvSpPr>
          <p:spPr>
            <a:xfrm>
              <a:off x="6086411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0" name="任意多边形: 形状 2529"/>
            <p:cNvSpPr/>
            <p:nvPr/>
          </p:nvSpPr>
          <p:spPr>
            <a:xfrm>
              <a:off x="6177174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1" name="任意多边形: 形状 2530"/>
            <p:cNvSpPr/>
            <p:nvPr/>
          </p:nvSpPr>
          <p:spPr>
            <a:xfrm>
              <a:off x="6267937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2" name="任意多边形: 形状 2531"/>
            <p:cNvSpPr/>
            <p:nvPr/>
          </p:nvSpPr>
          <p:spPr>
            <a:xfrm>
              <a:off x="6365182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3" name="任意多边形: 形状 2532"/>
            <p:cNvSpPr/>
            <p:nvPr/>
          </p:nvSpPr>
          <p:spPr>
            <a:xfrm>
              <a:off x="6455945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4" name="任意多边形: 形状 2533"/>
            <p:cNvSpPr/>
            <p:nvPr/>
          </p:nvSpPr>
          <p:spPr>
            <a:xfrm>
              <a:off x="9120478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5" name="任意多边形: 形状 2534"/>
            <p:cNvSpPr/>
            <p:nvPr/>
          </p:nvSpPr>
          <p:spPr>
            <a:xfrm>
              <a:off x="9211240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6" name="任意多边形: 形状 2535"/>
            <p:cNvSpPr/>
            <p:nvPr/>
          </p:nvSpPr>
          <p:spPr>
            <a:xfrm>
              <a:off x="9302003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7" name="任意多边形: 形状 2536"/>
            <p:cNvSpPr/>
            <p:nvPr/>
          </p:nvSpPr>
          <p:spPr>
            <a:xfrm>
              <a:off x="9392766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8" name="任意多边形: 形状 2537"/>
            <p:cNvSpPr/>
            <p:nvPr/>
          </p:nvSpPr>
          <p:spPr>
            <a:xfrm>
              <a:off x="9483528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9" name="任意多边形: 形状 2538"/>
            <p:cNvSpPr/>
            <p:nvPr/>
          </p:nvSpPr>
          <p:spPr>
            <a:xfrm>
              <a:off x="9574291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0" name="任意多边形: 形状 2539"/>
            <p:cNvSpPr/>
            <p:nvPr/>
          </p:nvSpPr>
          <p:spPr>
            <a:xfrm>
              <a:off x="9671537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1" name="任意多边形: 形状 2540"/>
            <p:cNvSpPr/>
            <p:nvPr/>
          </p:nvSpPr>
          <p:spPr>
            <a:xfrm>
              <a:off x="9762299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2" name="任意多边形: 形状 2541"/>
            <p:cNvSpPr/>
            <p:nvPr/>
          </p:nvSpPr>
          <p:spPr>
            <a:xfrm>
              <a:off x="9853062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1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6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3" name="任意多边形: 形状 2542"/>
            <p:cNvSpPr/>
            <p:nvPr/>
          </p:nvSpPr>
          <p:spPr>
            <a:xfrm>
              <a:off x="9943825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4" name="任意多边形: 形状 2543"/>
            <p:cNvSpPr/>
            <p:nvPr/>
          </p:nvSpPr>
          <p:spPr>
            <a:xfrm>
              <a:off x="10034587" y="537349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5" name="任意多边形: 形状 2544"/>
            <p:cNvSpPr/>
            <p:nvPr/>
          </p:nvSpPr>
          <p:spPr>
            <a:xfrm>
              <a:off x="10125350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6" name="任意多边形: 形状 2545"/>
            <p:cNvSpPr/>
            <p:nvPr/>
          </p:nvSpPr>
          <p:spPr>
            <a:xfrm>
              <a:off x="10222596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7" name="任意多边形: 形状 2546"/>
            <p:cNvSpPr/>
            <p:nvPr/>
          </p:nvSpPr>
          <p:spPr>
            <a:xfrm>
              <a:off x="10773655" y="537349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8" name="任意多边形: 形状 2547"/>
            <p:cNvSpPr/>
            <p:nvPr/>
          </p:nvSpPr>
          <p:spPr>
            <a:xfrm>
              <a:off x="3421878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9" name="任意多边形: 形状 2548"/>
            <p:cNvSpPr/>
            <p:nvPr/>
          </p:nvSpPr>
          <p:spPr>
            <a:xfrm>
              <a:off x="3512641" y="546425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0" name="任意多边形: 形状 2549"/>
            <p:cNvSpPr/>
            <p:nvPr/>
          </p:nvSpPr>
          <p:spPr>
            <a:xfrm>
              <a:off x="3609887" y="546425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1" name="任意多边形: 形状 2550"/>
            <p:cNvSpPr/>
            <p:nvPr/>
          </p:nvSpPr>
          <p:spPr>
            <a:xfrm>
              <a:off x="3700650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2" name="任意多边形: 形状 2551"/>
            <p:cNvSpPr/>
            <p:nvPr/>
          </p:nvSpPr>
          <p:spPr>
            <a:xfrm>
              <a:off x="3791412" y="546425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3" name="任意多边形: 形状 2552"/>
            <p:cNvSpPr/>
            <p:nvPr/>
          </p:nvSpPr>
          <p:spPr>
            <a:xfrm>
              <a:off x="3882175" y="546425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4" name="任意多边形: 形状 2553"/>
            <p:cNvSpPr/>
            <p:nvPr/>
          </p:nvSpPr>
          <p:spPr>
            <a:xfrm>
              <a:off x="3972938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5" name="任意多边形: 形状 2554"/>
            <p:cNvSpPr/>
            <p:nvPr/>
          </p:nvSpPr>
          <p:spPr>
            <a:xfrm>
              <a:off x="6177174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6" name="任意多边形: 形状 2555"/>
            <p:cNvSpPr/>
            <p:nvPr/>
          </p:nvSpPr>
          <p:spPr>
            <a:xfrm>
              <a:off x="6267937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7" name="任意多边形: 形状 2556"/>
            <p:cNvSpPr/>
            <p:nvPr/>
          </p:nvSpPr>
          <p:spPr>
            <a:xfrm>
              <a:off x="6365182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8" name="任意多边形: 形状 2557"/>
            <p:cNvSpPr/>
            <p:nvPr/>
          </p:nvSpPr>
          <p:spPr>
            <a:xfrm>
              <a:off x="9023232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9" name="任意多边形: 形状 2558"/>
            <p:cNvSpPr/>
            <p:nvPr/>
          </p:nvSpPr>
          <p:spPr>
            <a:xfrm>
              <a:off x="9120478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0" name="任意多边形: 形状 2559"/>
            <p:cNvSpPr/>
            <p:nvPr/>
          </p:nvSpPr>
          <p:spPr>
            <a:xfrm>
              <a:off x="9211240" y="546425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1" name="任意多边形: 形状 2560"/>
            <p:cNvSpPr/>
            <p:nvPr/>
          </p:nvSpPr>
          <p:spPr>
            <a:xfrm>
              <a:off x="9302003" y="546425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2" name="任意多边形: 形状 2561"/>
            <p:cNvSpPr/>
            <p:nvPr/>
          </p:nvSpPr>
          <p:spPr>
            <a:xfrm>
              <a:off x="9392766" y="546425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3" name="任意多边形: 形状 2562"/>
            <p:cNvSpPr/>
            <p:nvPr/>
          </p:nvSpPr>
          <p:spPr>
            <a:xfrm>
              <a:off x="9483528" y="546425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4" name="任意多边形: 形状 2563"/>
            <p:cNvSpPr/>
            <p:nvPr/>
          </p:nvSpPr>
          <p:spPr>
            <a:xfrm>
              <a:off x="9574291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5" name="任意多边形: 形状 2564"/>
            <p:cNvSpPr/>
            <p:nvPr/>
          </p:nvSpPr>
          <p:spPr>
            <a:xfrm>
              <a:off x="9671537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6" name="任意多边形: 形状 2565"/>
            <p:cNvSpPr/>
            <p:nvPr/>
          </p:nvSpPr>
          <p:spPr>
            <a:xfrm>
              <a:off x="9762299" y="546425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7" name="任意多边形: 形状 2566"/>
            <p:cNvSpPr/>
            <p:nvPr/>
          </p:nvSpPr>
          <p:spPr>
            <a:xfrm>
              <a:off x="9853062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6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8" name="任意多边形: 形状 2567"/>
            <p:cNvSpPr/>
            <p:nvPr/>
          </p:nvSpPr>
          <p:spPr>
            <a:xfrm>
              <a:off x="9943825" y="546425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9" name="任意多边形: 形状 2568"/>
            <p:cNvSpPr/>
            <p:nvPr/>
          </p:nvSpPr>
          <p:spPr>
            <a:xfrm>
              <a:off x="10034587" y="546425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0" name="任意多边形: 形状 2569"/>
            <p:cNvSpPr/>
            <p:nvPr/>
          </p:nvSpPr>
          <p:spPr>
            <a:xfrm>
              <a:off x="10125350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1" name="任意多边形: 形状 2570"/>
            <p:cNvSpPr/>
            <p:nvPr/>
          </p:nvSpPr>
          <p:spPr>
            <a:xfrm>
              <a:off x="10222596" y="546425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2" name="任意多边形: 形状 2571"/>
            <p:cNvSpPr/>
            <p:nvPr/>
          </p:nvSpPr>
          <p:spPr>
            <a:xfrm>
              <a:off x="3421878" y="555501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3" name="任意多边形: 形状 2572"/>
            <p:cNvSpPr/>
            <p:nvPr/>
          </p:nvSpPr>
          <p:spPr>
            <a:xfrm>
              <a:off x="3512641" y="555501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4" name="任意多边形: 形状 2573"/>
            <p:cNvSpPr/>
            <p:nvPr/>
          </p:nvSpPr>
          <p:spPr>
            <a:xfrm>
              <a:off x="3609887" y="555501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5" name="任意多边形: 形状 2574"/>
            <p:cNvSpPr/>
            <p:nvPr/>
          </p:nvSpPr>
          <p:spPr>
            <a:xfrm>
              <a:off x="3700650" y="555501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6" name="任意多边形: 形状 2575"/>
            <p:cNvSpPr/>
            <p:nvPr/>
          </p:nvSpPr>
          <p:spPr>
            <a:xfrm>
              <a:off x="3791412" y="555501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7" name="任意多边形: 形状 2576"/>
            <p:cNvSpPr/>
            <p:nvPr/>
          </p:nvSpPr>
          <p:spPr>
            <a:xfrm>
              <a:off x="3882175" y="555501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8" name="任意多边形: 形状 2577"/>
            <p:cNvSpPr/>
            <p:nvPr/>
          </p:nvSpPr>
          <p:spPr>
            <a:xfrm>
              <a:off x="3972938" y="555501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9" name="任意多边形: 形状 2578"/>
            <p:cNvSpPr/>
            <p:nvPr/>
          </p:nvSpPr>
          <p:spPr>
            <a:xfrm>
              <a:off x="9023232" y="555501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0" name="任意多边形: 形状 2579"/>
            <p:cNvSpPr/>
            <p:nvPr/>
          </p:nvSpPr>
          <p:spPr>
            <a:xfrm>
              <a:off x="9120478" y="555501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1" name="任意多边形: 形状 2580"/>
            <p:cNvSpPr/>
            <p:nvPr/>
          </p:nvSpPr>
          <p:spPr>
            <a:xfrm>
              <a:off x="9211240" y="555501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2" name="任意多边形: 形状 2581"/>
            <p:cNvSpPr/>
            <p:nvPr/>
          </p:nvSpPr>
          <p:spPr>
            <a:xfrm>
              <a:off x="9302003" y="555501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2"/>
                    <a:pt x="14512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3" name="任意多边形: 形状 2582"/>
            <p:cNvSpPr/>
            <p:nvPr/>
          </p:nvSpPr>
          <p:spPr>
            <a:xfrm>
              <a:off x="9392766" y="555501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4" name="任意多边形: 形状 2583"/>
            <p:cNvSpPr/>
            <p:nvPr/>
          </p:nvSpPr>
          <p:spPr>
            <a:xfrm>
              <a:off x="9483528" y="555501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5" name="任意多边形: 形状 2584"/>
            <p:cNvSpPr/>
            <p:nvPr/>
          </p:nvSpPr>
          <p:spPr>
            <a:xfrm>
              <a:off x="9574291" y="555501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6" name="任意多边形: 形状 2585"/>
            <p:cNvSpPr/>
            <p:nvPr/>
          </p:nvSpPr>
          <p:spPr>
            <a:xfrm>
              <a:off x="9671537" y="555501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7" name="任意多边形: 形状 2586"/>
            <p:cNvSpPr/>
            <p:nvPr/>
          </p:nvSpPr>
          <p:spPr>
            <a:xfrm>
              <a:off x="9762299" y="555501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8" name="任意多边形: 形状 2587"/>
            <p:cNvSpPr/>
            <p:nvPr/>
          </p:nvSpPr>
          <p:spPr>
            <a:xfrm>
              <a:off x="9853062" y="555501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6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9" name="任意多边形: 形状 2588"/>
            <p:cNvSpPr/>
            <p:nvPr/>
          </p:nvSpPr>
          <p:spPr>
            <a:xfrm>
              <a:off x="9943825" y="555501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0" name="任意多边形: 形状 2589"/>
            <p:cNvSpPr/>
            <p:nvPr/>
          </p:nvSpPr>
          <p:spPr>
            <a:xfrm>
              <a:off x="10034587" y="5555019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1" name="任意多边形: 形状 2590"/>
            <p:cNvSpPr/>
            <p:nvPr/>
          </p:nvSpPr>
          <p:spPr>
            <a:xfrm>
              <a:off x="10125350" y="555501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2" name="任意多边形: 形状 2591"/>
            <p:cNvSpPr/>
            <p:nvPr/>
          </p:nvSpPr>
          <p:spPr>
            <a:xfrm>
              <a:off x="10222596" y="5555019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3" name="任意多边形: 形状 2592"/>
            <p:cNvSpPr/>
            <p:nvPr/>
          </p:nvSpPr>
          <p:spPr>
            <a:xfrm>
              <a:off x="3421878" y="564578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4" name="任意多边形: 形状 2593"/>
            <p:cNvSpPr/>
            <p:nvPr/>
          </p:nvSpPr>
          <p:spPr>
            <a:xfrm>
              <a:off x="3512641" y="564578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5" name="任意多边形: 形状 2594"/>
            <p:cNvSpPr/>
            <p:nvPr/>
          </p:nvSpPr>
          <p:spPr>
            <a:xfrm>
              <a:off x="3609887" y="564578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6" name="任意多边形: 形状 2595"/>
            <p:cNvSpPr/>
            <p:nvPr/>
          </p:nvSpPr>
          <p:spPr>
            <a:xfrm>
              <a:off x="3700650" y="564578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7" name="任意多边形: 形状 2596"/>
            <p:cNvSpPr/>
            <p:nvPr/>
          </p:nvSpPr>
          <p:spPr>
            <a:xfrm>
              <a:off x="3791412" y="564578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8" name="任意多边形: 形状 2597"/>
            <p:cNvSpPr/>
            <p:nvPr/>
          </p:nvSpPr>
          <p:spPr>
            <a:xfrm>
              <a:off x="3882175" y="564578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9" name="任意多边形: 形状 2598"/>
            <p:cNvSpPr/>
            <p:nvPr/>
          </p:nvSpPr>
          <p:spPr>
            <a:xfrm>
              <a:off x="9023232" y="564578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0" name="任意多边形: 形状 2599"/>
            <p:cNvSpPr/>
            <p:nvPr/>
          </p:nvSpPr>
          <p:spPr>
            <a:xfrm>
              <a:off x="9120478" y="564578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1" name="任意多边形: 形状 2600"/>
            <p:cNvSpPr/>
            <p:nvPr/>
          </p:nvSpPr>
          <p:spPr>
            <a:xfrm>
              <a:off x="9211240" y="564578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2" name="任意多边形: 形状 2601"/>
            <p:cNvSpPr/>
            <p:nvPr/>
          </p:nvSpPr>
          <p:spPr>
            <a:xfrm>
              <a:off x="9302003" y="564578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2" y="64830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3" name="任意多边形: 形状 2602"/>
            <p:cNvSpPr/>
            <p:nvPr/>
          </p:nvSpPr>
          <p:spPr>
            <a:xfrm>
              <a:off x="9392766" y="564578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4" name="任意多边形: 形状 2603"/>
            <p:cNvSpPr/>
            <p:nvPr/>
          </p:nvSpPr>
          <p:spPr>
            <a:xfrm>
              <a:off x="9483528" y="564578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5" name="任意多边形: 形状 2604"/>
            <p:cNvSpPr/>
            <p:nvPr/>
          </p:nvSpPr>
          <p:spPr>
            <a:xfrm>
              <a:off x="9574291" y="564578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6" name="任意多边形: 形状 2605"/>
            <p:cNvSpPr/>
            <p:nvPr/>
          </p:nvSpPr>
          <p:spPr>
            <a:xfrm>
              <a:off x="9671537" y="564578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7" name="任意多边形: 形状 2606"/>
            <p:cNvSpPr/>
            <p:nvPr/>
          </p:nvSpPr>
          <p:spPr>
            <a:xfrm>
              <a:off x="9762299" y="564578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8" name="任意多边形: 形状 2607"/>
            <p:cNvSpPr/>
            <p:nvPr/>
          </p:nvSpPr>
          <p:spPr>
            <a:xfrm>
              <a:off x="9853062" y="564578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9" name="任意多边形: 形状 2608"/>
            <p:cNvSpPr/>
            <p:nvPr/>
          </p:nvSpPr>
          <p:spPr>
            <a:xfrm>
              <a:off x="9943825" y="564578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0" name="任意多边形: 形状 2609"/>
            <p:cNvSpPr/>
            <p:nvPr/>
          </p:nvSpPr>
          <p:spPr>
            <a:xfrm>
              <a:off x="10034587" y="564578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1" name="任意多边形: 形状 2610"/>
            <p:cNvSpPr/>
            <p:nvPr/>
          </p:nvSpPr>
          <p:spPr>
            <a:xfrm>
              <a:off x="10125350" y="564578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2" name="任意多边形: 形状 2611"/>
            <p:cNvSpPr/>
            <p:nvPr/>
          </p:nvSpPr>
          <p:spPr>
            <a:xfrm>
              <a:off x="10222596" y="564578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3" name="任意多边形: 形状 2612"/>
            <p:cNvSpPr/>
            <p:nvPr/>
          </p:nvSpPr>
          <p:spPr>
            <a:xfrm>
              <a:off x="3421878" y="573654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4" name="任意多边形: 形状 2613"/>
            <p:cNvSpPr/>
            <p:nvPr/>
          </p:nvSpPr>
          <p:spPr>
            <a:xfrm>
              <a:off x="3512641" y="573654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5" name="任意多边形: 形状 2614"/>
            <p:cNvSpPr/>
            <p:nvPr/>
          </p:nvSpPr>
          <p:spPr>
            <a:xfrm>
              <a:off x="3609887" y="573654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6" name="任意多边形: 形状 2615"/>
            <p:cNvSpPr/>
            <p:nvPr/>
          </p:nvSpPr>
          <p:spPr>
            <a:xfrm>
              <a:off x="3700650" y="573654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7" name="任意多边形: 形状 2616"/>
            <p:cNvSpPr/>
            <p:nvPr/>
          </p:nvSpPr>
          <p:spPr>
            <a:xfrm>
              <a:off x="3791412" y="573654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8" name="任意多边形: 形状 2617"/>
            <p:cNvSpPr/>
            <p:nvPr/>
          </p:nvSpPr>
          <p:spPr>
            <a:xfrm>
              <a:off x="9023232" y="573654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9" name="任意多边形: 形状 2618"/>
            <p:cNvSpPr/>
            <p:nvPr/>
          </p:nvSpPr>
          <p:spPr>
            <a:xfrm>
              <a:off x="9120478" y="573654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0" name="任意多边形: 形状 2619"/>
            <p:cNvSpPr/>
            <p:nvPr/>
          </p:nvSpPr>
          <p:spPr>
            <a:xfrm>
              <a:off x="9211240" y="573654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1" name="任意多边形: 形状 2620"/>
            <p:cNvSpPr/>
            <p:nvPr/>
          </p:nvSpPr>
          <p:spPr>
            <a:xfrm>
              <a:off x="9302003" y="573654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2" y="64831"/>
                    <a:pt x="0" y="50318"/>
                    <a:pt x="0" y="32415"/>
                  </a:cubicBezTo>
                  <a:cubicBezTo>
                    <a:pt x="0" y="14513"/>
                    <a:pt x="14512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2" name="任意多边形: 形状 2621"/>
            <p:cNvSpPr/>
            <p:nvPr/>
          </p:nvSpPr>
          <p:spPr>
            <a:xfrm>
              <a:off x="9574291" y="573654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3" name="任意多边形: 形状 2622"/>
            <p:cNvSpPr/>
            <p:nvPr/>
          </p:nvSpPr>
          <p:spPr>
            <a:xfrm>
              <a:off x="9671537" y="573654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4" name="任意多边形: 形状 2623"/>
            <p:cNvSpPr/>
            <p:nvPr/>
          </p:nvSpPr>
          <p:spPr>
            <a:xfrm>
              <a:off x="9762299" y="573654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5" name="任意多边形: 形状 2624"/>
            <p:cNvSpPr/>
            <p:nvPr/>
          </p:nvSpPr>
          <p:spPr>
            <a:xfrm>
              <a:off x="9853062" y="573654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1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6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6" name="任意多边形: 形状 2625"/>
            <p:cNvSpPr/>
            <p:nvPr/>
          </p:nvSpPr>
          <p:spPr>
            <a:xfrm>
              <a:off x="9943825" y="573654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7" name="任意多边形: 形状 2626"/>
            <p:cNvSpPr/>
            <p:nvPr/>
          </p:nvSpPr>
          <p:spPr>
            <a:xfrm>
              <a:off x="10034587" y="573654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8" name="任意多边形: 形状 2627"/>
            <p:cNvSpPr/>
            <p:nvPr/>
          </p:nvSpPr>
          <p:spPr>
            <a:xfrm>
              <a:off x="10125350" y="573654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9" name="任意多边形: 形状 2628"/>
            <p:cNvSpPr/>
            <p:nvPr/>
          </p:nvSpPr>
          <p:spPr>
            <a:xfrm>
              <a:off x="3421878" y="582730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0" name="任意多边形: 形状 2629"/>
            <p:cNvSpPr/>
            <p:nvPr/>
          </p:nvSpPr>
          <p:spPr>
            <a:xfrm>
              <a:off x="3512641" y="582730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1" name="任意多边形: 形状 2630"/>
            <p:cNvSpPr/>
            <p:nvPr/>
          </p:nvSpPr>
          <p:spPr>
            <a:xfrm>
              <a:off x="3609887" y="582730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2" name="任意多边形: 形状 2631"/>
            <p:cNvSpPr/>
            <p:nvPr/>
          </p:nvSpPr>
          <p:spPr>
            <a:xfrm>
              <a:off x="3700650" y="582730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3" name="任意多边形: 形状 2632"/>
            <p:cNvSpPr/>
            <p:nvPr/>
          </p:nvSpPr>
          <p:spPr>
            <a:xfrm>
              <a:off x="9671537" y="582730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4" name="任意多边形: 形状 2633"/>
            <p:cNvSpPr/>
            <p:nvPr/>
          </p:nvSpPr>
          <p:spPr>
            <a:xfrm>
              <a:off x="9762299" y="582730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5" name="任意多边形: 形状 2634"/>
            <p:cNvSpPr/>
            <p:nvPr/>
          </p:nvSpPr>
          <p:spPr>
            <a:xfrm>
              <a:off x="9853062" y="582730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1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6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6" name="任意多边形: 形状 2635"/>
            <p:cNvSpPr/>
            <p:nvPr/>
          </p:nvSpPr>
          <p:spPr>
            <a:xfrm>
              <a:off x="9943825" y="582730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7" name="任意多边形: 形状 2636"/>
            <p:cNvSpPr/>
            <p:nvPr/>
          </p:nvSpPr>
          <p:spPr>
            <a:xfrm>
              <a:off x="10034587" y="5827307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8" name="任意多边形: 形状 2637"/>
            <p:cNvSpPr/>
            <p:nvPr/>
          </p:nvSpPr>
          <p:spPr>
            <a:xfrm>
              <a:off x="10125350" y="5827307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9" name="任意多边形: 形状 2638"/>
            <p:cNvSpPr/>
            <p:nvPr/>
          </p:nvSpPr>
          <p:spPr>
            <a:xfrm>
              <a:off x="3512641" y="59245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0" name="任意多边形: 形状 2639"/>
            <p:cNvSpPr/>
            <p:nvPr/>
          </p:nvSpPr>
          <p:spPr>
            <a:xfrm>
              <a:off x="3609887" y="59245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1" name="任意多边形: 形状 2640"/>
            <p:cNvSpPr/>
            <p:nvPr/>
          </p:nvSpPr>
          <p:spPr>
            <a:xfrm>
              <a:off x="3700650" y="59245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2" name="任意多边形: 形状 2641"/>
            <p:cNvSpPr/>
            <p:nvPr/>
          </p:nvSpPr>
          <p:spPr>
            <a:xfrm>
              <a:off x="9671537" y="59245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3" name="任意多边形: 形状 2642"/>
            <p:cNvSpPr/>
            <p:nvPr/>
          </p:nvSpPr>
          <p:spPr>
            <a:xfrm>
              <a:off x="9762299" y="59245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4" name="任意多边形: 形状 2643"/>
            <p:cNvSpPr/>
            <p:nvPr/>
          </p:nvSpPr>
          <p:spPr>
            <a:xfrm>
              <a:off x="9853062" y="5924553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1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6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5" name="任意多边形: 形状 2644"/>
            <p:cNvSpPr/>
            <p:nvPr/>
          </p:nvSpPr>
          <p:spPr>
            <a:xfrm>
              <a:off x="9943825" y="59245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6" name="任意多边形: 形状 2645"/>
            <p:cNvSpPr/>
            <p:nvPr/>
          </p:nvSpPr>
          <p:spPr>
            <a:xfrm>
              <a:off x="10034587" y="5924553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7" name="任意多边形: 形状 2646"/>
            <p:cNvSpPr/>
            <p:nvPr/>
          </p:nvSpPr>
          <p:spPr>
            <a:xfrm>
              <a:off x="3512641" y="601531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8" name="任意多边形: 形状 2647"/>
            <p:cNvSpPr/>
            <p:nvPr/>
          </p:nvSpPr>
          <p:spPr>
            <a:xfrm>
              <a:off x="3609887" y="601531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9" name="任意多边形: 形状 2648"/>
            <p:cNvSpPr/>
            <p:nvPr/>
          </p:nvSpPr>
          <p:spPr>
            <a:xfrm>
              <a:off x="9762299" y="601531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0" name="任意多边形: 形状 2649"/>
            <p:cNvSpPr/>
            <p:nvPr/>
          </p:nvSpPr>
          <p:spPr>
            <a:xfrm>
              <a:off x="9853062" y="601531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6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1" name="任意多边形: 形状 2650"/>
            <p:cNvSpPr/>
            <p:nvPr/>
          </p:nvSpPr>
          <p:spPr>
            <a:xfrm>
              <a:off x="9943825" y="601531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2" name="任意多边形: 形状 2651"/>
            <p:cNvSpPr/>
            <p:nvPr/>
          </p:nvSpPr>
          <p:spPr>
            <a:xfrm>
              <a:off x="10773655" y="601531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3" name="任意多边形: 形状 2652"/>
            <p:cNvSpPr/>
            <p:nvPr/>
          </p:nvSpPr>
          <p:spPr>
            <a:xfrm>
              <a:off x="3512641" y="610607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4" name="任意多边形: 形状 2653"/>
            <p:cNvSpPr/>
            <p:nvPr/>
          </p:nvSpPr>
          <p:spPr>
            <a:xfrm>
              <a:off x="3609887" y="6106078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5" name="任意多边形: 形状 2654"/>
            <p:cNvSpPr/>
            <p:nvPr/>
          </p:nvSpPr>
          <p:spPr>
            <a:xfrm>
              <a:off x="3700650" y="610607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6" name="任意多边形: 形状 2655"/>
            <p:cNvSpPr/>
            <p:nvPr/>
          </p:nvSpPr>
          <p:spPr>
            <a:xfrm>
              <a:off x="10773655" y="6106078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7" name="任意多边形: 形状 2656"/>
            <p:cNvSpPr/>
            <p:nvPr/>
          </p:nvSpPr>
          <p:spPr>
            <a:xfrm>
              <a:off x="3512641" y="619684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8" name="任意多边形: 形状 2657"/>
            <p:cNvSpPr/>
            <p:nvPr/>
          </p:nvSpPr>
          <p:spPr>
            <a:xfrm>
              <a:off x="3609887" y="619684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9" name="任意多边形: 形状 2658"/>
            <p:cNvSpPr/>
            <p:nvPr/>
          </p:nvSpPr>
          <p:spPr>
            <a:xfrm>
              <a:off x="3700650" y="619684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0" name="任意多边形: 形状 2659"/>
            <p:cNvSpPr/>
            <p:nvPr/>
          </p:nvSpPr>
          <p:spPr>
            <a:xfrm>
              <a:off x="9762299" y="6196841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1" name="任意多边形: 形状 2660"/>
            <p:cNvSpPr/>
            <p:nvPr/>
          </p:nvSpPr>
          <p:spPr>
            <a:xfrm>
              <a:off x="9853062" y="619684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2" name="任意多边形: 形状 2661"/>
            <p:cNvSpPr/>
            <p:nvPr/>
          </p:nvSpPr>
          <p:spPr>
            <a:xfrm>
              <a:off x="10676409" y="619684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3" name="任意多边形: 形状 2662"/>
            <p:cNvSpPr/>
            <p:nvPr/>
          </p:nvSpPr>
          <p:spPr>
            <a:xfrm>
              <a:off x="10773655" y="6196841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4" name="任意多边形: 形状 2663"/>
            <p:cNvSpPr/>
            <p:nvPr/>
          </p:nvSpPr>
          <p:spPr>
            <a:xfrm>
              <a:off x="3512641" y="628760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5" name="任意多边形: 形状 2664"/>
            <p:cNvSpPr/>
            <p:nvPr/>
          </p:nvSpPr>
          <p:spPr>
            <a:xfrm>
              <a:off x="3609887" y="628760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6" name="任意多边形: 形状 2665"/>
            <p:cNvSpPr/>
            <p:nvPr/>
          </p:nvSpPr>
          <p:spPr>
            <a:xfrm>
              <a:off x="3882175" y="628760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7" name="任意多边形: 形状 2666"/>
            <p:cNvSpPr/>
            <p:nvPr/>
          </p:nvSpPr>
          <p:spPr>
            <a:xfrm>
              <a:off x="3972938" y="628760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8" name="任意多边形: 形状 2667"/>
            <p:cNvSpPr/>
            <p:nvPr/>
          </p:nvSpPr>
          <p:spPr>
            <a:xfrm>
              <a:off x="9762299" y="628760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9" name="任意多边形: 形状 2668"/>
            <p:cNvSpPr/>
            <p:nvPr/>
          </p:nvSpPr>
          <p:spPr>
            <a:xfrm>
              <a:off x="10585647" y="6287604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0" name="任意多边形: 形状 2669"/>
            <p:cNvSpPr/>
            <p:nvPr/>
          </p:nvSpPr>
          <p:spPr>
            <a:xfrm>
              <a:off x="10676409" y="6287604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1" name="任意多边形: 形状 2670"/>
            <p:cNvSpPr/>
            <p:nvPr/>
          </p:nvSpPr>
          <p:spPr>
            <a:xfrm>
              <a:off x="3609887" y="637836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2" name="任意多边形: 形状 2671"/>
            <p:cNvSpPr/>
            <p:nvPr/>
          </p:nvSpPr>
          <p:spPr>
            <a:xfrm>
              <a:off x="3700650" y="6378366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3" name="任意多边形: 形状 2672"/>
            <p:cNvSpPr/>
            <p:nvPr/>
          </p:nvSpPr>
          <p:spPr>
            <a:xfrm>
              <a:off x="10494884" y="637836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4" name="任意多边形: 形状 2673"/>
            <p:cNvSpPr/>
            <p:nvPr/>
          </p:nvSpPr>
          <p:spPr>
            <a:xfrm>
              <a:off x="10585647" y="6378366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5" name="任意多边形: 形状 2674"/>
            <p:cNvSpPr/>
            <p:nvPr/>
          </p:nvSpPr>
          <p:spPr>
            <a:xfrm>
              <a:off x="10313359" y="64756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6" name="任意多边形: 形状 2675"/>
            <p:cNvSpPr/>
            <p:nvPr/>
          </p:nvSpPr>
          <p:spPr>
            <a:xfrm>
              <a:off x="10404121" y="6475612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1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1"/>
                    <a:pt x="32416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6" y="0"/>
                  </a:cubicBezTo>
                  <a:cubicBezTo>
                    <a:pt x="50318" y="0"/>
                    <a:pt x="64831" y="14513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7" name="任意多边形: 形状 2676"/>
            <p:cNvSpPr/>
            <p:nvPr/>
          </p:nvSpPr>
          <p:spPr>
            <a:xfrm>
              <a:off x="10494884" y="6475612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1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1"/>
                    <a:pt x="32415" y="64831"/>
                  </a:cubicBezTo>
                  <a:cubicBezTo>
                    <a:pt x="14513" y="64831"/>
                    <a:pt x="0" y="50318"/>
                    <a:pt x="0" y="32415"/>
                  </a:cubicBezTo>
                  <a:cubicBezTo>
                    <a:pt x="0" y="14513"/>
                    <a:pt x="14513" y="0"/>
                    <a:pt x="32415" y="0"/>
                  </a:cubicBezTo>
                  <a:cubicBezTo>
                    <a:pt x="50317" y="0"/>
                    <a:pt x="64830" y="14513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8" name="任意多边形: 形状 2677"/>
            <p:cNvSpPr/>
            <p:nvPr/>
          </p:nvSpPr>
          <p:spPr>
            <a:xfrm>
              <a:off x="10313359" y="6566375"/>
              <a:ext cx="64830" cy="64830"/>
            </a:xfrm>
            <a:custGeom>
              <a:avLst/>
              <a:gdLst>
                <a:gd name="connsiteX0" fmla="*/ 64830 w 64830"/>
                <a:gd name="connsiteY0" fmla="*/ 32415 h 64830"/>
                <a:gd name="connsiteX1" fmla="*/ 32415 w 64830"/>
                <a:gd name="connsiteY1" fmla="*/ 64830 h 64830"/>
                <a:gd name="connsiteX2" fmla="*/ 0 w 64830"/>
                <a:gd name="connsiteY2" fmla="*/ 32415 h 64830"/>
                <a:gd name="connsiteX3" fmla="*/ 32415 w 64830"/>
                <a:gd name="connsiteY3" fmla="*/ 0 h 64830"/>
                <a:gd name="connsiteX4" fmla="*/ 64830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0" y="32415"/>
                  </a:moveTo>
                  <a:cubicBezTo>
                    <a:pt x="64830" y="50318"/>
                    <a:pt x="50317" y="64830"/>
                    <a:pt x="32415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5" y="0"/>
                  </a:cubicBezTo>
                  <a:cubicBezTo>
                    <a:pt x="50317" y="0"/>
                    <a:pt x="64830" y="14512"/>
                    <a:pt x="64830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9" name="任意多边形: 形状 2678"/>
            <p:cNvSpPr/>
            <p:nvPr/>
          </p:nvSpPr>
          <p:spPr>
            <a:xfrm>
              <a:off x="10404121" y="6566375"/>
              <a:ext cx="64830" cy="64830"/>
            </a:xfrm>
            <a:custGeom>
              <a:avLst/>
              <a:gdLst>
                <a:gd name="connsiteX0" fmla="*/ 64831 w 64830"/>
                <a:gd name="connsiteY0" fmla="*/ 32415 h 64830"/>
                <a:gd name="connsiteX1" fmla="*/ 32416 w 64830"/>
                <a:gd name="connsiteY1" fmla="*/ 64830 h 64830"/>
                <a:gd name="connsiteX2" fmla="*/ 0 w 64830"/>
                <a:gd name="connsiteY2" fmla="*/ 32415 h 64830"/>
                <a:gd name="connsiteX3" fmla="*/ 32416 w 64830"/>
                <a:gd name="connsiteY3" fmla="*/ 0 h 64830"/>
                <a:gd name="connsiteX4" fmla="*/ 64831 w 64830"/>
                <a:gd name="connsiteY4" fmla="*/ 32415 h 6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30" h="64830">
                  <a:moveTo>
                    <a:pt x="64831" y="32415"/>
                  </a:moveTo>
                  <a:cubicBezTo>
                    <a:pt x="64831" y="50318"/>
                    <a:pt x="50318" y="64830"/>
                    <a:pt x="32416" y="64830"/>
                  </a:cubicBezTo>
                  <a:cubicBezTo>
                    <a:pt x="14513" y="64830"/>
                    <a:pt x="0" y="50318"/>
                    <a:pt x="0" y="32415"/>
                  </a:cubicBezTo>
                  <a:cubicBezTo>
                    <a:pt x="0" y="14512"/>
                    <a:pt x="14513" y="0"/>
                    <a:pt x="32416" y="0"/>
                  </a:cubicBezTo>
                  <a:cubicBezTo>
                    <a:pt x="50318" y="0"/>
                    <a:pt x="64831" y="14512"/>
                    <a:pt x="64831" y="324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30000"/>
              </a:schemeClr>
            </a:solidFill>
            <a:ln w="64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全球布局</a:t>
            </a:r>
            <a:endParaRPr lang="zh-CN" altLang="en-US" dirty="0"/>
          </a:p>
        </p:txBody>
      </p:sp>
      <p:grpSp>
        <p:nvGrpSpPr>
          <p:cNvPr id="2680" name="组合 2679"/>
          <p:cNvGrpSpPr/>
          <p:nvPr/>
        </p:nvGrpSpPr>
        <p:grpSpPr>
          <a:xfrm>
            <a:off x="603355" y="1636513"/>
            <a:ext cx="11109220" cy="3964315"/>
            <a:chOff x="603355" y="1674614"/>
            <a:chExt cx="9692612" cy="3458800"/>
          </a:xfrm>
        </p:grpSpPr>
        <p:grpSp>
          <p:nvGrpSpPr>
            <p:cNvPr id="5" name="组合 4"/>
            <p:cNvGrpSpPr/>
            <p:nvPr/>
          </p:nvGrpSpPr>
          <p:grpSpPr>
            <a:xfrm>
              <a:off x="603355" y="3294672"/>
              <a:ext cx="1631049" cy="1838742"/>
              <a:chOff x="493428" y="2134235"/>
              <a:chExt cx="2139315" cy="2411730"/>
            </a:xfrm>
          </p:grpSpPr>
          <p:sp>
            <p:nvSpPr>
              <p:cNvPr id="49" name="任意多边形: 形状 48"/>
              <p:cNvSpPr/>
              <p:nvPr/>
            </p:nvSpPr>
            <p:spPr>
              <a:xfrm>
                <a:off x="493428" y="2134235"/>
                <a:ext cx="2139315" cy="2411730"/>
              </a:xfrm>
              <a:custGeom>
                <a:avLst/>
                <a:gdLst>
                  <a:gd name="connsiteX0" fmla="*/ 96203 w 2139315"/>
                  <a:gd name="connsiteY0" fmla="*/ 532448 h 2411730"/>
                  <a:gd name="connsiteX1" fmla="*/ 973455 w 2139315"/>
                  <a:gd name="connsiteY1" fmla="*/ 25718 h 2411730"/>
                  <a:gd name="connsiteX2" fmla="*/ 1165860 w 2139315"/>
                  <a:gd name="connsiteY2" fmla="*/ 25718 h 2411730"/>
                  <a:gd name="connsiteX3" fmla="*/ 2043113 w 2139315"/>
                  <a:gd name="connsiteY3" fmla="*/ 532448 h 2411730"/>
                  <a:gd name="connsiteX4" fmla="*/ 2139315 w 2139315"/>
                  <a:gd name="connsiteY4" fmla="*/ 699135 h 2411730"/>
                  <a:gd name="connsiteX5" fmla="*/ 2139315 w 2139315"/>
                  <a:gd name="connsiteY5" fmla="*/ 1712595 h 2411730"/>
                  <a:gd name="connsiteX6" fmla="*/ 2043113 w 2139315"/>
                  <a:gd name="connsiteY6" fmla="*/ 1879283 h 2411730"/>
                  <a:gd name="connsiteX7" fmla="*/ 1165860 w 2139315"/>
                  <a:gd name="connsiteY7" fmla="*/ 2386013 h 2411730"/>
                  <a:gd name="connsiteX8" fmla="*/ 973455 w 2139315"/>
                  <a:gd name="connsiteY8" fmla="*/ 2386013 h 2411730"/>
                  <a:gd name="connsiteX9" fmla="*/ 96203 w 2139315"/>
                  <a:gd name="connsiteY9" fmla="*/ 1879283 h 2411730"/>
                  <a:gd name="connsiteX10" fmla="*/ 0 w 2139315"/>
                  <a:gd name="connsiteY10" fmla="*/ 1712595 h 2411730"/>
                  <a:gd name="connsiteX11" fmla="*/ 0 w 2139315"/>
                  <a:gd name="connsiteY11" fmla="*/ 699135 h 2411730"/>
                  <a:gd name="connsiteX12" fmla="*/ 96203 w 2139315"/>
                  <a:gd name="connsiteY12" fmla="*/ 532448 h 2411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39315" h="2411730">
                    <a:moveTo>
                      <a:pt x="96203" y="532448"/>
                    </a:moveTo>
                    <a:lnTo>
                      <a:pt x="973455" y="25718"/>
                    </a:lnTo>
                    <a:cubicBezTo>
                      <a:pt x="1033463" y="-8573"/>
                      <a:pt x="1106805" y="-8573"/>
                      <a:pt x="1165860" y="25718"/>
                    </a:cubicBezTo>
                    <a:lnTo>
                      <a:pt x="2043113" y="532448"/>
                    </a:lnTo>
                    <a:cubicBezTo>
                      <a:pt x="2103120" y="566738"/>
                      <a:pt x="2139315" y="630555"/>
                      <a:pt x="2139315" y="699135"/>
                    </a:cubicBezTo>
                    <a:lnTo>
                      <a:pt x="2139315" y="1712595"/>
                    </a:lnTo>
                    <a:cubicBezTo>
                      <a:pt x="2139315" y="1781175"/>
                      <a:pt x="2102168" y="1844993"/>
                      <a:pt x="2043113" y="1879283"/>
                    </a:cubicBezTo>
                    <a:lnTo>
                      <a:pt x="1165860" y="2386013"/>
                    </a:lnTo>
                    <a:cubicBezTo>
                      <a:pt x="1105853" y="2420303"/>
                      <a:pt x="1032510" y="2420303"/>
                      <a:pt x="973455" y="2386013"/>
                    </a:cubicBezTo>
                    <a:lnTo>
                      <a:pt x="96203" y="1879283"/>
                    </a:lnTo>
                    <a:cubicBezTo>
                      <a:pt x="36195" y="1844993"/>
                      <a:pt x="0" y="1781175"/>
                      <a:pt x="0" y="1712595"/>
                    </a:cubicBezTo>
                    <a:lnTo>
                      <a:pt x="0" y="699135"/>
                    </a:lnTo>
                    <a:cubicBezTo>
                      <a:pt x="0" y="630555"/>
                      <a:pt x="36195" y="566738"/>
                      <a:pt x="96203" y="53244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chemeClr val="bg1">
                    <a:lumMod val="7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658210" y="2134235"/>
                <a:ext cx="1809750" cy="877252"/>
              </a:xfrm>
              <a:custGeom>
                <a:avLst/>
                <a:gdLst>
                  <a:gd name="connsiteX0" fmla="*/ 1001077 w 1809750"/>
                  <a:gd name="connsiteY0" fmla="*/ 25718 h 877252"/>
                  <a:gd name="connsiteX1" fmla="*/ 808673 w 1809750"/>
                  <a:gd name="connsiteY1" fmla="*/ 25718 h 877252"/>
                  <a:gd name="connsiteX2" fmla="*/ 0 w 1809750"/>
                  <a:gd name="connsiteY2" fmla="*/ 492442 h 877252"/>
                  <a:gd name="connsiteX3" fmla="*/ 407670 w 1809750"/>
                  <a:gd name="connsiteY3" fmla="*/ 492442 h 877252"/>
                  <a:gd name="connsiteX4" fmla="*/ 501015 w 1809750"/>
                  <a:gd name="connsiteY4" fmla="*/ 564833 h 877252"/>
                  <a:gd name="connsiteX5" fmla="*/ 904875 w 1809750"/>
                  <a:gd name="connsiteY5" fmla="*/ 877253 h 877252"/>
                  <a:gd name="connsiteX6" fmla="*/ 1308735 w 1809750"/>
                  <a:gd name="connsiteY6" fmla="*/ 564833 h 877252"/>
                  <a:gd name="connsiteX7" fmla="*/ 1402080 w 1809750"/>
                  <a:gd name="connsiteY7" fmla="*/ 492442 h 877252"/>
                  <a:gd name="connsiteX8" fmla="*/ 1809750 w 1809750"/>
                  <a:gd name="connsiteY8" fmla="*/ 492442 h 877252"/>
                  <a:gd name="connsiteX9" fmla="*/ 1001077 w 1809750"/>
                  <a:gd name="connsiteY9" fmla="*/ 25718 h 87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0" h="877252">
                    <a:moveTo>
                      <a:pt x="1001077" y="25718"/>
                    </a:moveTo>
                    <a:cubicBezTo>
                      <a:pt x="941070" y="-8573"/>
                      <a:pt x="867728" y="-8573"/>
                      <a:pt x="808673" y="25718"/>
                    </a:cubicBezTo>
                    <a:lnTo>
                      <a:pt x="0" y="492442"/>
                    </a:lnTo>
                    <a:lnTo>
                      <a:pt x="407670" y="492442"/>
                    </a:lnTo>
                    <a:cubicBezTo>
                      <a:pt x="451485" y="492442"/>
                      <a:pt x="489585" y="521970"/>
                      <a:pt x="501015" y="564833"/>
                    </a:cubicBezTo>
                    <a:cubicBezTo>
                      <a:pt x="547688" y="744855"/>
                      <a:pt x="710565" y="877253"/>
                      <a:pt x="904875" y="877253"/>
                    </a:cubicBezTo>
                    <a:cubicBezTo>
                      <a:pt x="1099185" y="877253"/>
                      <a:pt x="1262063" y="743903"/>
                      <a:pt x="1308735" y="564833"/>
                    </a:cubicBezTo>
                    <a:cubicBezTo>
                      <a:pt x="1320165" y="521970"/>
                      <a:pt x="1358265" y="492442"/>
                      <a:pt x="1402080" y="492442"/>
                    </a:cubicBezTo>
                    <a:lnTo>
                      <a:pt x="1809750" y="492442"/>
                    </a:lnTo>
                    <a:lnTo>
                      <a:pt x="1001077" y="257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  <a:effectLst>
                <a:innerShdw blurRad="63500" dist="38100" dir="5400000">
                  <a:prstClr val="black">
                    <a:alpha val="13000"/>
                  </a:prstClr>
                </a:innerShdw>
              </a:effectLst>
            </p:spPr>
            <p:txBody>
              <a:bodyPr rtlCol="0" anchor="ctr"/>
              <a:lstStyle/>
              <a:p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1243125" y="2280472"/>
                <a:ext cx="644250" cy="528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TextBox 7"/>
              <p:cNvSpPr txBox="1"/>
              <p:nvPr/>
            </p:nvSpPr>
            <p:spPr>
              <a:xfrm>
                <a:off x="658208" y="3119625"/>
                <a:ext cx="1809752" cy="919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2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点击此处添加标题</a:t>
                </a:r>
                <a:endParaRPr lang="en-US" altLang="zh-CN" sz="12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标题数字等都可以通过点击更改更多功能内容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249651" y="3294671"/>
              <a:ext cx="1631048" cy="1838742"/>
              <a:chOff x="4345360" y="2134235"/>
              <a:chExt cx="2139314" cy="2411730"/>
            </a:xfrm>
          </p:grpSpPr>
          <p:sp>
            <p:nvSpPr>
              <p:cNvPr id="44" name="任意多边形: 形状 43"/>
              <p:cNvSpPr/>
              <p:nvPr/>
            </p:nvSpPr>
            <p:spPr>
              <a:xfrm>
                <a:off x="4345360" y="2134235"/>
                <a:ext cx="2139314" cy="2411730"/>
              </a:xfrm>
              <a:custGeom>
                <a:avLst/>
                <a:gdLst>
                  <a:gd name="connsiteX0" fmla="*/ 96203 w 2139315"/>
                  <a:gd name="connsiteY0" fmla="*/ 532448 h 2411730"/>
                  <a:gd name="connsiteX1" fmla="*/ 973455 w 2139315"/>
                  <a:gd name="connsiteY1" fmla="*/ 25718 h 2411730"/>
                  <a:gd name="connsiteX2" fmla="*/ 1165860 w 2139315"/>
                  <a:gd name="connsiteY2" fmla="*/ 25718 h 2411730"/>
                  <a:gd name="connsiteX3" fmla="*/ 2043113 w 2139315"/>
                  <a:gd name="connsiteY3" fmla="*/ 532448 h 2411730"/>
                  <a:gd name="connsiteX4" fmla="*/ 2139315 w 2139315"/>
                  <a:gd name="connsiteY4" fmla="*/ 699135 h 2411730"/>
                  <a:gd name="connsiteX5" fmla="*/ 2139315 w 2139315"/>
                  <a:gd name="connsiteY5" fmla="*/ 1712595 h 2411730"/>
                  <a:gd name="connsiteX6" fmla="*/ 2043113 w 2139315"/>
                  <a:gd name="connsiteY6" fmla="*/ 1879283 h 2411730"/>
                  <a:gd name="connsiteX7" fmla="*/ 1165860 w 2139315"/>
                  <a:gd name="connsiteY7" fmla="*/ 2386013 h 2411730"/>
                  <a:gd name="connsiteX8" fmla="*/ 973455 w 2139315"/>
                  <a:gd name="connsiteY8" fmla="*/ 2386013 h 2411730"/>
                  <a:gd name="connsiteX9" fmla="*/ 96203 w 2139315"/>
                  <a:gd name="connsiteY9" fmla="*/ 1879283 h 2411730"/>
                  <a:gd name="connsiteX10" fmla="*/ 0 w 2139315"/>
                  <a:gd name="connsiteY10" fmla="*/ 1712595 h 2411730"/>
                  <a:gd name="connsiteX11" fmla="*/ 0 w 2139315"/>
                  <a:gd name="connsiteY11" fmla="*/ 699135 h 2411730"/>
                  <a:gd name="connsiteX12" fmla="*/ 96203 w 2139315"/>
                  <a:gd name="connsiteY12" fmla="*/ 532448 h 2411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39315" h="2411730">
                    <a:moveTo>
                      <a:pt x="96203" y="532448"/>
                    </a:moveTo>
                    <a:lnTo>
                      <a:pt x="973455" y="25718"/>
                    </a:lnTo>
                    <a:cubicBezTo>
                      <a:pt x="1033463" y="-8573"/>
                      <a:pt x="1106805" y="-8573"/>
                      <a:pt x="1165860" y="25718"/>
                    </a:cubicBezTo>
                    <a:lnTo>
                      <a:pt x="2043113" y="532448"/>
                    </a:lnTo>
                    <a:cubicBezTo>
                      <a:pt x="2103120" y="566738"/>
                      <a:pt x="2139315" y="630555"/>
                      <a:pt x="2139315" y="699135"/>
                    </a:cubicBezTo>
                    <a:lnTo>
                      <a:pt x="2139315" y="1712595"/>
                    </a:lnTo>
                    <a:cubicBezTo>
                      <a:pt x="2139315" y="1781175"/>
                      <a:pt x="2102168" y="1844993"/>
                      <a:pt x="2043113" y="1879283"/>
                    </a:cubicBezTo>
                    <a:lnTo>
                      <a:pt x="1165860" y="2386013"/>
                    </a:lnTo>
                    <a:cubicBezTo>
                      <a:pt x="1105853" y="2420303"/>
                      <a:pt x="1032510" y="2420303"/>
                      <a:pt x="973455" y="2386013"/>
                    </a:cubicBezTo>
                    <a:lnTo>
                      <a:pt x="96203" y="1879283"/>
                    </a:lnTo>
                    <a:cubicBezTo>
                      <a:pt x="36195" y="1844993"/>
                      <a:pt x="0" y="1781175"/>
                      <a:pt x="0" y="1712595"/>
                    </a:cubicBezTo>
                    <a:lnTo>
                      <a:pt x="0" y="699135"/>
                    </a:lnTo>
                    <a:cubicBezTo>
                      <a:pt x="0" y="630555"/>
                      <a:pt x="36195" y="566738"/>
                      <a:pt x="96203" y="53244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chemeClr val="bg1">
                    <a:lumMod val="7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4510141" y="2134235"/>
                <a:ext cx="1809750" cy="877252"/>
              </a:xfrm>
              <a:custGeom>
                <a:avLst/>
                <a:gdLst>
                  <a:gd name="connsiteX0" fmla="*/ 1001077 w 1809750"/>
                  <a:gd name="connsiteY0" fmla="*/ 25718 h 877252"/>
                  <a:gd name="connsiteX1" fmla="*/ 808673 w 1809750"/>
                  <a:gd name="connsiteY1" fmla="*/ 25718 h 877252"/>
                  <a:gd name="connsiteX2" fmla="*/ 0 w 1809750"/>
                  <a:gd name="connsiteY2" fmla="*/ 492442 h 877252"/>
                  <a:gd name="connsiteX3" fmla="*/ 407670 w 1809750"/>
                  <a:gd name="connsiteY3" fmla="*/ 492442 h 877252"/>
                  <a:gd name="connsiteX4" fmla="*/ 501015 w 1809750"/>
                  <a:gd name="connsiteY4" fmla="*/ 564833 h 877252"/>
                  <a:gd name="connsiteX5" fmla="*/ 904875 w 1809750"/>
                  <a:gd name="connsiteY5" fmla="*/ 877253 h 877252"/>
                  <a:gd name="connsiteX6" fmla="*/ 1308735 w 1809750"/>
                  <a:gd name="connsiteY6" fmla="*/ 564833 h 877252"/>
                  <a:gd name="connsiteX7" fmla="*/ 1402080 w 1809750"/>
                  <a:gd name="connsiteY7" fmla="*/ 492442 h 877252"/>
                  <a:gd name="connsiteX8" fmla="*/ 1809750 w 1809750"/>
                  <a:gd name="connsiteY8" fmla="*/ 492442 h 877252"/>
                  <a:gd name="connsiteX9" fmla="*/ 1001077 w 1809750"/>
                  <a:gd name="connsiteY9" fmla="*/ 25718 h 87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0" h="877252">
                    <a:moveTo>
                      <a:pt x="1001077" y="25718"/>
                    </a:moveTo>
                    <a:cubicBezTo>
                      <a:pt x="941070" y="-8573"/>
                      <a:pt x="867728" y="-8573"/>
                      <a:pt x="808673" y="25718"/>
                    </a:cubicBezTo>
                    <a:lnTo>
                      <a:pt x="0" y="492442"/>
                    </a:lnTo>
                    <a:lnTo>
                      <a:pt x="407670" y="492442"/>
                    </a:lnTo>
                    <a:cubicBezTo>
                      <a:pt x="451485" y="492442"/>
                      <a:pt x="489585" y="521970"/>
                      <a:pt x="501015" y="564833"/>
                    </a:cubicBezTo>
                    <a:cubicBezTo>
                      <a:pt x="547688" y="744855"/>
                      <a:pt x="710565" y="877253"/>
                      <a:pt x="904875" y="877253"/>
                    </a:cubicBezTo>
                    <a:cubicBezTo>
                      <a:pt x="1099185" y="877253"/>
                      <a:pt x="1262063" y="743903"/>
                      <a:pt x="1308735" y="564833"/>
                    </a:cubicBezTo>
                    <a:cubicBezTo>
                      <a:pt x="1320165" y="521970"/>
                      <a:pt x="1358265" y="492442"/>
                      <a:pt x="1402080" y="492442"/>
                    </a:cubicBezTo>
                    <a:lnTo>
                      <a:pt x="1809750" y="492442"/>
                    </a:lnTo>
                    <a:lnTo>
                      <a:pt x="1001077" y="257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  <a:effectLst>
                <a:innerShdw blurRad="63500" dist="38100" dir="5400000">
                  <a:prstClr val="black">
                    <a:alpha val="13000"/>
                  </a:prstClr>
                </a:innerShdw>
              </a:effectLst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5095056" y="2280472"/>
                <a:ext cx="644250" cy="528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TextBox 7"/>
              <p:cNvSpPr txBox="1"/>
              <p:nvPr/>
            </p:nvSpPr>
            <p:spPr>
              <a:xfrm>
                <a:off x="4510140" y="3119625"/>
                <a:ext cx="1809753" cy="919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2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点击此处添加标题</a:t>
                </a:r>
                <a:endParaRPr lang="en-US" altLang="zh-CN" sz="12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标题数字等都可以通过点击更改更多功能内容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5924718" y="3294671"/>
              <a:ext cx="1631048" cy="1838742"/>
              <a:chOff x="8196930" y="2134235"/>
              <a:chExt cx="2139314" cy="2411730"/>
            </a:xfrm>
          </p:grpSpPr>
          <p:sp>
            <p:nvSpPr>
              <p:cNvPr id="39" name="任意多边形: 形状 38"/>
              <p:cNvSpPr/>
              <p:nvPr/>
            </p:nvSpPr>
            <p:spPr>
              <a:xfrm>
                <a:off x="8196930" y="2134235"/>
                <a:ext cx="2139314" cy="2411730"/>
              </a:xfrm>
              <a:custGeom>
                <a:avLst/>
                <a:gdLst>
                  <a:gd name="connsiteX0" fmla="*/ 96203 w 2139315"/>
                  <a:gd name="connsiteY0" fmla="*/ 532448 h 2411730"/>
                  <a:gd name="connsiteX1" fmla="*/ 973455 w 2139315"/>
                  <a:gd name="connsiteY1" fmla="*/ 25718 h 2411730"/>
                  <a:gd name="connsiteX2" fmla="*/ 1165860 w 2139315"/>
                  <a:gd name="connsiteY2" fmla="*/ 25718 h 2411730"/>
                  <a:gd name="connsiteX3" fmla="*/ 2043113 w 2139315"/>
                  <a:gd name="connsiteY3" fmla="*/ 532448 h 2411730"/>
                  <a:gd name="connsiteX4" fmla="*/ 2139315 w 2139315"/>
                  <a:gd name="connsiteY4" fmla="*/ 699135 h 2411730"/>
                  <a:gd name="connsiteX5" fmla="*/ 2139315 w 2139315"/>
                  <a:gd name="connsiteY5" fmla="*/ 1712595 h 2411730"/>
                  <a:gd name="connsiteX6" fmla="*/ 2043113 w 2139315"/>
                  <a:gd name="connsiteY6" fmla="*/ 1879283 h 2411730"/>
                  <a:gd name="connsiteX7" fmla="*/ 1165860 w 2139315"/>
                  <a:gd name="connsiteY7" fmla="*/ 2386013 h 2411730"/>
                  <a:gd name="connsiteX8" fmla="*/ 973455 w 2139315"/>
                  <a:gd name="connsiteY8" fmla="*/ 2386013 h 2411730"/>
                  <a:gd name="connsiteX9" fmla="*/ 96203 w 2139315"/>
                  <a:gd name="connsiteY9" fmla="*/ 1879283 h 2411730"/>
                  <a:gd name="connsiteX10" fmla="*/ 0 w 2139315"/>
                  <a:gd name="connsiteY10" fmla="*/ 1712595 h 2411730"/>
                  <a:gd name="connsiteX11" fmla="*/ 0 w 2139315"/>
                  <a:gd name="connsiteY11" fmla="*/ 699135 h 2411730"/>
                  <a:gd name="connsiteX12" fmla="*/ 96203 w 2139315"/>
                  <a:gd name="connsiteY12" fmla="*/ 532448 h 2411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39315" h="2411730">
                    <a:moveTo>
                      <a:pt x="96203" y="532448"/>
                    </a:moveTo>
                    <a:lnTo>
                      <a:pt x="973455" y="25718"/>
                    </a:lnTo>
                    <a:cubicBezTo>
                      <a:pt x="1033463" y="-8573"/>
                      <a:pt x="1106805" y="-8573"/>
                      <a:pt x="1165860" y="25718"/>
                    </a:cubicBezTo>
                    <a:lnTo>
                      <a:pt x="2043113" y="532448"/>
                    </a:lnTo>
                    <a:cubicBezTo>
                      <a:pt x="2103120" y="566738"/>
                      <a:pt x="2139315" y="630555"/>
                      <a:pt x="2139315" y="699135"/>
                    </a:cubicBezTo>
                    <a:lnTo>
                      <a:pt x="2139315" y="1712595"/>
                    </a:lnTo>
                    <a:cubicBezTo>
                      <a:pt x="2139315" y="1781175"/>
                      <a:pt x="2102168" y="1844993"/>
                      <a:pt x="2043113" y="1879283"/>
                    </a:cubicBezTo>
                    <a:lnTo>
                      <a:pt x="1165860" y="2386013"/>
                    </a:lnTo>
                    <a:cubicBezTo>
                      <a:pt x="1105853" y="2420303"/>
                      <a:pt x="1032510" y="2420303"/>
                      <a:pt x="973455" y="2386013"/>
                    </a:cubicBezTo>
                    <a:lnTo>
                      <a:pt x="96203" y="1879283"/>
                    </a:lnTo>
                    <a:cubicBezTo>
                      <a:pt x="36195" y="1844993"/>
                      <a:pt x="0" y="1781175"/>
                      <a:pt x="0" y="1712595"/>
                    </a:cubicBezTo>
                    <a:lnTo>
                      <a:pt x="0" y="699135"/>
                    </a:lnTo>
                    <a:cubicBezTo>
                      <a:pt x="0" y="630555"/>
                      <a:pt x="36195" y="566738"/>
                      <a:pt x="96203" y="53244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chemeClr val="bg1">
                    <a:lumMod val="7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8361713" y="2134235"/>
                <a:ext cx="1809750" cy="877252"/>
              </a:xfrm>
              <a:custGeom>
                <a:avLst/>
                <a:gdLst>
                  <a:gd name="connsiteX0" fmla="*/ 1001077 w 1809750"/>
                  <a:gd name="connsiteY0" fmla="*/ 25718 h 877252"/>
                  <a:gd name="connsiteX1" fmla="*/ 808673 w 1809750"/>
                  <a:gd name="connsiteY1" fmla="*/ 25718 h 877252"/>
                  <a:gd name="connsiteX2" fmla="*/ 0 w 1809750"/>
                  <a:gd name="connsiteY2" fmla="*/ 492442 h 877252"/>
                  <a:gd name="connsiteX3" fmla="*/ 407670 w 1809750"/>
                  <a:gd name="connsiteY3" fmla="*/ 492442 h 877252"/>
                  <a:gd name="connsiteX4" fmla="*/ 501015 w 1809750"/>
                  <a:gd name="connsiteY4" fmla="*/ 564833 h 877252"/>
                  <a:gd name="connsiteX5" fmla="*/ 904875 w 1809750"/>
                  <a:gd name="connsiteY5" fmla="*/ 877253 h 877252"/>
                  <a:gd name="connsiteX6" fmla="*/ 1308735 w 1809750"/>
                  <a:gd name="connsiteY6" fmla="*/ 564833 h 877252"/>
                  <a:gd name="connsiteX7" fmla="*/ 1402080 w 1809750"/>
                  <a:gd name="connsiteY7" fmla="*/ 492442 h 877252"/>
                  <a:gd name="connsiteX8" fmla="*/ 1809750 w 1809750"/>
                  <a:gd name="connsiteY8" fmla="*/ 492442 h 877252"/>
                  <a:gd name="connsiteX9" fmla="*/ 1001077 w 1809750"/>
                  <a:gd name="connsiteY9" fmla="*/ 25718 h 87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0" h="877252">
                    <a:moveTo>
                      <a:pt x="1001077" y="25718"/>
                    </a:moveTo>
                    <a:cubicBezTo>
                      <a:pt x="941070" y="-8573"/>
                      <a:pt x="867728" y="-8573"/>
                      <a:pt x="808673" y="25718"/>
                    </a:cubicBezTo>
                    <a:lnTo>
                      <a:pt x="0" y="492442"/>
                    </a:lnTo>
                    <a:lnTo>
                      <a:pt x="407670" y="492442"/>
                    </a:lnTo>
                    <a:cubicBezTo>
                      <a:pt x="451485" y="492442"/>
                      <a:pt x="489585" y="521970"/>
                      <a:pt x="501015" y="564833"/>
                    </a:cubicBezTo>
                    <a:cubicBezTo>
                      <a:pt x="547688" y="744855"/>
                      <a:pt x="710565" y="877253"/>
                      <a:pt x="904875" y="877253"/>
                    </a:cubicBezTo>
                    <a:cubicBezTo>
                      <a:pt x="1099185" y="877253"/>
                      <a:pt x="1262063" y="743903"/>
                      <a:pt x="1308735" y="564833"/>
                    </a:cubicBezTo>
                    <a:cubicBezTo>
                      <a:pt x="1320165" y="521970"/>
                      <a:pt x="1358265" y="492442"/>
                      <a:pt x="1402080" y="492442"/>
                    </a:cubicBezTo>
                    <a:lnTo>
                      <a:pt x="1809750" y="492442"/>
                    </a:lnTo>
                    <a:lnTo>
                      <a:pt x="1001077" y="257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  <a:effectLst>
                <a:innerShdw blurRad="63500" dist="38100" dir="5400000">
                  <a:prstClr val="black">
                    <a:alpha val="13000"/>
                  </a:prstClr>
                </a:innerShdw>
              </a:effectLst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8946627" y="2280472"/>
                <a:ext cx="644250" cy="528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TextBox 7"/>
              <p:cNvSpPr txBox="1"/>
              <p:nvPr/>
            </p:nvSpPr>
            <p:spPr>
              <a:xfrm>
                <a:off x="8361710" y="3119625"/>
                <a:ext cx="1809753" cy="919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2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点击此处添加标题</a:t>
                </a:r>
                <a:endParaRPr lang="en-US" altLang="zh-CN" sz="12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标题数字等都可以通过点击更改更多功能内容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937889" y="1674614"/>
              <a:ext cx="1631048" cy="1838742"/>
              <a:chOff x="2370828" y="-268417"/>
              <a:chExt cx="2139314" cy="2411730"/>
            </a:xfrm>
          </p:grpSpPr>
          <p:sp>
            <p:nvSpPr>
              <p:cNvPr id="34" name="任意多边形: 形状 33"/>
              <p:cNvSpPr/>
              <p:nvPr/>
            </p:nvSpPr>
            <p:spPr>
              <a:xfrm>
                <a:off x="2370828" y="-268417"/>
                <a:ext cx="2139314" cy="2411730"/>
              </a:xfrm>
              <a:custGeom>
                <a:avLst/>
                <a:gdLst>
                  <a:gd name="connsiteX0" fmla="*/ 96203 w 2139315"/>
                  <a:gd name="connsiteY0" fmla="*/ 532448 h 2411730"/>
                  <a:gd name="connsiteX1" fmla="*/ 973455 w 2139315"/>
                  <a:gd name="connsiteY1" fmla="*/ 25718 h 2411730"/>
                  <a:gd name="connsiteX2" fmla="*/ 1165860 w 2139315"/>
                  <a:gd name="connsiteY2" fmla="*/ 25718 h 2411730"/>
                  <a:gd name="connsiteX3" fmla="*/ 2043113 w 2139315"/>
                  <a:gd name="connsiteY3" fmla="*/ 532448 h 2411730"/>
                  <a:gd name="connsiteX4" fmla="*/ 2139315 w 2139315"/>
                  <a:gd name="connsiteY4" fmla="*/ 699135 h 2411730"/>
                  <a:gd name="connsiteX5" fmla="*/ 2139315 w 2139315"/>
                  <a:gd name="connsiteY5" fmla="*/ 1712595 h 2411730"/>
                  <a:gd name="connsiteX6" fmla="*/ 2043113 w 2139315"/>
                  <a:gd name="connsiteY6" fmla="*/ 1879283 h 2411730"/>
                  <a:gd name="connsiteX7" fmla="*/ 1165860 w 2139315"/>
                  <a:gd name="connsiteY7" fmla="*/ 2386013 h 2411730"/>
                  <a:gd name="connsiteX8" fmla="*/ 973455 w 2139315"/>
                  <a:gd name="connsiteY8" fmla="*/ 2386013 h 2411730"/>
                  <a:gd name="connsiteX9" fmla="*/ 96203 w 2139315"/>
                  <a:gd name="connsiteY9" fmla="*/ 1879283 h 2411730"/>
                  <a:gd name="connsiteX10" fmla="*/ 0 w 2139315"/>
                  <a:gd name="connsiteY10" fmla="*/ 1712595 h 2411730"/>
                  <a:gd name="connsiteX11" fmla="*/ 0 w 2139315"/>
                  <a:gd name="connsiteY11" fmla="*/ 699135 h 2411730"/>
                  <a:gd name="connsiteX12" fmla="*/ 96203 w 2139315"/>
                  <a:gd name="connsiteY12" fmla="*/ 532448 h 2411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39315" h="2411730">
                    <a:moveTo>
                      <a:pt x="96203" y="532448"/>
                    </a:moveTo>
                    <a:lnTo>
                      <a:pt x="973455" y="25718"/>
                    </a:lnTo>
                    <a:cubicBezTo>
                      <a:pt x="1033463" y="-8573"/>
                      <a:pt x="1106805" y="-8573"/>
                      <a:pt x="1165860" y="25718"/>
                    </a:cubicBezTo>
                    <a:lnTo>
                      <a:pt x="2043113" y="532448"/>
                    </a:lnTo>
                    <a:cubicBezTo>
                      <a:pt x="2103120" y="566738"/>
                      <a:pt x="2139315" y="630555"/>
                      <a:pt x="2139315" y="699135"/>
                    </a:cubicBezTo>
                    <a:lnTo>
                      <a:pt x="2139315" y="1712595"/>
                    </a:lnTo>
                    <a:cubicBezTo>
                      <a:pt x="2139315" y="1781175"/>
                      <a:pt x="2102168" y="1844993"/>
                      <a:pt x="2043113" y="1879283"/>
                    </a:cubicBezTo>
                    <a:lnTo>
                      <a:pt x="1165860" y="2386013"/>
                    </a:lnTo>
                    <a:cubicBezTo>
                      <a:pt x="1105853" y="2420303"/>
                      <a:pt x="1032510" y="2420303"/>
                      <a:pt x="973455" y="2386013"/>
                    </a:cubicBezTo>
                    <a:lnTo>
                      <a:pt x="96203" y="1879283"/>
                    </a:lnTo>
                    <a:cubicBezTo>
                      <a:pt x="36195" y="1844993"/>
                      <a:pt x="0" y="1781175"/>
                      <a:pt x="0" y="1712595"/>
                    </a:cubicBezTo>
                    <a:lnTo>
                      <a:pt x="0" y="699135"/>
                    </a:lnTo>
                    <a:cubicBezTo>
                      <a:pt x="0" y="630555"/>
                      <a:pt x="36195" y="566738"/>
                      <a:pt x="96203" y="53244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chemeClr val="bg1">
                    <a:lumMod val="7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2535610" y="-268417"/>
                <a:ext cx="1809750" cy="877252"/>
              </a:xfrm>
              <a:custGeom>
                <a:avLst/>
                <a:gdLst>
                  <a:gd name="connsiteX0" fmla="*/ 1001077 w 1809750"/>
                  <a:gd name="connsiteY0" fmla="*/ 25718 h 877252"/>
                  <a:gd name="connsiteX1" fmla="*/ 808673 w 1809750"/>
                  <a:gd name="connsiteY1" fmla="*/ 25718 h 877252"/>
                  <a:gd name="connsiteX2" fmla="*/ 0 w 1809750"/>
                  <a:gd name="connsiteY2" fmla="*/ 492442 h 877252"/>
                  <a:gd name="connsiteX3" fmla="*/ 407670 w 1809750"/>
                  <a:gd name="connsiteY3" fmla="*/ 492442 h 877252"/>
                  <a:gd name="connsiteX4" fmla="*/ 501015 w 1809750"/>
                  <a:gd name="connsiteY4" fmla="*/ 564833 h 877252"/>
                  <a:gd name="connsiteX5" fmla="*/ 904875 w 1809750"/>
                  <a:gd name="connsiteY5" fmla="*/ 877253 h 877252"/>
                  <a:gd name="connsiteX6" fmla="*/ 1308735 w 1809750"/>
                  <a:gd name="connsiteY6" fmla="*/ 564833 h 877252"/>
                  <a:gd name="connsiteX7" fmla="*/ 1402080 w 1809750"/>
                  <a:gd name="connsiteY7" fmla="*/ 492442 h 877252"/>
                  <a:gd name="connsiteX8" fmla="*/ 1809750 w 1809750"/>
                  <a:gd name="connsiteY8" fmla="*/ 492442 h 877252"/>
                  <a:gd name="connsiteX9" fmla="*/ 1001077 w 1809750"/>
                  <a:gd name="connsiteY9" fmla="*/ 25718 h 87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0" h="877252">
                    <a:moveTo>
                      <a:pt x="1001077" y="25718"/>
                    </a:moveTo>
                    <a:cubicBezTo>
                      <a:pt x="941070" y="-8573"/>
                      <a:pt x="867728" y="-8573"/>
                      <a:pt x="808673" y="25718"/>
                    </a:cubicBezTo>
                    <a:lnTo>
                      <a:pt x="0" y="492442"/>
                    </a:lnTo>
                    <a:lnTo>
                      <a:pt x="407670" y="492442"/>
                    </a:lnTo>
                    <a:cubicBezTo>
                      <a:pt x="451485" y="492442"/>
                      <a:pt x="489585" y="521970"/>
                      <a:pt x="501015" y="564833"/>
                    </a:cubicBezTo>
                    <a:cubicBezTo>
                      <a:pt x="547688" y="744855"/>
                      <a:pt x="710565" y="877253"/>
                      <a:pt x="904875" y="877253"/>
                    </a:cubicBezTo>
                    <a:cubicBezTo>
                      <a:pt x="1099185" y="877253"/>
                      <a:pt x="1262063" y="743903"/>
                      <a:pt x="1308735" y="564833"/>
                    </a:cubicBezTo>
                    <a:cubicBezTo>
                      <a:pt x="1320165" y="521970"/>
                      <a:pt x="1358265" y="492442"/>
                      <a:pt x="1402080" y="492442"/>
                    </a:cubicBezTo>
                    <a:lnTo>
                      <a:pt x="1809750" y="492442"/>
                    </a:lnTo>
                    <a:lnTo>
                      <a:pt x="1001077" y="257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  <a:effectLst>
                <a:innerShdw blurRad="63500" dist="38100" dir="5400000">
                  <a:prstClr val="black">
                    <a:alpha val="13000"/>
                  </a:prstClr>
                </a:innerShdw>
              </a:effectLst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3120525" y="-122177"/>
                <a:ext cx="644250" cy="528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TextBox 7"/>
              <p:cNvSpPr txBox="1"/>
              <p:nvPr/>
            </p:nvSpPr>
            <p:spPr>
              <a:xfrm>
                <a:off x="2535608" y="716972"/>
                <a:ext cx="1809753" cy="919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2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点击此处添加标题</a:t>
                </a:r>
                <a:endParaRPr lang="en-US" altLang="zh-CN" sz="12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标题数字等都可以通过点击更改更多功能内容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4594568" y="1674614"/>
              <a:ext cx="1631048" cy="1838742"/>
              <a:chOff x="6249079" y="-268417"/>
              <a:chExt cx="2139314" cy="2411730"/>
            </a:xfrm>
          </p:grpSpPr>
          <p:sp>
            <p:nvSpPr>
              <p:cNvPr id="29" name="任意多边形: 形状 28"/>
              <p:cNvSpPr/>
              <p:nvPr/>
            </p:nvSpPr>
            <p:spPr>
              <a:xfrm>
                <a:off x="6249079" y="-268417"/>
                <a:ext cx="2139314" cy="2411730"/>
              </a:xfrm>
              <a:custGeom>
                <a:avLst/>
                <a:gdLst>
                  <a:gd name="connsiteX0" fmla="*/ 96203 w 2139315"/>
                  <a:gd name="connsiteY0" fmla="*/ 532448 h 2411730"/>
                  <a:gd name="connsiteX1" fmla="*/ 973455 w 2139315"/>
                  <a:gd name="connsiteY1" fmla="*/ 25718 h 2411730"/>
                  <a:gd name="connsiteX2" fmla="*/ 1165860 w 2139315"/>
                  <a:gd name="connsiteY2" fmla="*/ 25718 h 2411730"/>
                  <a:gd name="connsiteX3" fmla="*/ 2043113 w 2139315"/>
                  <a:gd name="connsiteY3" fmla="*/ 532448 h 2411730"/>
                  <a:gd name="connsiteX4" fmla="*/ 2139315 w 2139315"/>
                  <a:gd name="connsiteY4" fmla="*/ 699135 h 2411730"/>
                  <a:gd name="connsiteX5" fmla="*/ 2139315 w 2139315"/>
                  <a:gd name="connsiteY5" fmla="*/ 1712595 h 2411730"/>
                  <a:gd name="connsiteX6" fmla="*/ 2043113 w 2139315"/>
                  <a:gd name="connsiteY6" fmla="*/ 1879283 h 2411730"/>
                  <a:gd name="connsiteX7" fmla="*/ 1165860 w 2139315"/>
                  <a:gd name="connsiteY7" fmla="*/ 2386013 h 2411730"/>
                  <a:gd name="connsiteX8" fmla="*/ 973455 w 2139315"/>
                  <a:gd name="connsiteY8" fmla="*/ 2386013 h 2411730"/>
                  <a:gd name="connsiteX9" fmla="*/ 96203 w 2139315"/>
                  <a:gd name="connsiteY9" fmla="*/ 1879283 h 2411730"/>
                  <a:gd name="connsiteX10" fmla="*/ 0 w 2139315"/>
                  <a:gd name="connsiteY10" fmla="*/ 1712595 h 2411730"/>
                  <a:gd name="connsiteX11" fmla="*/ 0 w 2139315"/>
                  <a:gd name="connsiteY11" fmla="*/ 699135 h 2411730"/>
                  <a:gd name="connsiteX12" fmla="*/ 96203 w 2139315"/>
                  <a:gd name="connsiteY12" fmla="*/ 532448 h 2411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39315" h="2411730">
                    <a:moveTo>
                      <a:pt x="96203" y="532448"/>
                    </a:moveTo>
                    <a:lnTo>
                      <a:pt x="973455" y="25718"/>
                    </a:lnTo>
                    <a:cubicBezTo>
                      <a:pt x="1033463" y="-8573"/>
                      <a:pt x="1106805" y="-8573"/>
                      <a:pt x="1165860" y="25718"/>
                    </a:cubicBezTo>
                    <a:lnTo>
                      <a:pt x="2043113" y="532448"/>
                    </a:lnTo>
                    <a:cubicBezTo>
                      <a:pt x="2103120" y="566738"/>
                      <a:pt x="2139315" y="630555"/>
                      <a:pt x="2139315" y="699135"/>
                    </a:cubicBezTo>
                    <a:lnTo>
                      <a:pt x="2139315" y="1712595"/>
                    </a:lnTo>
                    <a:cubicBezTo>
                      <a:pt x="2139315" y="1781175"/>
                      <a:pt x="2102168" y="1844993"/>
                      <a:pt x="2043113" y="1879283"/>
                    </a:cubicBezTo>
                    <a:lnTo>
                      <a:pt x="1165860" y="2386013"/>
                    </a:lnTo>
                    <a:cubicBezTo>
                      <a:pt x="1105853" y="2420303"/>
                      <a:pt x="1032510" y="2420303"/>
                      <a:pt x="973455" y="2386013"/>
                    </a:cubicBezTo>
                    <a:lnTo>
                      <a:pt x="96203" y="1879283"/>
                    </a:lnTo>
                    <a:cubicBezTo>
                      <a:pt x="36195" y="1844993"/>
                      <a:pt x="0" y="1781175"/>
                      <a:pt x="0" y="1712595"/>
                    </a:cubicBezTo>
                    <a:lnTo>
                      <a:pt x="0" y="699135"/>
                    </a:lnTo>
                    <a:cubicBezTo>
                      <a:pt x="0" y="630555"/>
                      <a:pt x="36195" y="566738"/>
                      <a:pt x="96203" y="53244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chemeClr val="bg1">
                    <a:lumMod val="7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6413862" y="-268417"/>
                <a:ext cx="1809750" cy="877252"/>
              </a:xfrm>
              <a:custGeom>
                <a:avLst/>
                <a:gdLst>
                  <a:gd name="connsiteX0" fmla="*/ 1001077 w 1809750"/>
                  <a:gd name="connsiteY0" fmla="*/ 25718 h 877252"/>
                  <a:gd name="connsiteX1" fmla="*/ 808673 w 1809750"/>
                  <a:gd name="connsiteY1" fmla="*/ 25718 h 877252"/>
                  <a:gd name="connsiteX2" fmla="*/ 0 w 1809750"/>
                  <a:gd name="connsiteY2" fmla="*/ 492442 h 877252"/>
                  <a:gd name="connsiteX3" fmla="*/ 407670 w 1809750"/>
                  <a:gd name="connsiteY3" fmla="*/ 492442 h 877252"/>
                  <a:gd name="connsiteX4" fmla="*/ 501015 w 1809750"/>
                  <a:gd name="connsiteY4" fmla="*/ 564833 h 877252"/>
                  <a:gd name="connsiteX5" fmla="*/ 904875 w 1809750"/>
                  <a:gd name="connsiteY5" fmla="*/ 877253 h 877252"/>
                  <a:gd name="connsiteX6" fmla="*/ 1308735 w 1809750"/>
                  <a:gd name="connsiteY6" fmla="*/ 564833 h 877252"/>
                  <a:gd name="connsiteX7" fmla="*/ 1402080 w 1809750"/>
                  <a:gd name="connsiteY7" fmla="*/ 492442 h 877252"/>
                  <a:gd name="connsiteX8" fmla="*/ 1809750 w 1809750"/>
                  <a:gd name="connsiteY8" fmla="*/ 492442 h 877252"/>
                  <a:gd name="connsiteX9" fmla="*/ 1001077 w 1809750"/>
                  <a:gd name="connsiteY9" fmla="*/ 25718 h 87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0" h="877252">
                    <a:moveTo>
                      <a:pt x="1001077" y="25718"/>
                    </a:moveTo>
                    <a:cubicBezTo>
                      <a:pt x="941070" y="-8573"/>
                      <a:pt x="867728" y="-8573"/>
                      <a:pt x="808673" y="25718"/>
                    </a:cubicBezTo>
                    <a:lnTo>
                      <a:pt x="0" y="492442"/>
                    </a:lnTo>
                    <a:lnTo>
                      <a:pt x="407670" y="492442"/>
                    </a:lnTo>
                    <a:cubicBezTo>
                      <a:pt x="451485" y="492442"/>
                      <a:pt x="489585" y="521970"/>
                      <a:pt x="501015" y="564833"/>
                    </a:cubicBezTo>
                    <a:cubicBezTo>
                      <a:pt x="547688" y="744855"/>
                      <a:pt x="710565" y="877253"/>
                      <a:pt x="904875" y="877253"/>
                    </a:cubicBezTo>
                    <a:cubicBezTo>
                      <a:pt x="1099185" y="877253"/>
                      <a:pt x="1262063" y="743903"/>
                      <a:pt x="1308735" y="564833"/>
                    </a:cubicBezTo>
                    <a:cubicBezTo>
                      <a:pt x="1320165" y="521970"/>
                      <a:pt x="1358265" y="492442"/>
                      <a:pt x="1402080" y="492442"/>
                    </a:cubicBezTo>
                    <a:lnTo>
                      <a:pt x="1809750" y="492442"/>
                    </a:lnTo>
                    <a:lnTo>
                      <a:pt x="1001077" y="257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  <a:effectLst>
                <a:innerShdw blurRad="63500" dist="38100" dir="5400000">
                  <a:prstClr val="black">
                    <a:alpha val="13000"/>
                  </a:prstClr>
                </a:innerShdw>
              </a:effectLst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6998777" y="-122177"/>
                <a:ext cx="644250" cy="528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TextBox 7"/>
              <p:cNvSpPr txBox="1"/>
              <p:nvPr/>
            </p:nvSpPr>
            <p:spPr>
              <a:xfrm>
                <a:off x="6413861" y="716972"/>
                <a:ext cx="1809753" cy="919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2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点击此处添加标题</a:t>
                </a:r>
                <a:endParaRPr lang="en-US" altLang="zh-CN" sz="12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标题数字等都可以通过点击更改更多功能内容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7293600" y="1674614"/>
              <a:ext cx="1631048" cy="1838742"/>
              <a:chOff x="10144780" y="-268417"/>
              <a:chExt cx="2139314" cy="2411730"/>
            </a:xfrm>
          </p:grpSpPr>
          <p:sp>
            <p:nvSpPr>
              <p:cNvPr id="24" name="任意多边形: 形状 23"/>
              <p:cNvSpPr/>
              <p:nvPr/>
            </p:nvSpPr>
            <p:spPr>
              <a:xfrm>
                <a:off x="10144780" y="-268417"/>
                <a:ext cx="2139314" cy="2411730"/>
              </a:xfrm>
              <a:custGeom>
                <a:avLst/>
                <a:gdLst>
                  <a:gd name="connsiteX0" fmla="*/ 96203 w 2139315"/>
                  <a:gd name="connsiteY0" fmla="*/ 532448 h 2411730"/>
                  <a:gd name="connsiteX1" fmla="*/ 973455 w 2139315"/>
                  <a:gd name="connsiteY1" fmla="*/ 25718 h 2411730"/>
                  <a:gd name="connsiteX2" fmla="*/ 1165860 w 2139315"/>
                  <a:gd name="connsiteY2" fmla="*/ 25718 h 2411730"/>
                  <a:gd name="connsiteX3" fmla="*/ 2043113 w 2139315"/>
                  <a:gd name="connsiteY3" fmla="*/ 532448 h 2411730"/>
                  <a:gd name="connsiteX4" fmla="*/ 2139315 w 2139315"/>
                  <a:gd name="connsiteY4" fmla="*/ 699135 h 2411730"/>
                  <a:gd name="connsiteX5" fmla="*/ 2139315 w 2139315"/>
                  <a:gd name="connsiteY5" fmla="*/ 1712595 h 2411730"/>
                  <a:gd name="connsiteX6" fmla="*/ 2043113 w 2139315"/>
                  <a:gd name="connsiteY6" fmla="*/ 1879283 h 2411730"/>
                  <a:gd name="connsiteX7" fmla="*/ 1165860 w 2139315"/>
                  <a:gd name="connsiteY7" fmla="*/ 2386013 h 2411730"/>
                  <a:gd name="connsiteX8" fmla="*/ 973455 w 2139315"/>
                  <a:gd name="connsiteY8" fmla="*/ 2386013 h 2411730"/>
                  <a:gd name="connsiteX9" fmla="*/ 96203 w 2139315"/>
                  <a:gd name="connsiteY9" fmla="*/ 1879283 h 2411730"/>
                  <a:gd name="connsiteX10" fmla="*/ 0 w 2139315"/>
                  <a:gd name="connsiteY10" fmla="*/ 1712595 h 2411730"/>
                  <a:gd name="connsiteX11" fmla="*/ 0 w 2139315"/>
                  <a:gd name="connsiteY11" fmla="*/ 699135 h 2411730"/>
                  <a:gd name="connsiteX12" fmla="*/ 96203 w 2139315"/>
                  <a:gd name="connsiteY12" fmla="*/ 532448 h 2411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39315" h="2411730">
                    <a:moveTo>
                      <a:pt x="96203" y="532448"/>
                    </a:moveTo>
                    <a:lnTo>
                      <a:pt x="973455" y="25718"/>
                    </a:lnTo>
                    <a:cubicBezTo>
                      <a:pt x="1033463" y="-8573"/>
                      <a:pt x="1106805" y="-8573"/>
                      <a:pt x="1165860" y="25718"/>
                    </a:cubicBezTo>
                    <a:lnTo>
                      <a:pt x="2043113" y="532448"/>
                    </a:lnTo>
                    <a:cubicBezTo>
                      <a:pt x="2103120" y="566738"/>
                      <a:pt x="2139315" y="630555"/>
                      <a:pt x="2139315" y="699135"/>
                    </a:cubicBezTo>
                    <a:lnTo>
                      <a:pt x="2139315" y="1712595"/>
                    </a:lnTo>
                    <a:cubicBezTo>
                      <a:pt x="2139315" y="1781175"/>
                      <a:pt x="2102168" y="1844993"/>
                      <a:pt x="2043113" y="1879283"/>
                    </a:cubicBezTo>
                    <a:lnTo>
                      <a:pt x="1165860" y="2386013"/>
                    </a:lnTo>
                    <a:cubicBezTo>
                      <a:pt x="1105853" y="2420303"/>
                      <a:pt x="1032510" y="2420303"/>
                      <a:pt x="973455" y="2386013"/>
                    </a:cubicBezTo>
                    <a:lnTo>
                      <a:pt x="96203" y="1879283"/>
                    </a:lnTo>
                    <a:cubicBezTo>
                      <a:pt x="36195" y="1844993"/>
                      <a:pt x="0" y="1781175"/>
                      <a:pt x="0" y="1712595"/>
                    </a:cubicBezTo>
                    <a:lnTo>
                      <a:pt x="0" y="699135"/>
                    </a:lnTo>
                    <a:cubicBezTo>
                      <a:pt x="0" y="630555"/>
                      <a:pt x="36195" y="566738"/>
                      <a:pt x="96203" y="53244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chemeClr val="bg1">
                    <a:lumMod val="7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10309562" y="-268417"/>
                <a:ext cx="1809750" cy="877252"/>
              </a:xfrm>
              <a:custGeom>
                <a:avLst/>
                <a:gdLst>
                  <a:gd name="connsiteX0" fmla="*/ 1001077 w 1809750"/>
                  <a:gd name="connsiteY0" fmla="*/ 25718 h 877252"/>
                  <a:gd name="connsiteX1" fmla="*/ 808673 w 1809750"/>
                  <a:gd name="connsiteY1" fmla="*/ 25718 h 877252"/>
                  <a:gd name="connsiteX2" fmla="*/ 0 w 1809750"/>
                  <a:gd name="connsiteY2" fmla="*/ 492442 h 877252"/>
                  <a:gd name="connsiteX3" fmla="*/ 407670 w 1809750"/>
                  <a:gd name="connsiteY3" fmla="*/ 492442 h 877252"/>
                  <a:gd name="connsiteX4" fmla="*/ 501015 w 1809750"/>
                  <a:gd name="connsiteY4" fmla="*/ 564833 h 877252"/>
                  <a:gd name="connsiteX5" fmla="*/ 904875 w 1809750"/>
                  <a:gd name="connsiteY5" fmla="*/ 877253 h 877252"/>
                  <a:gd name="connsiteX6" fmla="*/ 1308735 w 1809750"/>
                  <a:gd name="connsiteY6" fmla="*/ 564833 h 877252"/>
                  <a:gd name="connsiteX7" fmla="*/ 1402080 w 1809750"/>
                  <a:gd name="connsiteY7" fmla="*/ 492442 h 877252"/>
                  <a:gd name="connsiteX8" fmla="*/ 1809750 w 1809750"/>
                  <a:gd name="connsiteY8" fmla="*/ 492442 h 877252"/>
                  <a:gd name="connsiteX9" fmla="*/ 1001077 w 1809750"/>
                  <a:gd name="connsiteY9" fmla="*/ 25718 h 87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0" h="877252">
                    <a:moveTo>
                      <a:pt x="1001077" y="25718"/>
                    </a:moveTo>
                    <a:cubicBezTo>
                      <a:pt x="941070" y="-8573"/>
                      <a:pt x="867728" y="-8573"/>
                      <a:pt x="808673" y="25718"/>
                    </a:cubicBezTo>
                    <a:lnTo>
                      <a:pt x="0" y="492442"/>
                    </a:lnTo>
                    <a:lnTo>
                      <a:pt x="407670" y="492442"/>
                    </a:lnTo>
                    <a:cubicBezTo>
                      <a:pt x="451485" y="492442"/>
                      <a:pt x="489585" y="521970"/>
                      <a:pt x="501015" y="564833"/>
                    </a:cubicBezTo>
                    <a:cubicBezTo>
                      <a:pt x="547688" y="744855"/>
                      <a:pt x="710565" y="877253"/>
                      <a:pt x="904875" y="877253"/>
                    </a:cubicBezTo>
                    <a:cubicBezTo>
                      <a:pt x="1099185" y="877253"/>
                      <a:pt x="1262063" y="743903"/>
                      <a:pt x="1308735" y="564833"/>
                    </a:cubicBezTo>
                    <a:cubicBezTo>
                      <a:pt x="1320165" y="521970"/>
                      <a:pt x="1358265" y="492442"/>
                      <a:pt x="1402080" y="492442"/>
                    </a:cubicBezTo>
                    <a:lnTo>
                      <a:pt x="1809750" y="492442"/>
                    </a:lnTo>
                    <a:lnTo>
                      <a:pt x="1001077" y="257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  <a:effectLst>
                <a:innerShdw blurRad="63500" dist="38100" dir="5400000">
                  <a:prstClr val="black">
                    <a:alpha val="13000"/>
                  </a:prstClr>
                </a:innerShdw>
              </a:effectLst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10894476" y="-122180"/>
                <a:ext cx="644250" cy="528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06</a:t>
                </a:r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TextBox 7"/>
              <p:cNvSpPr txBox="1"/>
              <p:nvPr/>
            </p:nvSpPr>
            <p:spPr>
              <a:xfrm>
                <a:off x="10309562" y="716972"/>
                <a:ext cx="1809753" cy="919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2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点击此处添加标题</a:t>
                </a:r>
                <a:endParaRPr lang="en-US" altLang="zh-CN" sz="12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标题数字等都可以通过点击更改更多功能内容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8664919" y="3294671"/>
              <a:ext cx="1631048" cy="1838742"/>
              <a:chOff x="8196930" y="2134235"/>
              <a:chExt cx="2139314" cy="2411730"/>
            </a:xfrm>
          </p:grpSpPr>
          <p:sp>
            <p:nvSpPr>
              <p:cNvPr id="19" name="任意多边形: 形状 18"/>
              <p:cNvSpPr/>
              <p:nvPr/>
            </p:nvSpPr>
            <p:spPr>
              <a:xfrm>
                <a:off x="8196930" y="2134235"/>
                <a:ext cx="2139314" cy="2411730"/>
              </a:xfrm>
              <a:custGeom>
                <a:avLst/>
                <a:gdLst>
                  <a:gd name="connsiteX0" fmla="*/ 96203 w 2139315"/>
                  <a:gd name="connsiteY0" fmla="*/ 532448 h 2411730"/>
                  <a:gd name="connsiteX1" fmla="*/ 973455 w 2139315"/>
                  <a:gd name="connsiteY1" fmla="*/ 25718 h 2411730"/>
                  <a:gd name="connsiteX2" fmla="*/ 1165860 w 2139315"/>
                  <a:gd name="connsiteY2" fmla="*/ 25718 h 2411730"/>
                  <a:gd name="connsiteX3" fmla="*/ 2043113 w 2139315"/>
                  <a:gd name="connsiteY3" fmla="*/ 532448 h 2411730"/>
                  <a:gd name="connsiteX4" fmla="*/ 2139315 w 2139315"/>
                  <a:gd name="connsiteY4" fmla="*/ 699135 h 2411730"/>
                  <a:gd name="connsiteX5" fmla="*/ 2139315 w 2139315"/>
                  <a:gd name="connsiteY5" fmla="*/ 1712595 h 2411730"/>
                  <a:gd name="connsiteX6" fmla="*/ 2043113 w 2139315"/>
                  <a:gd name="connsiteY6" fmla="*/ 1879283 h 2411730"/>
                  <a:gd name="connsiteX7" fmla="*/ 1165860 w 2139315"/>
                  <a:gd name="connsiteY7" fmla="*/ 2386013 h 2411730"/>
                  <a:gd name="connsiteX8" fmla="*/ 973455 w 2139315"/>
                  <a:gd name="connsiteY8" fmla="*/ 2386013 h 2411730"/>
                  <a:gd name="connsiteX9" fmla="*/ 96203 w 2139315"/>
                  <a:gd name="connsiteY9" fmla="*/ 1879283 h 2411730"/>
                  <a:gd name="connsiteX10" fmla="*/ 0 w 2139315"/>
                  <a:gd name="connsiteY10" fmla="*/ 1712595 h 2411730"/>
                  <a:gd name="connsiteX11" fmla="*/ 0 w 2139315"/>
                  <a:gd name="connsiteY11" fmla="*/ 699135 h 2411730"/>
                  <a:gd name="connsiteX12" fmla="*/ 96203 w 2139315"/>
                  <a:gd name="connsiteY12" fmla="*/ 532448 h 2411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39315" h="2411730">
                    <a:moveTo>
                      <a:pt x="96203" y="532448"/>
                    </a:moveTo>
                    <a:lnTo>
                      <a:pt x="973455" y="25718"/>
                    </a:lnTo>
                    <a:cubicBezTo>
                      <a:pt x="1033463" y="-8573"/>
                      <a:pt x="1106805" y="-8573"/>
                      <a:pt x="1165860" y="25718"/>
                    </a:cubicBezTo>
                    <a:lnTo>
                      <a:pt x="2043113" y="532448"/>
                    </a:lnTo>
                    <a:cubicBezTo>
                      <a:pt x="2103120" y="566738"/>
                      <a:pt x="2139315" y="630555"/>
                      <a:pt x="2139315" y="699135"/>
                    </a:cubicBezTo>
                    <a:lnTo>
                      <a:pt x="2139315" y="1712595"/>
                    </a:lnTo>
                    <a:cubicBezTo>
                      <a:pt x="2139315" y="1781175"/>
                      <a:pt x="2102168" y="1844993"/>
                      <a:pt x="2043113" y="1879283"/>
                    </a:cubicBezTo>
                    <a:lnTo>
                      <a:pt x="1165860" y="2386013"/>
                    </a:lnTo>
                    <a:cubicBezTo>
                      <a:pt x="1105853" y="2420303"/>
                      <a:pt x="1032510" y="2420303"/>
                      <a:pt x="973455" y="2386013"/>
                    </a:cubicBezTo>
                    <a:lnTo>
                      <a:pt x="96203" y="1879283"/>
                    </a:lnTo>
                    <a:cubicBezTo>
                      <a:pt x="36195" y="1844993"/>
                      <a:pt x="0" y="1781175"/>
                      <a:pt x="0" y="1712595"/>
                    </a:cubicBezTo>
                    <a:lnTo>
                      <a:pt x="0" y="699135"/>
                    </a:lnTo>
                    <a:cubicBezTo>
                      <a:pt x="0" y="630555"/>
                      <a:pt x="36195" y="566738"/>
                      <a:pt x="96203" y="53244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chemeClr val="bg1">
                    <a:lumMod val="7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8361713" y="2134235"/>
                <a:ext cx="1809750" cy="877252"/>
              </a:xfrm>
              <a:custGeom>
                <a:avLst/>
                <a:gdLst>
                  <a:gd name="connsiteX0" fmla="*/ 1001077 w 1809750"/>
                  <a:gd name="connsiteY0" fmla="*/ 25718 h 877252"/>
                  <a:gd name="connsiteX1" fmla="*/ 808673 w 1809750"/>
                  <a:gd name="connsiteY1" fmla="*/ 25718 h 877252"/>
                  <a:gd name="connsiteX2" fmla="*/ 0 w 1809750"/>
                  <a:gd name="connsiteY2" fmla="*/ 492442 h 877252"/>
                  <a:gd name="connsiteX3" fmla="*/ 407670 w 1809750"/>
                  <a:gd name="connsiteY3" fmla="*/ 492442 h 877252"/>
                  <a:gd name="connsiteX4" fmla="*/ 501015 w 1809750"/>
                  <a:gd name="connsiteY4" fmla="*/ 564833 h 877252"/>
                  <a:gd name="connsiteX5" fmla="*/ 904875 w 1809750"/>
                  <a:gd name="connsiteY5" fmla="*/ 877253 h 877252"/>
                  <a:gd name="connsiteX6" fmla="*/ 1308735 w 1809750"/>
                  <a:gd name="connsiteY6" fmla="*/ 564833 h 877252"/>
                  <a:gd name="connsiteX7" fmla="*/ 1402080 w 1809750"/>
                  <a:gd name="connsiteY7" fmla="*/ 492442 h 877252"/>
                  <a:gd name="connsiteX8" fmla="*/ 1809750 w 1809750"/>
                  <a:gd name="connsiteY8" fmla="*/ 492442 h 877252"/>
                  <a:gd name="connsiteX9" fmla="*/ 1001077 w 1809750"/>
                  <a:gd name="connsiteY9" fmla="*/ 25718 h 87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9750" h="877252">
                    <a:moveTo>
                      <a:pt x="1001077" y="25718"/>
                    </a:moveTo>
                    <a:cubicBezTo>
                      <a:pt x="941070" y="-8573"/>
                      <a:pt x="867728" y="-8573"/>
                      <a:pt x="808673" y="25718"/>
                    </a:cubicBezTo>
                    <a:lnTo>
                      <a:pt x="0" y="492442"/>
                    </a:lnTo>
                    <a:lnTo>
                      <a:pt x="407670" y="492442"/>
                    </a:lnTo>
                    <a:cubicBezTo>
                      <a:pt x="451485" y="492442"/>
                      <a:pt x="489585" y="521970"/>
                      <a:pt x="501015" y="564833"/>
                    </a:cubicBezTo>
                    <a:cubicBezTo>
                      <a:pt x="547688" y="744855"/>
                      <a:pt x="710565" y="877253"/>
                      <a:pt x="904875" y="877253"/>
                    </a:cubicBezTo>
                    <a:cubicBezTo>
                      <a:pt x="1099185" y="877253"/>
                      <a:pt x="1262063" y="743903"/>
                      <a:pt x="1308735" y="564833"/>
                    </a:cubicBezTo>
                    <a:cubicBezTo>
                      <a:pt x="1320165" y="521970"/>
                      <a:pt x="1358265" y="492442"/>
                      <a:pt x="1402080" y="492442"/>
                    </a:cubicBezTo>
                    <a:lnTo>
                      <a:pt x="1809750" y="492442"/>
                    </a:lnTo>
                    <a:lnTo>
                      <a:pt x="1001077" y="257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  <a:effectLst>
                <a:innerShdw blurRad="63500" dist="38100" dir="5400000">
                  <a:prstClr val="black">
                    <a:alpha val="13000"/>
                  </a:prstClr>
                </a:innerShdw>
              </a:effectLst>
            </p:spPr>
            <p:txBody>
              <a:bodyPr rtlCol="0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8946627" y="2280472"/>
                <a:ext cx="644250" cy="528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07</a:t>
                </a:r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TextBox 7"/>
              <p:cNvSpPr txBox="1"/>
              <p:nvPr/>
            </p:nvSpPr>
            <p:spPr>
              <a:xfrm>
                <a:off x="8361710" y="3119625"/>
                <a:ext cx="1809753" cy="919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2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点击此处添加标题</a:t>
                </a:r>
                <a:endParaRPr lang="en-US" altLang="zh-CN" sz="12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algn="ctr" latinLnBrk="1">
                  <a:lnSpc>
                    <a:spcPct val="150000"/>
                  </a:lnSpc>
                  <a:defRPr/>
                </a:pPr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标题数字等都可以通过点击更改更多功能内容</a:t>
                </a:r>
                <a:endPara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429500" y="720806"/>
            <a:ext cx="4762500" cy="6137194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70000"/>
                </a:schemeClr>
              </a:gs>
            </a:gsLst>
            <a:lin ang="16200000" scaled="0"/>
          </a:gradFill>
          <a:ln w="2278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91329" y="1009737"/>
            <a:ext cx="5431577" cy="5865634"/>
          </a:xfrm>
          <a:prstGeom prst="rect">
            <a:avLst/>
          </a:prstGeom>
        </p:spPr>
      </p:pic>
      <p:sp>
        <p:nvSpPr>
          <p:cNvPr id="13" name="图片占位符 1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APP</a:t>
            </a:r>
            <a:r>
              <a:rPr lang="zh-CN" altLang="en-US" dirty="0"/>
              <a:t>截图</a:t>
            </a:r>
            <a:endParaRPr lang="zh-CN" altLang="en-US" dirty="0"/>
          </a:p>
        </p:txBody>
      </p:sp>
      <p:sp>
        <p:nvSpPr>
          <p:cNvPr id="5" name="TextBox 7"/>
          <p:cNvSpPr txBox="1"/>
          <p:nvPr/>
        </p:nvSpPr>
        <p:spPr>
          <a:xfrm>
            <a:off x="479424" y="1786859"/>
            <a:ext cx="4479479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请在备注中下载页面中样机图的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PSD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源文件，下载后用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Photoshop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打开即可轻松更换样机图中的内容。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31026" y="3626002"/>
            <a:ext cx="3150054" cy="92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31026" y="4863444"/>
            <a:ext cx="3150054" cy="92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Freeform 39"/>
          <p:cNvSpPr>
            <a:spLocks noChangeArrowheads="1"/>
          </p:cNvSpPr>
          <p:nvPr/>
        </p:nvSpPr>
        <p:spPr bwMode="auto">
          <a:xfrm>
            <a:off x="479425" y="4806589"/>
            <a:ext cx="517014" cy="563308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  <a:gd name="connsiteX103" fmla="*/ 373273 h 605239"/>
              <a:gd name="connsiteY103" fmla="*/ 373273 h 605239"/>
              <a:gd name="connsiteX104" fmla="*/ 373273 h 605239"/>
              <a:gd name="connsiteY104" fmla="*/ 373273 h 605239"/>
              <a:gd name="connsiteX105" fmla="*/ 373273 h 605239"/>
              <a:gd name="connsiteY105" fmla="*/ 373273 h 605239"/>
              <a:gd name="connsiteX106" fmla="*/ 373273 h 605239"/>
              <a:gd name="connsiteY106" fmla="*/ 373273 h 605239"/>
              <a:gd name="connsiteX107" fmla="*/ 373273 h 605239"/>
              <a:gd name="connsiteY107" fmla="*/ 373273 h 605239"/>
              <a:gd name="connsiteX108" fmla="*/ 373273 h 605239"/>
              <a:gd name="connsiteY108" fmla="*/ 373273 h 605239"/>
              <a:gd name="connsiteX109" fmla="*/ 373273 h 605239"/>
              <a:gd name="connsiteY109" fmla="*/ 373273 h 605239"/>
              <a:gd name="connsiteX110" fmla="*/ 373273 h 605239"/>
              <a:gd name="connsiteY110" fmla="*/ 373273 h 605239"/>
              <a:gd name="connsiteX111" fmla="*/ 373273 h 605239"/>
              <a:gd name="connsiteY111" fmla="*/ 373273 h 605239"/>
              <a:gd name="connsiteX112" fmla="*/ 373273 h 605239"/>
              <a:gd name="connsiteY112" fmla="*/ 373273 h 605239"/>
              <a:gd name="connsiteX113" fmla="*/ 373273 h 605239"/>
              <a:gd name="connsiteY113" fmla="*/ 373273 h 605239"/>
              <a:gd name="connsiteX114" fmla="*/ 373273 h 605239"/>
              <a:gd name="connsiteY114" fmla="*/ 373273 h 605239"/>
              <a:gd name="connsiteX115" fmla="*/ 373273 h 605239"/>
              <a:gd name="connsiteY115" fmla="*/ 373273 h 605239"/>
              <a:gd name="connsiteX116" fmla="*/ 373273 h 605239"/>
              <a:gd name="connsiteY116" fmla="*/ 373273 h 605239"/>
              <a:gd name="connsiteX117" fmla="*/ 373273 h 605239"/>
              <a:gd name="connsiteY117" fmla="*/ 373273 h 605239"/>
              <a:gd name="connsiteX118" fmla="*/ 373273 h 605239"/>
              <a:gd name="connsiteY118" fmla="*/ 373273 h 605239"/>
              <a:gd name="connsiteX119" fmla="*/ 373273 h 605239"/>
              <a:gd name="connsiteY119" fmla="*/ 373273 h 605239"/>
              <a:gd name="connsiteX120" fmla="*/ 373273 h 605239"/>
              <a:gd name="connsiteY120" fmla="*/ 373273 h 605239"/>
              <a:gd name="connsiteX121" fmla="*/ 373273 h 605239"/>
              <a:gd name="connsiteY121" fmla="*/ 373273 h 605239"/>
              <a:gd name="connsiteX122" fmla="*/ 373273 h 605239"/>
              <a:gd name="connsiteY122" fmla="*/ 373273 h 605239"/>
              <a:gd name="connsiteX123" fmla="*/ 373273 h 605239"/>
              <a:gd name="connsiteY123" fmla="*/ 373273 h 605239"/>
              <a:gd name="connsiteX124" fmla="*/ 373273 h 605239"/>
              <a:gd name="connsiteY124" fmla="*/ 373273 h 605239"/>
              <a:gd name="connsiteX125" fmla="*/ 373273 h 605239"/>
              <a:gd name="connsiteY125" fmla="*/ 373273 h 605239"/>
              <a:gd name="connsiteX126" fmla="*/ 373273 h 605239"/>
              <a:gd name="connsiteY126" fmla="*/ 373273 h 605239"/>
              <a:gd name="connsiteX127" fmla="*/ 373273 h 605239"/>
              <a:gd name="connsiteY127" fmla="*/ 373273 h 605239"/>
              <a:gd name="connsiteX128" fmla="*/ 373273 h 605239"/>
              <a:gd name="connsiteY128" fmla="*/ 373273 h 605239"/>
              <a:gd name="connsiteX129" fmla="*/ 373273 h 605239"/>
              <a:gd name="connsiteY129" fmla="*/ 373273 h 605239"/>
              <a:gd name="connsiteX130" fmla="*/ 373273 h 605239"/>
              <a:gd name="connsiteY130" fmla="*/ 373273 h 605239"/>
              <a:gd name="connsiteX131" fmla="*/ 373273 h 605239"/>
              <a:gd name="connsiteY131" fmla="*/ 373273 h 605239"/>
              <a:gd name="connsiteX132" fmla="*/ 373273 h 605239"/>
              <a:gd name="connsiteY132" fmla="*/ 373273 h 605239"/>
              <a:gd name="connsiteX133" fmla="*/ 373273 h 605239"/>
              <a:gd name="connsiteY133" fmla="*/ 373273 h 605239"/>
              <a:gd name="connsiteX134" fmla="*/ 373273 h 605239"/>
              <a:gd name="connsiteY134" fmla="*/ 373273 h 605239"/>
              <a:gd name="connsiteX135" fmla="*/ 373273 h 605239"/>
              <a:gd name="connsiteY135" fmla="*/ 373273 h 605239"/>
              <a:gd name="connsiteX136" fmla="*/ 373273 h 605239"/>
              <a:gd name="connsiteY136" fmla="*/ 373273 h 605239"/>
              <a:gd name="connsiteX137" fmla="*/ 373273 h 605239"/>
              <a:gd name="connsiteY137" fmla="*/ 373273 h 605239"/>
              <a:gd name="connsiteX138" fmla="*/ 373273 h 605239"/>
              <a:gd name="connsiteY138" fmla="*/ 373273 h 605239"/>
              <a:gd name="connsiteX139" fmla="*/ 373273 h 605239"/>
              <a:gd name="connsiteY139" fmla="*/ 373273 h 605239"/>
              <a:gd name="connsiteX140" fmla="*/ 373273 h 605239"/>
              <a:gd name="connsiteY140" fmla="*/ 373273 h 605239"/>
              <a:gd name="connsiteX141" fmla="*/ 373273 h 605239"/>
              <a:gd name="connsiteY141" fmla="*/ 373273 h 605239"/>
              <a:gd name="connsiteX142" fmla="*/ 373273 h 605239"/>
              <a:gd name="connsiteY142" fmla="*/ 373273 h 605239"/>
              <a:gd name="connsiteX143" fmla="*/ 373273 h 605239"/>
              <a:gd name="connsiteY143" fmla="*/ 373273 h 605239"/>
              <a:gd name="connsiteX144" fmla="*/ 373273 h 605239"/>
              <a:gd name="connsiteY144" fmla="*/ 373273 h 605239"/>
              <a:gd name="connsiteX145" fmla="*/ 373273 h 605239"/>
              <a:gd name="connsiteY145" fmla="*/ 373273 h 605239"/>
              <a:gd name="connsiteX146" fmla="*/ 373273 h 605239"/>
              <a:gd name="connsiteY146" fmla="*/ 373273 h 605239"/>
              <a:gd name="connsiteX147" fmla="*/ 373273 h 605239"/>
              <a:gd name="connsiteY147" fmla="*/ 373273 h 605239"/>
              <a:gd name="connsiteX148" fmla="*/ 373273 h 605239"/>
              <a:gd name="connsiteY148" fmla="*/ 373273 h 605239"/>
              <a:gd name="connsiteX149" fmla="*/ 373273 h 605239"/>
              <a:gd name="connsiteY149" fmla="*/ 373273 h 605239"/>
              <a:gd name="connsiteX150" fmla="*/ 373273 h 605239"/>
              <a:gd name="connsiteY150" fmla="*/ 373273 h 605239"/>
              <a:gd name="connsiteX151" fmla="*/ 373273 h 605239"/>
              <a:gd name="connsiteY151" fmla="*/ 373273 h 605239"/>
              <a:gd name="connsiteX152" fmla="*/ 373273 h 605239"/>
              <a:gd name="connsiteY152" fmla="*/ 373273 h 605239"/>
              <a:gd name="connsiteX153" fmla="*/ 373273 h 605239"/>
              <a:gd name="connsiteY153" fmla="*/ 373273 h 605239"/>
              <a:gd name="connsiteX154" fmla="*/ 373273 h 605239"/>
              <a:gd name="connsiteY154" fmla="*/ 373273 h 605239"/>
              <a:gd name="connsiteX155" fmla="*/ 373273 h 605239"/>
              <a:gd name="connsiteY155" fmla="*/ 373273 h 605239"/>
              <a:gd name="connsiteX156" fmla="*/ 373273 h 605239"/>
              <a:gd name="connsiteY156" fmla="*/ 373273 h 605239"/>
              <a:gd name="connsiteX157" fmla="*/ 373273 h 605239"/>
              <a:gd name="connsiteY157" fmla="*/ 373273 h 605239"/>
              <a:gd name="connsiteX158" fmla="*/ 373273 h 605239"/>
              <a:gd name="connsiteY158" fmla="*/ 373273 h 605239"/>
              <a:gd name="connsiteX159" fmla="*/ 373273 h 605239"/>
              <a:gd name="connsiteY159" fmla="*/ 373273 h 605239"/>
              <a:gd name="connsiteX160" fmla="*/ 373273 h 605239"/>
              <a:gd name="connsiteY160" fmla="*/ 373273 h 605239"/>
              <a:gd name="connsiteX161" fmla="*/ 373273 h 605239"/>
              <a:gd name="connsiteY161" fmla="*/ 373273 h 605239"/>
              <a:gd name="connsiteX162" fmla="*/ 373273 h 605239"/>
              <a:gd name="connsiteY162" fmla="*/ 373273 h 605239"/>
              <a:gd name="connsiteX163" fmla="*/ 373273 h 605239"/>
              <a:gd name="connsiteY163" fmla="*/ 373273 h 605239"/>
              <a:gd name="connsiteX164" fmla="*/ 373273 h 605239"/>
              <a:gd name="connsiteY164" fmla="*/ 373273 h 605239"/>
              <a:gd name="connsiteX165" fmla="*/ 373273 h 605239"/>
              <a:gd name="connsiteY165" fmla="*/ 373273 h 605239"/>
              <a:gd name="connsiteX166" fmla="*/ 373273 h 605239"/>
              <a:gd name="connsiteY166" fmla="*/ 373273 h 605239"/>
              <a:gd name="connsiteX167" fmla="*/ 373273 h 605239"/>
              <a:gd name="connsiteY167" fmla="*/ 373273 h 605239"/>
              <a:gd name="connsiteX168" fmla="*/ 373273 h 605239"/>
              <a:gd name="connsiteY168" fmla="*/ 373273 h 605239"/>
              <a:gd name="connsiteX169" fmla="*/ 373273 h 605239"/>
              <a:gd name="connsiteY169" fmla="*/ 373273 h 605239"/>
              <a:gd name="connsiteX170" fmla="*/ 373273 h 605239"/>
              <a:gd name="connsiteY170" fmla="*/ 373273 h 605239"/>
              <a:gd name="connsiteX171" fmla="*/ 373273 h 605239"/>
              <a:gd name="connsiteY171" fmla="*/ 373273 h 605239"/>
              <a:gd name="connsiteX172" fmla="*/ 373273 h 605239"/>
              <a:gd name="connsiteY172" fmla="*/ 373273 h 605239"/>
              <a:gd name="connsiteX173" fmla="*/ 373273 h 605239"/>
              <a:gd name="connsiteY173" fmla="*/ 373273 h 605239"/>
              <a:gd name="connsiteX174" fmla="*/ 373273 h 605239"/>
              <a:gd name="connsiteY174" fmla="*/ 373273 h 605239"/>
              <a:gd name="connsiteX175" fmla="*/ 373273 h 605239"/>
              <a:gd name="connsiteY175" fmla="*/ 373273 h 605239"/>
              <a:gd name="connsiteX176" fmla="*/ 373273 h 605239"/>
              <a:gd name="connsiteY176" fmla="*/ 373273 h 605239"/>
              <a:gd name="connsiteX177" fmla="*/ 373273 h 605239"/>
              <a:gd name="connsiteY177" fmla="*/ 373273 h 605239"/>
              <a:gd name="connsiteX178" fmla="*/ 373273 h 605239"/>
              <a:gd name="connsiteY178" fmla="*/ 373273 h 605239"/>
              <a:gd name="connsiteX179" fmla="*/ 373273 h 605239"/>
              <a:gd name="connsiteY179" fmla="*/ 373273 h 605239"/>
              <a:gd name="connsiteX180" fmla="*/ 373273 h 605239"/>
              <a:gd name="connsiteY180" fmla="*/ 373273 h 605239"/>
              <a:gd name="connsiteX181" fmla="*/ 373273 h 605239"/>
              <a:gd name="connsiteY181" fmla="*/ 373273 h 605239"/>
              <a:gd name="connsiteX182" fmla="*/ 373273 h 605239"/>
              <a:gd name="connsiteY182" fmla="*/ 373273 h 605239"/>
              <a:gd name="connsiteX183" fmla="*/ 373273 h 605239"/>
              <a:gd name="connsiteY183" fmla="*/ 373273 h 605239"/>
              <a:gd name="connsiteX184" fmla="*/ 373273 h 605239"/>
              <a:gd name="connsiteY184" fmla="*/ 373273 h 605239"/>
              <a:gd name="connsiteX185" fmla="*/ 373273 h 605239"/>
              <a:gd name="connsiteY185" fmla="*/ 373273 h 605239"/>
              <a:gd name="connsiteX186" fmla="*/ 373273 h 605239"/>
              <a:gd name="connsiteY186" fmla="*/ 373273 h 605239"/>
              <a:gd name="connsiteX187" fmla="*/ 373273 h 605239"/>
              <a:gd name="connsiteY187" fmla="*/ 373273 h 605239"/>
              <a:gd name="connsiteX188" fmla="*/ 373273 h 605239"/>
              <a:gd name="connsiteY188" fmla="*/ 373273 h 605239"/>
              <a:gd name="connsiteX189" fmla="*/ 373273 h 605239"/>
              <a:gd name="connsiteY189" fmla="*/ 373273 h 605239"/>
              <a:gd name="connsiteX190" fmla="*/ 373273 h 605239"/>
              <a:gd name="connsiteY190" fmla="*/ 373273 h 605239"/>
              <a:gd name="connsiteX191" fmla="*/ 373273 h 605239"/>
              <a:gd name="connsiteY191" fmla="*/ 373273 h 605239"/>
              <a:gd name="connsiteX192" fmla="*/ 373273 h 605239"/>
              <a:gd name="connsiteY192" fmla="*/ 373273 h 605239"/>
              <a:gd name="connsiteX193" fmla="*/ 373273 h 605239"/>
              <a:gd name="connsiteY193" fmla="*/ 373273 h 605239"/>
              <a:gd name="connsiteX194" fmla="*/ 373273 h 605239"/>
              <a:gd name="connsiteY194" fmla="*/ 373273 h 605239"/>
              <a:gd name="connsiteX195" fmla="*/ 373273 h 605239"/>
              <a:gd name="connsiteY195" fmla="*/ 373273 h 605239"/>
              <a:gd name="connsiteX196" fmla="*/ 373273 h 605239"/>
              <a:gd name="connsiteY196" fmla="*/ 373273 h 605239"/>
              <a:gd name="connsiteX197" fmla="*/ 373273 h 605239"/>
              <a:gd name="connsiteY197" fmla="*/ 373273 h 605239"/>
              <a:gd name="connsiteX198" fmla="*/ 373273 h 605239"/>
              <a:gd name="connsiteY198" fmla="*/ 373273 h 605239"/>
              <a:gd name="connsiteX199" fmla="*/ 373273 h 605239"/>
              <a:gd name="connsiteY199" fmla="*/ 373273 h 605239"/>
              <a:gd name="connsiteX200" fmla="*/ 373273 h 605239"/>
              <a:gd name="connsiteY200" fmla="*/ 373273 h 605239"/>
              <a:gd name="connsiteX201" fmla="*/ 373273 h 605239"/>
              <a:gd name="connsiteY201" fmla="*/ 373273 h 605239"/>
              <a:gd name="connsiteX202" fmla="*/ 373273 h 605239"/>
              <a:gd name="connsiteY202" fmla="*/ 373273 h 605239"/>
              <a:gd name="connsiteX203" fmla="*/ 373273 h 605239"/>
              <a:gd name="connsiteY203" fmla="*/ 373273 h 605239"/>
              <a:gd name="connsiteX204" fmla="*/ 373273 h 605239"/>
              <a:gd name="connsiteY204" fmla="*/ 373273 h 605239"/>
              <a:gd name="connsiteX205" fmla="*/ 373273 h 605239"/>
              <a:gd name="connsiteY205" fmla="*/ 373273 h 605239"/>
              <a:gd name="connsiteX206" fmla="*/ 373273 h 605239"/>
              <a:gd name="connsiteY206" fmla="*/ 373273 h 605239"/>
              <a:gd name="connsiteX207" fmla="*/ 373273 h 605239"/>
              <a:gd name="connsiteY207" fmla="*/ 373273 h 605239"/>
              <a:gd name="connsiteX208" fmla="*/ 373273 h 605239"/>
              <a:gd name="connsiteY208" fmla="*/ 373273 h 605239"/>
              <a:gd name="connsiteX209" fmla="*/ 373273 h 605239"/>
              <a:gd name="connsiteY209" fmla="*/ 373273 h 605239"/>
              <a:gd name="connsiteX210" fmla="*/ 373273 h 605239"/>
              <a:gd name="connsiteY210" fmla="*/ 373273 h 605239"/>
              <a:gd name="connsiteX211" fmla="*/ 373273 h 605239"/>
              <a:gd name="connsiteY211" fmla="*/ 373273 h 605239"/>
              <a:gd name="connsiteX212" fmla="*/ 373273 h 605239"/>
              <a:gd name="connsiteY212" fmla="*/ 373273 h 605239"/>
              <a:gd name="connsiteX213" fmla="*/ 373273 h 605239"/>
              <a:gd name="connsiteY213" fmla="*/ 373273 h 605239"/>
              <a:gd name="connsiteX214" fmla="*/ 373273 h 605239"/>
              <a:gd name="connsiteY214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556277" h="606087">
                <a:moveTo>
                  <a:pt x="278159" y="172250"/>
                </a:moveTo>
                <a:lnTo>
                  <a:pt x="286828" y="180136"/>
                </a:lnTo>
                <a:cubicBezTo>
                  <a:pt x="286925" y="180424"/>
                  <a:pt x="316594" y="206774"/>
                  <a:pt x="394620" y="227257"/>
                </a:cubicBezTo>
                <a:lnTo>
                  <a:pt x="402904" y="229373"/>
                </a:lnTo>
                <a:lnTo>
                  <a:pt x="403964" y="238028"/>
                </a:lnTo>
                <a:cubicBezTo>
                  <a:pt x="404060" y="239374"/>
                  <a:pt x="418606" y="377084"/>
                  <a:pt x="282590" y="428340"/>
                </a:cubicBezTo>
                <a:lnTo>
                  <a:pt x="278159" y="430167"/>
                </a:lnTo>
                <a:lnTo>
                  <a:pt x="273728" y="428340"/>
                </a:lnTo>
                <a:cubicBezTo>
                  <a:pt x="137615" y="377084"/>
                  <a:pt x="152161" y="239374"/>
                  <a:pt x="152257" y="238028"/>
                </a:cubicBezTo>
                <a:lnTo>
                  <a:pt x="153317" y="229373"/>
                </a:lnTo>
                <a:lnTo>
                  <a:pt x="161601" y="227257"/>
                </a:lnTo>
                <a:cubicBezTo>
                  <a:pt x="239723" y="206774"/>
                  <a:pt x="269296" y="180424"/>
                  <a:pt x="269489" y="180136"/>
                </a:cubicBezTo>
                <a:close/>
                <a:moveTo>
                  <a:pt x="230104" y="104060"/>
                </a:moveTo>
                <a:lnTo>
                  <a:pt x="122343" y="160995"/>
                </a:lnTo>
                <a:cubicBezTo>
                  <a:pt x="122632" y="161475"/>
                  <a:pt x="122632" y="162149"/>
                  <a:pt x="122824" y="162630"/>
                </a:cubicBezTo>
                <a:cubicBezTo>
                  <a:pt x="123210" y="163880"/>
                  <a:pt x="123787" y="165130"/>
                  <a:pt x="124173" y="166380"/>
                </a:cubicBezTo>
                <a:cubicBezTo>
                  <a:pt x="124365" y="167631"/>
                  <a:pt x="124654" y="168881"/>
                  <a:pt x="124847" y="170035"/>
                </a:cubicBezTo>
                <a:cubicBezTo>
                  <a:pt x="125232" y="171478"/>
                  <a:pt x="125521" y="172728"/>
                  <a:pt x="125810" y="173979"/>
                </a:cubicBezTo>
                <a:cubicBezTo>
                  <a:pt x="126002" y="175710"/>
                  <a:pt x="126195" y="177537"/>
                  <a:pt x="126291" y="179268"/>
                </a:cubicBezTo>
                <a:cubicBezTo>
                  <a:pt x="126291" y="180807"/>
                  <a:pt x="126387" y="182153"/>
                  <a:pt x="126291" y="183596"/>
                </a:cubicBezTo>
                <a:cubicBezTo>
                  <a:pt x="126291" y="185327"/>
                  <a:pt x="126291" y="187154"/>
                  <a:pt x="126195" y="188885"/>
                </a:cubicBezTo>
                <a:cubicBezTo>
                  <a:pt x="126002" y="189847"/>
                  <a:pt x="125906" y="190905"/>
                  <a:pt x="125617" y="191867"/>
                </a:cubicBezTo>
                <a:cubicBezTo>
                  <a:pt x="125521" y="193502"/>
                  <a:pt x="125136" y="195233"/>
                  <a:pt x="124847" y="196868"/>
                </a:cubicBezTo>
                <a:cubicBezTo>
                  <a:pt x="124654" y="197830"/>
                  <a:pt x="124365" y="198695"/>
                  <a:pt x="124173" y="199753"/>
                </a:cubicBezTo>
                <a:cubicBezTo>
                  <a:pt x="123595" y="201484"/>
                  <a:pt x="123113" y="203119"/>
                  <a:pt x="122535" y="204947"/>
                </a:cubicBezTo>
                <a:cubicBezTo>
                  <a:pt x="122150" y="205716"/>
                  <a:pt x="121861" y="206581"/>
                  <a:pt x="121476" y="207351"/>
                </a:cubicBezTo>
                <a:cubicBezTo>
                  <a:pt x="120513" y="209851"/>
                  <a:pt x="119357" y="212256"/>
                  <a:pt x="117913" y="214660"/>
                </a:cubicBezTo>
                <a:cubicBezTo>
                  <a:pt x="116565" y="216872"/>
                  <a:pt x="115024" y="219180"/>
                  <a:pt x="113387" y="221296"/>
                </a:cubicBezTo>
                <a:cubicBezTo>
                  <a:pt x="112905" y="222065"/>
                  <a:pt x="112135" y="222835"/>
                  <a:pt x="111653" y="223604"/>
                </a:cubicBezTo>
                <a:cubicBezTo>
                  <a:pt x="110498" y="224854"/>
                  <a:pt x="109342" y="226105"/>
                  <a:pt x="108187" y="227355"/>
                </a:cubicBezTo>
                <a:cubicBezTo>
                  <a:pt x="107416" y="228124"/>
                  <a:pt x="106549" y="228894"/>
                  <a:pt x="105683" y="229663"/>
                </a:cubicBezTo>
                <a:cubicBezTo>
                  <a:pt x="104623" y="230625"/>
                  <a:pt x="103564" y="231683"/>
                  <a:pt x="102408" y="232548"/>
                </a:cubicBezTo>
                <a:cubicBezTo>
                  <a:pt x="101349" y="233318"/>
                  <a:pt x="100386" y="233991"/>
                  <a:pt x="99519" y="234664"/>
                </a:cubicBezTo>
                <a:cubicBezTo>
                  <a:pt x="98364" y="235434"/>
                  <a:pt x="97112" y="236395"/>
                  <a:pt x="95956" y="237069"/>
                </a:cubicBezTo>
                <a:cubicBezTo>
                  <a:pt x="94801" y="237742"/>
                  <a:pt x="93838" y="238223"/>
                  <a:pt x="92778" y="238704"/>
                </a:cubicBezTo>
                <a:cubicBezTo>
                  <a:pt x="91526" y="239473"/>
                  <a:pt x="90274" y="240146"/>
                  <a:pt x="89023" y="240627"/>
                </a:cubicBezTo>
                <a:cubicBezTo>
                  <a:pt x="87867" y="241108"/>
                  <a:pt x="86711" y="241685"/>
                  <a:pt x="85556" y="242070"/>
                </a:cubicBezTo>
                <a:cubicBezTo>
                  <a:pt x="84304" y="242550"/>
                  <a:pt x="82956" y="243031"/>
                  <a:pt x="81607" y="243416"/>
                </a:cubicBezTo>
                <a:cubicBezTo>
                  <a:pt x="80548" y="243801"/>
                  <a:pt x="79296" y="244089"/>
                  <a:pt x="78140" y="244282"/>
                </a:cubicBezTo>
                <a:cubicBezTo>
                  <a:pt x="76696" y="244666"/>
                  <a:pt x="75348" y="244955"/>
                  <a:pt x="73903" y="245147"/>
                </a:cubicBezTo>
                <a:cubicBezTo>
                  <a:pt x="72844" y="245436"/>
                  <a:pt x="71496" y="245532"/>
                  <a:pt x="70436" y="245724"/>
                </a:cubicBezTo>
                <a:cubicBezTo>
                  <a:pt x="69859" y="245820"/>
                  <a:pt x="69377" y="245917"/>
                  <a:pt x="68992" y="245917"/>
                </a:cubicBezTo>
                <a:lnTo>
                  <a:pt x="68992" y="360075"/>
                </a:lnTo>
                <a:cubicBezTo>
                  <a:pt x="69859" y="360075"/>
                  <a:pt x="70822" y="360363"/>
                  <a:pt x="71785" y="360459"/>
                </a:cubicBezTo>
                <a:cubicBezTo>
                  <a:pt x="72651" y="360556"/>
                  <a:pt x="73711" y="360748"/>
                  <a:pt x="74674" y="360844"/>
                </a:cubicBezTo>
                <a:cubicBezTo>
                  <a:pt x="76696" y="361229"/>
                  <a:pt x="78718" y="361710"/>
                  <a:pt x="80644" y="362383"/>
                </a:cubicBezTo>
                <a:cubicBezTo>
                  <a:pt x="81415" y="362479"/>
                  <a:pt x="82185" y="362768"/>
                  <a:pt x="82956" y="362960"/>
                </a:cubicBezTo>
                <a:cubicBezTo>
                  <a:pt x="85556" y="363826"/>
                  <a:pt x="88252" y="364883"/>
                  <a:pt x="90756" y="366038"/>
                </a:cubicBezTo>
                <a:cubicBezTo>
                  <a:pt x="91237" y="366230"/>
                  <a:pt x="91623" y="366518"/>
                  <a:pt x="92104" y="366807"/>
                </a:cubicBezTo>
                <a:cubicBezTo>
                  <a:pt x="94126" y="367865"/>
                  <a:pt x="96149" y="369019"/>
                  <a:pt x="98075" y="370269"/>
                </a:cubicBezTo>
                <a:cubicBezTo>
                  <a:pt x="98845" y="370846"/>
                  <a:pt x="99712" y="371423"/>
                  <a:pt x="100482" y="372000"/>
                </a:cubicBezTo>
                <a:cubicBezTo>
                  <a:pt x="102023" y="373058"/>
                  <a:pt x="103371" y="374212"/>
                  <a:pt x="104912" y="375463"/>
                </a:cubicBezTo>
                <a:cubicBezTo>
                  <a:pt x="105683" y="376232"/>
                  <a:pt x="106453" y="376905"/>
                  <a:pt x="107224" y="377675"/>
                </a:cubicBezTo>
                <a:cubicBezTo>
                  <a:pt x="108572" y="379021"/>
                  <a:pt x="109824" y="380367"/>
                  <a:pt x="111268" y="381906"/>
                </a:cubicBezTo>
                <a:cubicBezTo>
                  <a:pt x="111750" y="382676"/>
                  <a:pt x="112424" y="383349"/>
                  <a:pt x="113002" y="384118"/>
                </a:cubicBezTo>
                <a:cubicBezTo>
                  <a:pt x="114735" y="386330"/>
                  <a:pt x="116468" y="388735"/>
                  <a:pt x="117913" y="391427"/>
                </a:cubicBezTo>
                <a:cubicBezTo>
                  <a:pt x="119357" y="393832"/>
                  <a:pt x="120513" y="396236"/>
                  <a:pt x="121476" y="398737"/>
                </a:cubicBezTo>
                <a:cubicBezTo>
                  <a:pt x="121861" y="399506"/>
                  <a:pt x="122150" y="400275"/>
                  <a:pt x="122343" y="400949"/>
                </a:cubicBezTo>
                <a:cubicBezTo>
                  <a:pt x="123017" y="402776"/>
                  <a:pt x="123595" y="404507"/>
                  <a:pt x="124173" y="406334"/>
                </a:cubicBezTo>
                <a:cubicBezTo>
                  <a:pt x="124365" y="407200"/>
                  <a:pt x="124558" y="408065"/>
                  <a:pt x="124750" y="408931"/>
                </a:cubicBezTo>
                <a:cubicBezTo>
                  <a:pt x="125136" y="410758"/>
                  <a:pt x="125521" y="412489"/>
                  <a:pt x="125810" y="414413"/>
                </a:cubicBezTo>
                <a:cubicBezTo>
                  <a:pt x="125906" y="415182"/>
                  <a:pt x="126002" y="416048"/>
                  <a:pt x="126002" y="416817"/>
                </a:cubicBezTo>
                <a:cubicBezTo>
                  <a:pt x="126291" y="419222"/>
                  <a:pt x="126387" y="421434"/>
                  <a:pt x="126387" y="423838"/>
                </a:cubicBezTo>
                <a:lnTo>
                  <a:pt x="126387" y="424607"/>
                </a:lnTo>
                <a:cubicBezTo>
                  <a:pt x="126291" y="427300"/>
                  <a:pt x="126002" y="429801"/>
                  <a:pt x="125617" y="432397"/>
                </a:cubicBezTo>
                <a:cubicBezTo>
                  <a:pt x="125521" y="433167"/>
                  <a:pt x="125424" y="433936"/>
                  <a:pt x="125136" y="434706"/>
                </a:cubicBezTo>
                <a:cubicBezTo>
                  <a:pt x="124847" y="436437"/>
                  <a:pt x="124365" y="438360"/>
                  <a:pt x="123884" y="440091"/>
                </a:cubicBezTo>
                <a:cubicBezTo>
                  <a:pt x="123595" y="441053"/>
                  <a:pt x="123402" y="441919"/>
                  <a:pt x="123113" y="442784"/>
                </a:cubicBezTo>
                <a:cubicBezTo>
                  <a:pt x="122824" y="443457"/>
                  <a:pt x="122632" y="444131"/>
                  <a:pt x="122343" y="444900"/>
                </a:cubicBezTo>
                <a:lnTo>
                  <a:pt x="230104" y="501835"/>
                </a:lnTo>
                <a:cubicBezTo>
                  <a:pt x="230682" y="501162"/>
                  <a:pt x="231452" y="500488"/>
                  <a:pt x="232127" y="499719"/>
                </a:cubicBezTo>
                <a:cubicBezTo>
                  <a:pt x="232608" y="499238"/>
                  <a:pt x="233090" y="498565"/>
                  <a:pt x="233764" y="498084"/>
                </a:cubicBezTo>
                <a:cubicBezTo>
                  <a:pt x="235112" y="496545"/>
                  <a:pt x="236749" y="495199"/>
                  <a:pt x="238386" y="493949"/>
                </a:cubicBezTo>
                <a:cubicBezTo>
                  <a:pt x="238771" y="493564"/>
                  <a:pt x="239060" y="493275"/>
                  <a:pt x="239542" y="492891"/>
                </a:cubicBezTo>
                <a:cubicBezTo>
                  <a:pt x="241564" y="491352"/>
                  <a:pt x="243683" y="489909"/>
                  <a:pt x="245898" y="488659"/>
                </a:cubicBezTo>
                <a:cubicBezTo>
                  <a:pt x="246379" y="488371"/>
                  <a:pt x="246764" y="488082"/>
                  <a:pt x="247150" y="487890"/>
                </a:cubicBezTo>
                <a:cubicBezTo>
                  <a:pt x="249076" y="486832"/>
                  <a:pt x="250809" y="485966"/>
                  <a:pt x="252735" y="485101"/>
                </a:cubicBezTo>
                <a:cubicBezTo>
                  <a:pt x="253505" y="484812"/>
                  <a:pt x="254372" y="484427"/>
                  <a:pt x="255143" y="484235"/>
                </a:cubicBezTo>
                <a:cubicBezTo>
                  <a:pt x="256780" y="483562"/>
                  <a:pt x="258417" y="482985"/>
                  <a:pt x="260054" y="482408"/>
                </a:cubicBezTo>
                <a:cubicBezTo>
                  <a:pt x="260921" y="482215"/>
                  <a:pt x="261787" y="481927"/>
                  <a:pt x="262654" y="481831"/>
                </a:cubicBezTo>
                <a:cubicBezTo>
                  <a:pt x="264291" y="481254"/>
                  <a:pt x="266121" y="480965"/>
                  <a:pt x="267854" y="480677"/>
                </a:cubicBezTo>
                <a:cubicBezTo>
                  <a:pt x="268625" y="480580"/>
                  <a:pt x="269492" y="480388"/>
                  <a:pt x="270262" y="480292"/>
                </a:cubicBezTo>
                <a:cubicBezTo>
                  <a:pt x="272958" y="479907"/>
                  <a:pt x="275462" y="479811"/>
                  <a:pt x="278159" y="479811"/>
                </a:cubicBezTo>
                <a:cubicBezTo>
                  <a:pt x="280759" y="479811"/>
                  <a:pt x="283263" y="479907"/>
                  <a:pt x="285959" y="480292"/>
                </a:cubicBezTo>
                <a:cubicBezTo>
                  <a:pt x="286729" y="480388"/>
                  <a:pt x="287596" y="480580"/>
                  <a:pt x="288367" y="480677"/>
                </a:cubicBezTo>
                <a:cubicBezTo>
                  <a:pt x="290100" y="480965"/>
                  <a:pt x="291930" y="481254"/>
                  <a:pt x="293567" y="481831"/>
                </a:cubicBezTo>
                <a:cubicBezTo>
                  <a:pt x="294434" y="481927"/>
                  <a:pt x="295300" y="482215"/>
                  <a:pt x="296167" y="482600"/>
                </a:cubicBezTo>
                <a:cubicBezTo>
                  <a:pt x="297804" y="482985"/>
                  <a:pt x="299441" y="483562"/>
                  <a:pt x="301175" y="484235"/>
                </a:cubicBezTo>
                <a:cubicBezTo>
                  <a:pt x="301849" y="484427"/>
                  <a:pt x="302812" y="484812"/>
                  <a:pt x="303486" y="485197"/>
                </a:cubicBezTo>
                <a:cubicBezTo>
                  <a:pt x="305412" y="485966"/>
                  <a:pt x="307242" y="486832"/>
                  <a:pt x="308975" y="487890"/>
                </a:cubicBezTo>
                <a:cubicBezTo>
                  <a:pt x="309360" y="488082"/>
                  <a:pt x="309842" y="488371"/>
                  <a:pt x="310323" y="488659"/>
                </a:cubicBezTo>
                <a:cubicBezTo>
                  <a:pt x="312538" y="489909"/>
                  <a:pt x="314657" y="491352"/>
                  <a:pt x="316679" y="492891"/>
                </a:cubicBezTo>
                <a:cubicBezTo>
                  <a:pt x="317161" y="493275"/>
                  <a:pt x="317546" y="493660"/>
                  <a:pt x="317931" y="494045"/>
                </a:cubicBezTo>
                <a:cubicBezTo>
                  <a:pt x="319568" y="495295"/>
                  <a:pt x="321109" y="496545"/>
                  <a:pt x="322457" y="498084"/>
                </a:cubicBezTo>
                <a:lnTo>
                  <a:pt x="324094" y="499719"/>
                </a:lnTo>
                <a:cubicBezTo>
                  <a:pt x="324769" y="500488"/>
                  <a:pt x="325539" y="501162"/>
                  <a:pt x="326117" y="501835"/>
                </a:cubicBezTo>
                <a:lnTo>
                  <a:pt x="433878" y="444900"/>
                </a:lnTo>
                <a:cubicBezTo>
                  <a:pt x="433589" y="444419"/>
                  <a:pt x="433493" y="443938"/>
                  <a:pt x="433397" y="443457"/>
                </a:cubicBezTo>
                <a:cubicBezTo>
                  <a:pt x="433011" y="442111"/>
                  <a:pt x="432530" y="440765"/>
                  <a:pt x="432145" y="439514"/>
                </a:cubicBezTo>
                <a:cubicBezTo>
                  <a:pt x="431856" y="438360"/>
                  <a:pt x="431567" y="437110"/>
                  <a:pt x="431182" y="435860"/>
                </a:cubicBezTo>
                <a:cubicBezTo>
                  <a:pt x="430989" y="434609"/>
                  <a:pt x="430700" y="433359"/>
                  <a:pt x="430508" y="432013"/>
                </a:cubicBezTo>
                <a:cubicBezTo>
                  <a:pt x="430219" y="430282"/>
                  <a:pt x="430122" y="428358"/>
                  <a:pt x="429930" y="426627"/>
                </a:cubicBezTo>
                <a:cubicBezTo>
                  <a:pt x="429930" y="425281"/>
                  <a:pt x="429834" y="423838"/>
                  <a:pt x="429930" y="422492"/>
                </a:cubicBezTo>
                <a:cubicBezTo>
                  <a:pt x="429930" y="420568"/>
                  <a:pt x="429930" y="418837"/>
                  <a:pt x="430122" y="417010"/>
                </a:cubicBezTo>
                <a:cubicBezTo>
                  <a:pt x="430219" y="416048"/>
                  <a:pt x="430315" y="414990"/>
                  <a:pt x="430604" y="414028"/>
                </a:cubicBezTo>
                <a:cubicBezTo>
                  <a:pt x="430700" y="412393"/>
                  <a:pt x="431085" y="410758"/>
                  <a:pt x="431374" y="409220"/>
                </a:cubicBezTo>
                <a:cubicBezTo>
                  <a:pt x="431567" y="408162"/>
                  <a:pt x="431856" y="407200"/>
                  <a:pt x="432145" y="406142"/>
                </a:cubicBezTo>
                <a:cubicBezTo>
                  <a:pt x="432626" y="404507"/>
                  <a:pt x="433108" y="402776"/>
                  <a:pt x="433782" y="401141"/>
                </a:cubicBezTo>
                <a:cubicBezTo>
                  <a:pt x="434167" y="400372"/>
                  <a:pt x="434360" y="399506"/>
                  <a:pt x="434745" y="398737"/>
                </a:cubicBezTo>
                <a:cubicBezTo>
                  <a:pt x="435804" y="396236"/>
                  <a:pt x="436960" y="393832"/>
                  <a:pt x="438308" y="391427"/>
                </a:cubicBezTo>
                <a:cubicBezTo>
                  <a:pt x="439656" y="388831"/>
                  <a:pt x="441486" y="386330"/>
                  <a:pt x="443219" y="384118"/>
                </a:cubicBezTo>
                <a:cubicBezTo>
                  <a:pt x="443701" y="383445"/>
                  <a:pt x="444375" y="382772"/>
                  <a:pt x="444857" y="382195"/>
                </a:cubicBezTo>
                <a:cubicBezTo>
                  <a:pt x="446301" y="380560"/>
                  <a:pt x="447649" y="379021"/>
                  <a:pt x="449190" y="377482"/>
                </a:cubicBezTo>
                <a:cubicBezTo>
                  <a:pt x="449768" y="376905"/>
                  <a:pt x="450442" y="376424"/>
                  <a:pt x="451212" y="375751"/>
                </a:cubicBezTo>
                <a:cubicBezTo>
                  <a:pt x="452850" y="374405"/>
                  <a:pt x="454487" y="372962"/>
                  <a:pt x="456220" y="371712"/>
                </a:cubicBezTo>
                <a:cubicBezTo>
                  <a:pt x="456798" y="371327"/>
                  <a:pt x="457376" y="370846"/>
                  <a:pt x="457857" y="370462"/>
                </a:cubicBezTo>
                <a:cubicBezTo>
                  <a:pt x="462865" y="367192"/>
                  <a:pt x="467969" y="364595"/>
                  <a:pt x="473554" y="362864"/>
                </a:cubicBezTo>
                <a:cubicBezTo>
                  <a:pt x="474036" y="362768"/>
                  <a:pt x="474614" y="362575"/>
                  <a:pt x="475095" y="362479"/>
                </a:cubicBezTo>
                <a:cubicBezTo>
                  <a:pt x="477406" y="361902"/>
                  <a:pt x="479525" y="361229"/>
                  <a:pt x="481836" y="360844"/>
                </a:cubicBezTo>
                <a:lnTo>
                  <a:pt x="484436" y="360459"/>
                </a:lnTo>
                <a:cubicBezTo>
                  <a:pt x="485303" y="360363"/>
                  <a:pt x="486362" y="360075"/>
                  <a:pt x="487229" y="360075"/>
                </a:cubicBezTo>
                <a:lnTo>
                  <a:pt x="487229" y="245917"/>
                </a:lnTo>
                <a:cubicBezTo>
                  <a:pt x="486844" y="245917"/>
                  <a:pt x="486362" y="245820"/>
                  <a:pt x="485881" y="245724"/>
                </a:cubicBezTo>
                <a:cubicBezTo>
                  <a:pt x="484725" y="245532"/>
                  <a:pt x="483473" y="245436"/>
                  <a:pt x="482318" y="245147"/>
                </a:cubicBezTo>
                <a:cubicBezTo>
                  <a:pt x="480873" y="244955"/>
                  <a:pt x="479525" y="244666"/>
                  <a:pt x="478081" y="244282"/>
                </a:cubicBezTo>
                <a:cubicBezTo>
                  <a:pt x="477021" y="244089"/>
                  <a:pt x="475769" y="243801"/>
                  <a:pt x="474614" y="243416"/>
                </a:cubicBezTo>
                <a:cubicBezTo>
                  <a:pt x="473362" y="243031"/>
                  <a:pt x="471917" y="242550"/>
                  <a:pt x="470665" y="242070"/>
                </a:cubicBezTo>
                <a:cubicBezTo>
                  <a:pt x="469510" y="241685"/>
                  <a:pt x="468354" y="241108"/>
                  <a:pt x="467295" y="240627"/>
                </a:cubicBezTo>
                <a:cubicBezTo>
                  <a:pt x="465947" y="240146"/>
                  <a:pt x="464695" y="239473"/>
                  <a:pt x="463443" y="238896"/>
                </a:cubicBezTo>
                <a:cubicBezTo>
                  <a:pt x="462480" y="238223"/>
                  <a:pt x="461420" y="237742"/>
                  <a:pt x="460265" y="237069"/>
                </a:cubicBezTo>
                <a:cubicBezTo>
                  <a:pt x="459205" y="236395"/>
                  <a:pt x="457857" y="235434"/>
                  <a:pt x="456798" y="234664"/>
                </a:cubicBezTo>
                <a:cubicBezTo>
                  <a:pt x="455835" y="234087"/>
                  <a:pt x="454872" y="233318"/>
                  <a:pt x="453813" y="232548"/>
                </a:cubicBezTo>
                <a:cubicBezTo>
                  <a:pt x="452753" y="231683"/>
                  <a:pt x="451598" y="230625"/>
                  <a:pt x="450538" y="229663"/>
                </a:cubicBezTo>
                <a:cubicBezTo>
                  <a:pt x="449672" y="228894"/>
                  <a:pt x="448805" y="228124"/>
                  <a:pt x="448034" y="227355"/>
                </a:cubicBezTo>
                <a:cubicBezTo>
                  <a:pt x="446879" y="226105"/>
                  <a:pt x="445723" y="224854"/>
                  <a:pt x="444664" y="223604"/>
                </a:cubicBezTo>
                <a:cubicBezTo>
                  <a:pt x="444086" y="222835"/>
                  <a:pt x="443316" y="222065"/>
                  <a:pt x="442834" y="221296"/>
                </a:cubicBezTo>
                <a:cubicBezTo>
                  <a:pt x="441197" y="219180"/>
                  <a:pt x="439656" y="217064"/>
                  <a:pt x="438308" y="214660"/>
                </a:cubicBezTo>
                <a:cubicBezTo>
                  <a:pt x="436960" y="212256"/>
                  <a:pt x="435804" y="209851"/>
                  <a:pt x="434745" y="207351"/>
                </a:cubicBezTo>
                <a:cubicBezTo>
                  <a:pt x="434360" y="206581"/>
                  <a:pt x="434167" y="205812"/>
                  <a:pt x="433878" y="205043"/>
                </a:cubicBezTo>
                <a:cubicBezTo>
                  <a:pt x="433204" y="203312"/>
                  <a:pt x="432626" y="201484"/>
                  <a:pt x="432145" y="199753"/>
                </a:cubicBezTo>
                <a:cubicBezTo>
                  <a:pt x="431856" y="198695"/>
                  <a:pt x="431567" y="197830"/>
                  <a:pt x="431471" y="196964"/>
                </a:cubicBezTo>
                <a:cubicBezTo>
                  <a:pt x="431085" y="195233"/>
                  <a:pt x="430700" y="193406"/>
                  <a:pt x="430508" y="191675"/>
                </a:cubicBezTo>
                <a:cubicBezTo>
                  <a:pt x="430315" y="190809"/>
                  <a:pt x="430219" y="190040"/>
                  <a:pt x="430219" y="189174"/>
                </a:cubicBezTo>
                <a:cubicBezTo>
                  <a:pt x="429930" y="186770"/>
                  <a:pt x="429834" y="184462"/>
                  <a:pt x="429834" y="182057"/>
                </a:cubicBezTo>
                <a:lnTo>
                  <a:pt x="429834" y="181288"/>
                </a:lnTo>
                <a:cubicBezTo>
                  <a:pt x="429930" y="178691"/>
                  <a:pt x="430219" y="176094"/>
                  <a:pt x="430604" y="173594"/>
                </a:cubicBezTo>
                <a:cubicBezTo>
                  <a:pt x="430700" y="172728"/>
                  <a:pt x="430989" y="171958"/>
                  <a:pt x="431085" y="171093"/>
                </a:cubicBezTo>
                <a:cubicBezTo>
                  <a:pt x="431471" y="169266"/>
                  <a:pt x="431856" y="167534"/>
                  <a:pt x="432337" y="165899"/>
                </a:cubicBezTo>
                <a:cubicBezTo>
                  <a:pt x="432626" y="164842"/>
                  <a:pt x="432915" y="163976"/>
                  <a:pt x="433204" y="163110"/>
                </a:cubicBezTo>
                <a:cubicBezTo>
                  <a:pt x="433493" y="162341"/>
                  <a:pt x="433589" y="161764"/>
                  <a:pt x="433878" y="160995"/>
                </a:cubicBezTo>
                <a:lnTo>
                  <a:pt x="326213" y="104060"/>
                </a:lnTo>
                <a:cubicBezTo>
                  <a:pt x="325539" y="104829"/>
                  <a:pt x="324865" y="105406"/>
                  <a:pt x="324287" y="106079"/>
                </a:cubicBezTo>
                <a:cubicBezTo>
                  <a:pt x="323613" y="106656"/>
                  <a:pt x="323131" y="107426"/>
                  <a:pt x="322457" y="108099"/>
                </a:cubicBezTo>
                <a:cubicBezTo>
                  <a:pt x="321109" y="109349"/>
                  <a:pt x="319568" y="110600"/>
                  <a:pt x="318220" y="111850"/>
                </a:cubicBezTo>
                <a:cubicBezTo>
                  <a:pt x="317739" y="112235"/>
                  <a:pt x="317161" y="112715"/>
                  <a:pt x="316679" y="113100"/>
                </a:cubicBezTo>
                <a:cubicBezTo>
                  <a:pt x="314657" y="114639"/>
                  <a:pt x="312538" y="115985"/>
                  <a:pt x="310323" y="117428"/>
                </a:cubicBezTo>
                <a:lnTo>
                  <a:pt x="308879" y="118197"/>
                </a:lnTo>
                <a:cubicBezTo>
                  <a:pt x="307049" y="119159"/>
                  <a:pt x="305316" y="120025"/>
                  <a:pt x="303582" y="120794"/>
                </a:cubicBezTo>
                <a:cubicBezTo>
                  <a:pt x="302812" y="121179"/>
                  <a:pt x="301849" y="121467"/>
                  <a:pt x="300982" y="121852"/>
                </a:cubicBezTo>
                <a:cubicBezTo>
                  <a:pt x="299441" y="122429"/>
                  <a:pt x="297804" y="123006"/>
                  <a:pt x="296360" y="123487"/>
                </a:cubicBezTo>
                <a:cubicBezTo>
                  <a:pt x="295397" y="123679"/>
                  <a:pt x="294434" y="123968"/>
                  <a:pt x="293567" y="124256"/>
                </a:cubicBezTo>
                <a:cubicBezTo>
                  <a:pt x="291930" y="124641"/>
                  <a:pt x="290100" y="125026"/>
                  <a:pt x="288367" y="125218"/>
                </a:cubicBezTo>
                <a:cubicBezTo>
                  <a:pt x="287596" y="125410"/>
                  <a:pt x="286729" y="125603"/>
                  <a:pt x="285959" y="125795"/>
                </a:cubicBezTo>
                <a:cubicBezTo>
                  <a:pt x="283263" y="125987"/>
                  <a:pt x="280759" y="126276"/>
                  <a:pt x="278159" y="126276"/>
                </a:cubicBezTo>
                <a:cubicBezTo>
                  <a:pt x="275462" y="126276"/>
                  <a:pt x="272958" y="125987"/>
                  <a:pt x="270262" y="125795"/>
                </a:cubicBezTo>
                <a:cubicBezTo>
                  <a:pt x="269492" y="125603"/>
                  <a:pt x="268625" y="125410"/>
                  <a:pt x="267854" y="125218"/>
                </a:cubicBezTo>
                <a:cubicBezTo>
                  <a:pt x="266121" y="125026"/>
                  <a:pt x="264388" y="124641"/>
                  <a:pt x="262654" y="124256"/>
                </a:cubicBezTo>
                <a:cubicBezTo>
                  <a:pt x="261787" y="123968"/>
                  <a:pt x="260824" y="123679"/>
                  <a:pt x="259958" y="123487"/>
                </a:cubicBezTo>
                <a:cubicBezTo>
                  <a:pt x="258417" y="123006"/>
                  <a:pt x="256780" y="122429"/>
                  <a:pt x="255239" y="121852"/>
                </a:cubicBezTo>
                <a:cubicBezTo>
                  <a:pt x="254372" y="121467"/>
                  <a:pt x="253505" y="121179"/>
                  <a:pt x="252735" y="120794"/>
                </a:cubicBezTo>
                <a:cubicBezTo>
                  <a:pt x="250905" y="120025"/>
                  <a:pt x="249172" y="119159"/>
                  <a:pt x="247535" y="118197"/>
                </a:cubicBezTo>
                <a:cubicBezTo>
                  <a:pt x="246861" y="117909"/>
                  <a:pt x="246379" y="117620"/>
                  <a:pt x="245898" y="117332"/>
                </a:cubicBezTo>
                <a:cubicBezTo>
                  <a:pt x="243779" y="115985"/>
                  <a:pt x="241564" y="114639"/>
                  <a:pt x="239542" y="113100"/>
                </a:cubicBezTo>
                <a:cubicBezTo>
                  <a:pt x="239060" y="112619"/>
                  <a:pt x="238579" y="112235"/>
                  <a:pt x="238001" y="111754"/>
                </a:cubicBezTo>
                <a:cubicBezTo>
                  <a:pt x="236556" y="110600"/>
                  <a:pt x="235112" y="109349"/>
                  <a:pt x="233860" y="108099"/>
                </a:cubicBezTo>
                <a:cubicBezTo>
                  <a:pt x="233282" y="107426"/>
                  <a:pt x="232608" y="106656"/>
                  <a:pt x="231934" y="106079"/>
                </a:cubicBezTo>
                <a:cubicBezTo>
                  <a:pt x="231356" y="105406"/>
                  <a:pt x="230586" y="104829"/>
                  <a:pt x="230104" y="104060"/>
                </a:cubicBezTo>
                <a:close/>
                <a:moveTo>
                  <a:pt x="278159" y="0"/>
                </a:moveTo>
                <a:cubicBezTo>
                  <a:pt x="313020" y="0"/>
                  <a:pt x="341332" y="28275"/>
                  <a:pt x="341332" y="63090"/>
                </a:cubicBezTo>
                <a:cubicBezTo>
                  <a:pt x="341332" y="69533"/>
                  <a:pt x="340177" y="75881"/>
                  <a:pt x="338347" y="81940"/>
                </a:cubicBezTo>
                <a:lnTo>
                  <a:pt x="447264" y="139548"/>
                </a:lnTo>
                <a:cubicBezTo>
                  <a:pt x="451309" y="135316"/>
                  <a:pt x="456028" y="131565"/>
                  <a:pt x="461324" y="128392"/>
                </a:cubicBezTo>
                <a:cubicBezTo>
                  <a:pt x="491563" y="111080"/>
                  <a:pt x="530180" y="121371"/>
                  <a:pt x="547803" y="151473"/>
                </a:cubicBezTo>
                <a:cubicBezTo>
                  <a:pt x="556277" y="166188"/>
                  <a:pt x="558396" y="183211"/>
                  <a:pt x="553966" y="199465"/>
                </a:cubicBezTo>
                <a:cubicBezTo>
                  <a:pt x="549729" y="215814"/>
                  <a:pt x="539232" y="229278"/>
                  <a:pt x="524498" y="237646"/>
                </a:cubicBezTo>
                <a:cubicBezTo>
                  <a:pt x="520742" y="239858"/>
                  <a:pt x="516697" y="241493"/>
                  <a:pt x="512556" y="242935"/>
                </a:cubicBezTo>
                <a:lnTo>
                  <a:pt x="512556" y="362960"/>
                </a:lnTo>
                <a:cubicBezTo>
                  <a:pt x="516794" y="364403"/>
                  <a:pt x="520838" y="366134"/>
                  <a:pt x="524690" y="368442"/>
                </a:cubicBezTo>
                <a:cubicBezTo>
                  <a:pt x="539232" y="376617"/>
                  <a:pt x="549729" y="390273"/>
                  <a:pt x="553966" y="406527"/>
                </a:cubicBezTo>
                <a:cubicBezTo>
                  <a:pt x="555507" y="412105"/>
                  <a:pt x="556277" y="417683"/>
                  <a:pt x="556277" y="423261"/>
                </a:cubicBezTo>
                <a:cubicBezTo>
                  <a:pt x="556277" y="434032"/>
                  <a:pt x="553388" y="444804"/>
                  <a:pt x="547803" y="454517"/>
                </a:cubicBezTo>
                <a:cubicBezTo>
                  <a:pt x="536054" y="474714"/>
                  <a:pt x="514675" y="485966"/>
                  <a:pt x="492911" y="485966"/>
                </a:cubicBezTo>
                <a:cubicBezTo>
                  <a:pt x="482125" y="485966"/>
                  <a:pt x="471339" y="483273"/>
                  <a:pt x="461324" y="477503"/>
                </a:cubicBezTo>
                <a:cubicBezTo>
                  <a:pt x="456028" y="474522"/>
                  <a:pt x="451405" y="470675"/>
                  <a:pt x="447360" y="466443"/>
                </a:cubicBezTo>
                <a:lnTo>
                  <a:pt x="338251" y="524051"/>
                </a:lnTo>
                <a:cubicBezTo>
                  <a:pt x="340177" y="530110"/>
                  <a:pt x="341332" y="536457"/>
                  <a:pt x="341332" y="542901"/>
                </a:cubicBezTo>
                <a:cubicBezTo>
                  <a:pt x="341332" y="577620"/>
                  <a:pt x="313020" y="606087"/>
                  <a:pt x="278159" y="606087"/>
                </a:cubicBezTo>
                <a:cubicBezTo>
                  <a:pt x="243201" y="606087"/>
                  <a:pt x="214889" y="577620"/>
                  <a:pt x="214889" y="542901"/>
                </a:cubicBezTo>
                <a:cubicBezTo>
                  <a:pt x="214889" y="536457"/>
                  <a:pt x="216044" y="530110"/>
                  <a:pt x="217970" y="524051"/>
                </a:cubicBezTo>
                <a:lnTo>
                  <a:pt x="108861" y="466443"/>
                </a:lnTo>
                <a:cubicBezTo>
                  <a:pt x="104816" y="470675"/>
                  <a:pt x="100193" y="474522"/>
                  <a:pt x="94897" y="477503"/>
                </a:cubicBezTo>
                <a:cubicBezTo>
                  <a:pt x="84978" y="483273"/>
                  <a:pt x="74096" y="485966"/>
                  <a:pt x="63310" y="485966"/>
                </a:cubicBezTo>
                <a:cubicBezTo>
                  <a:pt x="41546" y="485966"/>
                  <a:pt x="20167" y="474714"/>
                  <a:pt x="8418" y="454517"/>
                </a:cubicBezTo>
                <a:cubicBezTo>
                  <a:pt x="-56" y="439899"/>
                  <a:pt x="-2175" y="422876"/>
                  <a:pt x="2255" y="406527"/>
                </a:cubicBezTo>
                <a:cubicBezTo>
                  <a:pt x="6588" y="390273"/>
                  <a:pt x="17085" y="376617"/>
                  <a:pt x="31723" y="368250"/>
                </a:cubicBezTo>
                <a:cubicBezTo>
                  <a:pt x="35479" y="366134"/>
                  <a:pt x="39524" y="364403"/>
                  <a:pt x="43761" y="362960"/>
                </a:cubicBezTo>
                <a:lnTo>
                  <a:pt x="43761" y="242935"/>
                </a:lnTo>
                <a:cubicBezTo>
                  <a:pt x="39427" y="241493"/>
                  <a:pt x="35383" y="239858"/>
                  <a:pt x="31627" y="237646"/>
                </a:cubicBezTo>
                <a:cubicBezTo>
                  <a:pt x="17085" y="229278"/>
                  <a:pt x="6588" y="215814"/>
                  <a:pt x="2255" y="199465"/>
                </a:cubicBezTo>
                <a:cubicBezTo>
                  <a:pt x="-2175" y="183211"/>
                  <a:pt x="-56" y="166188"/>
                  <a:pt x="8418" y="151473"/>
                </a:cubicBezTo>
                <a:cubicBezTo>
                  <a:pt x="26041" y="121371"/>
                  <a:pt x="64755" y="111080"/>
                  <a:pt x="94897" y="128392"/>
                </a:cubicBezTo>
                <a:cubicBezTo>
                  <a:pt x="100193" y="131565"/>
                  <a:pt x="104816" y="135316"/>
                  <a:pt x="108861" y="139548"/>
                </a:cubicBezTo>
                <a:lnTo>
                  <a:pt x="217970" y="81940"/>
                </a:lnTo>
                <a:cubicBezTo>
                  <a:pt x="216044" y="75881"/>
                  <a:pt x="214889" y="69533"/>
                  <a:pt x="214889" y="63090"/>
                </a:cubicBezTo>
                <a:cubicBezTo>
                  <a:pt x="214889" y="28275"/>
                  <a:pt x="243201" y="0"/>
                  <a:pt x="27815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Freeform 113"/>
          <p:cNvSpPr>
            <a:spLocks noChangeArrowheads="1"/>
          </p:cNvSpPr>
          <p:nvPr/>
        </p:nvSpPr>
        <p:spPr bwMode="auto">
          <a:xfrm>
            <a:off x="479425" y="3781236"/>
            <a:ext cx="517014" cy="583299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  <a:gd name="connsiteX103" fmla="*/ 373273 h 605239"/>
              <a:gd name="connsiteY103" fmla="*/ 373273 h 605239"/>
              <a:gd name="connsiteX104" fmla="*/ 373273 h 605239"/>
              <a:gd name="connsiteY104" fmla="*/ 373273 h 605239"/>
              <a:gd name="connsiteX105" fmla="*/ 373273 h 605239"/>
              <a:gd name="connsiteY105" fmla="*/ 373273 h 605239"/>
              <a:gd name="connsiteX106" fmla="*/ 373273 h 605239"/>
              <a:gd name="connsiteY106" fmla="*/ 373273 h 605239"/>
              <a:gd name="connsiteX107" fmla="*/ 373273 h 605239"/>
              <a:gd name="connsiteY107" fmla="*/ 373273 h 605239"/>
              <a:gd name="connsiteX108" fmla="*/ 373273 h 605239"/>
              <a:gd name="connsiteY108" fmla="*/ 373273 h 605239"/>
              <a:gd name="connsiteX109" fmla="*/ 373273 h 605239"/>
              <a:gd name="connsiteY109" fmla="*/ 373273 h 605239"/>
              <a:gd name="connsiteX110" fmla="*/ 373273 h 605239"/>
              <a:gd name="connsiteY110" fmla="*/ 373273 h 605239"/>
              <a:gd name="connsiteX111" fmla="*/ 373273 h 605239"/>
              <a:gd name="connsiteY111" fmla="*/ 373273 h 605239"/>
              <a:gd name="connsiteX112" fmla="*/ 373273 h 605239"/>
              <a:gd name="connsiteY112" fmla="*/ 373273 h 605239"/>
              <a:gd name="connsiteX113" fmla="*/ 373273 h 605239"/>
              <a:gd name="connsiteY113" fmla="*/ 373273 h 605239"/>
              <a:gd name="connsiteX114" fmla="*/ 373273 h 605239"/>
              <a:gd name="connsiteY114" fmla="*/ 373273 h 605239"/>
              <a:gd name="connsiteX115" fmla="*/ 373273 h 605239"/>
              <a:gd name="connsiteY115" fmla="*/ 373273 h 605239"/>
              <a:gd name="connsiteX116" fmla="*/ 373273 h 605239"/>
              <a:gd name="connsiteY116" fmla="*/ 373273 h 605239"/>
              <a:gd name="connsiteX117" fmla="*/ 373273 h 605239"/>
              <a:gd name="connsiteY117" fmla="*/ 373273 h 605239"/>
              <a:gd name="connsiteX118" fmla="*/ 373273 h 605239"/>
              <a:gd name="connsiteY118" fmla="*/ 373273 h 605239"/>
              <a:gd name="connsiteX119" fmla="*/ 373273 h 605239"/>
              <a:gd name="connsiteY119" fmla="*/ 373273 h 605239"/>
              <a:gd name="connsiteX120" fmla="*/ 373273 h 605239"/>
              <a:gd name="connsiteY120" fmla="*/ 373273 h 605239"/>
              <a:gd name="connsiteX121" fmla="*/ 373273 h 605239"/>
              <a:gd name="connsiteY121" fmla="*/ 373273 h 605239"/>
              <a:gd name="connsiteX122" fmla="*/ 373273 h 605239"/>
              <a:gd name="connsiteY122" fmla="*/ 373273 h 605239"/>
              <a:gd name="connsiteX123" fmla="*/ 373273 h 605239"/>
              <a:gd name="connsiteY123" fmla="*/ 373273 h 605239"/>
              <a:gd name="connsiteX124" fmla="*/ 373273 h 605239"/>
              <a:gd name="connsiteY124" fmla="*/ 373273 h 605239"/>
              <a:gd name="connsiteX125" fmla="*/ 373273 h 605239"/>
              <a:gd name="connsiteY125" fmla="*/ 373273 h 605239"/>
              <a:gd name="connsiteX126" fmla="*/ 373273 h 605239"/>
              <a:gd name="connsiteY126" fmla="*/ 373273 h 605239"/>
              <a:gd name="connsiteX127" fmla="*/ 373273 h 605239"/>
              <a:gd name="connsiteY127" fmla="*/ 373273 h 605239"/>
              <a:gd name="connsiteX128" fmla="*/ 373273 h 605239"/>
              <a:gd name="connsiteY128" fmla="*/ 373273 h 605239"/>
              <a:gd name="connsiteX129" fmla="*/ 373273 h 605239"/>
              <a:gd name="connsiteY129" fmla="*/ 373273 h 605239"/>
              <a:gd name="connsiteX130" fmla="*/ 373273 h 605239"/>
              <a:gd name="connsiteY130" fmla="*/ 373273 h 605239"/>
              <a:gd name="connsiteX131" fmla="*/ 373273 h 605239"/>
              <a:gd name="connsiteY131" fmla="*/ 373273 h 605239"/>
              <a:gd name="connsiteX132" fmla="*/ 373273 h 605239"/>
              <a:gd name="connsiteY13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539527" h="608697">
                <a:moveTo>
                  <a:pt x="269740" y="427400"/>
                </a:moveTo>
                <a:cubicBezTo>
                  <a:pt x="250430" y="436996"/>
                  <a:pt x="231212" y="445618"/>
                  <a:pt x="212459" y="453174"/>
                </a:cubicBezTo>
                <a:cubicBezTo>
                  <a:pt x="215894" y="470186"/>
                  <a:pt x="219839" y="486133"/>
                  <a:pt x="224435" y="500642"/>
                </a:cubicBezTo>
                <a:cubicBezTo>
                  <a:pt x="231908" y="524562"/>
                  <a:pt x="240775" y="543799"/>
                  <a:pt x="250058" y="556269"/>
                </a:cubicBezTo>
                <a:cubicBezTo>
                  <a:pt x="257114" y="565865"/>
                  <a:pt x="264077" y="571103"/>
                  <a:pt x="269740" y="571103"/>
                </a:cubicBezTo>
                <a:cubicBezTo>
                  <a:pt x="275357" y="571103"/>
                  <a:pt x="282366" y="565772"/>
                  <a:pt x="289422" y="556269"/>
                </a:cubicBezTo>
                <a:cubicBezTo>
                  <a:pt x="298706" y="543706"/>
                  <a:pt x="307526" y="524515"/>
                  <a:pt x="315046" y="500642"/>
                </a:cubicBezTo>
                <a:cubicBezTo>
                  <a:pt x="319595" y="486133"/>
                  <a:pt x="323633" y="470233"/>
                  <a:pt x="326975" y="453174"/>
                </a:cubicBezTo>
                <a:cubicBezTo>
                  <a:pt x="308222" y="445618"/>
                  <a:pt x="289051" y="436996"/>
                  <a:pt x="269740" y="427400"/>
                </a:cubicBezTo>
                <a:close/>
                <a:moveTo>
                  <a:pt x="336213" y="391011"/>
                </a:moveTo>
                <a:cubicBezTo>
                  <a:pt x="332314" y="393282"/>
                  <a:pt x="328414" y="395646"/>
                  <a:pt x="324515" y="397918"/>
                </a:cubicBezTo>
                <a:cubicBezTo>
                  <a:pt x="320105" y="400514"/>
                  <a:pt x="315649" y="403063"/>
                  <a:pt x="311239" y="405520"/>
                </a:cubicBezTo>
                <a:cubicBezTo>
                  <a:pt x="318620" y="408858"/>
                  <a:pt x="326001" y="412056"/>
                  <a:pt x="333288" y="415116"/>
                </a:cubicBezTo>
                <a:cubicBezTo>
                  <a:pt x="334403" y="407189"/>
                  <a:pt x="335331" y="399169"/>
                  <a:pt x="336213" y="391011"/>
                </a:cubicBezTo>
                <a:close/>
                <a:moveTo>
                  <a:pt x="203314" y="390918"/>
                </a:moveTo>
                <a:cubicBezTo>
                  <a:pt x="204103" y="399169"/>
                  <a:pt x="205124" y="407189"/>
                  <a:pt x="206239" y="415023"/>
                </a:cubicBezTo>
                <a:cubicBezTo>
                  <a:pt x="213526" y="412010"/>
                  <a:pt x="220814" y="408858"/>
                  <a:pt x="228241" y="405474"/>
                </a:cubicBezTo>
                <a:cubicBezTo>
                  <a:pt x="223785" y="402971"/>
                  <a:pt x="219422" y="400467"/>
                  <a:pt x="215012" y="397871"/>
                </a:cubicBezTo>
                <a:cubicBezTo>
                  <a:pt x="211066" y="395554"/>
                  <a:pt x="207167" y="393282"/>
                  <a:pt x="203314" y="390918"/>
                </a:cubicBezTo>
                <a:close/>
                <a:moveTo>
                  <a:pt x="425802" y="328987"/>
                </a:moveTo>
                <a:cubicBezTo>
                  <a:pt x="410345" y="341317"/>
                  <a:pt x="393680" y="353555"/>
                  <a:pt x="376134" y="365422"/>
                </a:cubicBezTo>
                <a:cubicBezTo>
                  <a:pt x="374695" y="387395"/>
                  <a:pt x="372420" y="408672"/>
                  <a:pt x="369449" y="428930"/>
                </a:cubicBezTo>
                <a:cubicBezTo>
                  <a:pt x="407745" y="442234"/>
                  <a:pt x="441121" y="449234"/>
                  <a:pt x="466094" y="449234"/>
                </a:cubicBezTo>
                <a:cubicBezTo>
                  <a:pt x="483734" y="449234"/>
                  <a:pt x="496499" y="445432"/>
                  <a:pt x="500213" y="439128"/>
                </a:cubicBezTo>
                <a:cubicBezTo>
                  <a:pt x="503044" y="434261"/>
                  <a:pt x="502069" y="425592"/>
                  <a:pt x="497381" y="414652"/>
                </a:cubicBezTo>
                <a:cubicBezTo>
                  <a:pt x="491254" y="400328"/>
                  <a:pt x="479092" y="382945"/>
                  <a:pt x="462288" y="364495"/>
                </a:cubicBezTo>
                <a:cubicBezTo>
                  <a:pt x="451612" y="352814"/>
                  <a:pt x="439357" y="340854"/>
                  <a:pt x="425802" y="328987"/>
                </a:cubicBezTo>
                <a:close/>
                <a:moveTo>
                  <a:pt x="113585" y="328940"/>
                </a:moveTo>
                <a:cubicBezTo>
                  <a:pt x="100031" y="340808"/>
                  <a:pt x="87823" y="352721"/>
                  <a:pt x="77193" y="364403"/>
                </a:cubicBezTo>
                <a:cubicBezTo>
                  <a:pt x="60342" y="382945"/>
                  <a:pt x="48227" y="400282"/>
                  <a:pt x="42099" y="414606"/>
                </a:cubicBezTo>
                <a:cubicBezTo>
                  <a:pt x="37458" y="425546"/>
                  <a:pt x="36390" y="434261"/>
                  <a:pt x="39221" y="439082"/>
                </a:cubicBezTo>
                <a:cubicBezTo>
                  <a:pt x="42935" y="445386"/>
                  <a:pt x="55700" y="449141"/>
                  <a:pt x="73340" y="449141"/>
                </a:cubicBezTo>
                <a:cubicBezTo>
                  <a:pt x="98360" y="449141"/>
                  <a:pt x="131689" y="442187"/>
                  <a:pt x="169939" y="428883"/>
                </a:cubicBezTo>
                <a:cubicBezTo>
                  <a:pt x="166968" y="408626"/>
                  <a:pt x="164740" y="387349"/>
                  <a:pt x="163254" y="365330"/>
                </a:cubicBezTo>
                <a:cubicBezTo>
                  <a:pt x="145708" y="353463"/>
                  <a:pt x="129043" y="341225"/>
                  <a:pt x="113585" y="328940"/>
                </a:cubicBezTo>
                <a:close/>
                <a:moveTo>
                  <a:pt x="378083" y="290882"/>
                </a:moveTo>
                <a:cubicBezTo>
                  <a:pt x="378176" y="295333"/>
                  <a:pt x="378176" y="313504"/>
                  <a:pt x="378083" y="317954"/>
                </a:cubicBezTo>
                <a:cubicBezTo>
                  <a:pt x="384303" y="313504"/>
                  <a:pt x="390292" y="308915"/>
                  <a:pt x="396094" y="304418"/>
                </a:cubicBezTo>
                <a:cubicBezTo>
                  <a:pt x="390292" y="299875"/>
                  <a:pt x="384303" y="295379"/>
                  <a:pt x="378083" y="290882"/>
                </a:cubicBezTo>
                <a:close/>
                <a:moveTo>
                  <a:pt x="161397" y="290882"/>
                </a:moveTo>
                <a:cubicBezTo>
                  <a:pt x="155224" y="295333"/>
                  <a:pt x="149235" y="299875"/>
                  <a:pt x="143387" y="304418"/>
                </a:cubicBezTo>
                <a:cubicBezTo>
                  <a:pt x="149235" y="308915"/>
                  <a:pt x="155224" y="313411"/>
                  <a:pt x="161397" y="317954"/>
                </a:cubicBezTo>
                <a:cubicBezTo>
                  <a:pt x="161305" y="313504"/>
                  <a:pt x="161305" y="295333"/>
                  <a:pt x="161397" y="290882"/>
                </a:cubicBezTo>
                <a:close/>
                <a:moveTo>
                  <a:pt x="269729" y="261092"/>
                </a:moveTo>
                <a:cubicBezTo>
                  <a:pt x="293678" y="261092"/>
                  <a:pt x="313092" y="280474"/>
                  <a:pt x="313092" y="304384"/>
                </a:cubicBezTo>
                <a:cubicBezTo>
                  <a:pt x="313092" y="328294"/>
                  <a:pt x="293678" y="347676"/>
                  <a:pt x="269729" y="347676"/>
                </a:cubicBezTo>
                <a:cubicBezTo>
                  <a:pt x="245780" y="347676"/>
                  <a:pt x="226366" y="328294"/>
                  <a:pt x="226366" y="304384"/>
                </a:cubicBezTo>
                <a:cubicBezTo>
                  <a:pt x="226366" y="280474"/>
                  <a:pt x="245780" y="261092"/>
                  <a:pt x="269729" y="261092"/>
                </a:cubicBezTo>
                <a:close/>
                <a:moveTo>
                  <a:pt x="269740" y="223666"/>
                </a:moveTo>
                <a:cubicBezTo>
                  <a:pt x="257764" y="229924"/>
                  <a:pt x="245834" y="236553"/>
                  <a:pt x="233997" y="243460"/>
                </a:cubicBezTo>
                <a:cubicBezTo>
                  <a:pt x="222300" y="250274"/>
                  <a:pt x="210927" y="257320"/>
                  <a:pt x="199925" y="264413"/>
                </a:cubicBezTo>
                <a:cubicBezTo>
                  <a:pt x="199368" y="277532"/>
                  <a:pt x="199044" y="290882"/>
                  <a:pt x="199044" y="304418"/>
                </a:cubicBezTo>
                <a:cubicBezTo>
                  <a:pt x="199044" y="317954"/>
                  <a:pt x="199368" y="331305"/>
                  <a:pt x="199925" y="344377"/>
                </a:cubicBezTo>
                <a:cubicBezTo>
                  <a:pt x="210927" y="351516"/>
                  <a:pt x="222300" y="358562"/>
                  <a:pt x="233997" y="365330"/>
                </a:cubicBezTo>
                <a:cubicBezTo>
                  <a:pt x="245881" y="372283"/>
                  <a:pt x="257764" y="378866"/>
                  <a:pt x="269740" y="385124"/>
                </a:cubicBezTo>
                <a:cubicBezTo>
                  <a:pt x="281670" y="378866"/>
                  <a:pt x="293600" y="372283"/>
                  <a:pt x="305437" y="365330"/>
                </a:cubicBezTo>
                <a:cubicBezTo>
                  <a:pt x="317135" y="358562"/>
                  <a:pt x="328507" y="351516"/>
                  <a:pt x="339555" y="344377"/>
                </a:cubicBezTo>
                <a:cubicBezTo>
                  <a:pt x="340112" y="331305"/>
                  <a:pt x="340391" y="317954"/>
                  <a:pt x="340391" y="304418"/>
                </a:cubicBezTo>
                <a:cubicBezTo>
                  <a:pt x="340391" y="290882"/>
                  <a:pt x="340112" y="277532"/>
                  <a:pt x="339555" y="264413"/>
                </a:cubicBezTo>
                <a:cubicBezTo>
                  <a:pt x="328507" y="257320"/>
                  <a:pt x="317135" y="250274"/>
                  <a:pt x="305437" y="243460"/>
                </a:cubicBezTo>
                <a:cubicBezTo>
                  <a:pt x="293553" y="236553"/>
                  <a:pt x="281670" y="229924"/>
                  <a:pt x="269740" y="223666"/>
                </a:cubicBezTo>
                <a:close/>
                <a:moveTo>
                  <a:pt x="333288" y="193767"/>
                </a:moveTo>
                <a:cubicBezTo>
                  <a:pt x="326001" y="196780"/>
                  <a:pt x="318666" y="199932"/>
                  <a:pt x="311239" y="203362"/>
                </a:cubicBezTo>
                <a:cubicBezTo>
                  <a:pt x="315696" y="205819"/>
                  <a:pt x="320105" y="208369"/>
                  <a:pt x="324515" y="210965"/>
                </a:cubicBezTo>
                <a:cubicBezTo>
                  <a:pt x="328414" y="213236"/>
                  <a:pt x="332314" y="215508"/>
                  <a:pt x="336120" y="217872"/>
                </a:cubicBezTo>
                <a:cubicBezTo>
                  <a:pt x="335331" y="209713"/>
                  <a:pt x="334356" y="201694"/>
                  <a:pt x="333288" y="193767"/>
                </a:cubicBezTo>
                <a:close/>
                <a:moveTo>
                  <a:pt x="206146" y="193720"/>
                </a:moveTo>
                <a:cubicBezTo>
                  <a:pt x="205124" y="201601"/>
                  <a:pt x="204103" y="209667"/>
                  <a:pt x="203268" y="217825"/>
                </a:cubicBezTo>
                <a:cubicBezTo>
                  <a:pt x="207167" y="215461"/>
                  <a:pt x="211066" y="213190"/>
                  <a:pt x="214965" y="210872"/>
                </a:cubicBezTo>
                <a:cubicBezTo>
                  <a:pt x="219329" y="208276"/>
                  <a:pt x="223785" y="205773"/>
                  <a:pt x="228195" y="203270"/>
                </a:cubicBezTo>
                <a:cubicBezTo>
                  <a:pt x="220814" y="199932"/>
                  <a:pt x="213480" y="196733"/>
                  <a:pt x="206146" y="193720"/>
                </a:cubicBezTo>
                <a:close/>
                <a:moveTo>
                  <a:pt x="466187" y="159649"/>
                </a:moveTo>
                <a:cubicBezTo>
                  <a:pt x="441167" y="159649"/>
                  <a:pt x="407792" y="166649"/>
                  <a:pt x="369496" y="179906"/>
                </a:cubicBezTo>
                <a:cubicBezTo>
                  <a:pt x="372466" y="200210"/>
                  <a:pt x="374695" y="221441"/>
                  <a:pt x="376180" y="243460"/>
                </a:cubicBezTo>
                <a:cubicBezTo>
                  <a:pt x="393773" y="255327"/>
                  <a:pt x="410391" y="267565"/>
                  <a:pt x="425895" y="279850"/>
                </a:cubicBezTo>
                <a:cubicBezTo>
                  <a:pt x="439357" y="267936"/>
                  <a:pt x="451612" y="256022"/>
                  <a:pt x="462334" y="244387"/>
                </a:cubicBezTo>
                <a:cubicBezTo>
                  <a:pt x="479185" y="225845"/>
                  <a:pt x="491300" y="208554"/>
                  <a:pt x="497428" y="194184"/>
                </a:cubicBezTo>
                <a:cubicBezTo>
                  <a:pt x="502069" y="183244"/>
                  <a:pt x="503137" y="174529"/>
                  <a:pt x="500259" y="169708"/>
                </a:cubicBezTo>
                <a:cubicBezTo>
                  <a:pt x="496546" y="163404"/>
                  <a:pt x="483827" y="159649"/>
                  <a:pt x="466187" y="159649"/>
                </a:cubicBezTo>
                <a:close/>
                <a:moveTo>
                  <a:pt x="73386" y="159603"/>
                </a:moveTo>
                <a:cubicBezTo>
                  <a:pt x="55747" y="159603"/>
                  <a:pt x="43028" y="163357"/>
                  <a:pt x="39314" y="169662"/>
                </a:cubicBezTo>
                <a:cubicBezTo>
                  <a:pt x="36436" y="174529"/>
                  <a:pt x="37458" y="183198"/>
                  <a:pt x="42146" y="194138"/>
                </a:cubicBezTo>
                <a:cubicBezTo>
                  <a:pt x="48273" y="208461"/>
                  <a:pt x="60389" y="225845"/>
                  <a:pt x="77239" y="244341"/>
                </a:cubicBezTo>
                <a:cubicBezTo>
                  <a:pt x="87823" y="256022"/>
                  <a:pt x="100077" y="267936"/>
                  <a:pt x="113678" y="279803"/>
                </a:cubicBezTo>
                <a:cubicBezTo>
                  <a:pt x="129182" y="267519"/>
                  <a:pt x="145800" y="255281"/>
                  <a:pt x="163393" y="243414"/>
                </a:cubicBezTo>
                <a:cubicBezTo>
                  <a:pt x="164832" y="221395"/>
                  <a:pt x="167107" y="200117"/>
                  <a:pt x="170078" y="179860"/>
                </a:cubicBezTo>
                <a:cubicBezTo>
                  <a:pt x="131782" y="166556"/>
                  <a:pt x="98406" y="159603"/>
                  <a:pt x="73386" y="159603"/>
                </a:cubicBezTo>
                <a:close/>
                <a:moveTo>
                  <a:pt x="269740" y="37687"/>
                </a:moveTo>
                <a:cubicBezTo>
                  <a:pt x="264077" y="37687"/>
                  <a:pt x="257114" y="43018"/>
                  <a:pt x="250058" y="52521"/>
                </a:cubicBezTo>
                <a:cubicBezTo>
                  <a:pt x="240775" y="65083"/>
                  <a:pt x="231908" y="84321"/>
                  <a:pt x="224435" y="108148"/>
                </a:cubicBezTo>
                <a:cubicBezTo>
                  <a:pt x="219839" y="122703"/>
                  <a:pt x="215894" y="138557"/>
                  <a:pt x="212459" y="155616"/>
                </a:cubicBezTo>
                <a:cubicBezTo>
                  <a:pt x="231212" y="163172"/>
                  <a:pt x="250430" y="171840"/>
                  <a:pt x="269740" y="181390"/>
                </a:cubicBezTo>
                <a:cubicBezTo>
                  <a:pt x="289051" y="171840"/>
                  <a:pt x="308222" y="163172"/>
                  <a:pt x="326975" y="155616"/>
                </a:cubicBezTo>
                <a:cubicBezTo>
                  <a:pt x="323587" y="138650"/>
                  <a:pt x="319595" y="122703"/>
                  <a:pt x="315046" y="108148"/>
                </a:cubicBezTo>
                <a:cubicBezTo>
                  <a:pt x="307526" y="84228"/>
                  <a:pt x="298706" y="65037"/>
                  <a:pt x="289422" y="52521"/>
                </a:cubicBezTo>
                <a:cubicBezTo>
                  <a:pt x="282366" y="42972"/>
                  <a:pt x="275357" y="37687"/>
                  <a:pt x="269740" y="37687"/>
                </a:cubicBezTo>
                <a:close/>
                <a:moveTo>
                  <a:pt x="269740" y="0"/>
                </a:moveTo>
                <a:cubicBezTo>
                  <a:pt x="292625" y="0"/>
                  <a:pt x="309568" y="16363"/>
                  <a:pt x="319780" y="30177"/>
                </a:cubicBezTo>
                <a:cubicBezTo>
                  <a:pt x="331757" y="46216"/>
                  <a:pt x="342247" y="68653"/>
                  <a:pt x="351114" y="96930"/>
                </a:cubicBezTo>
                <a:cubicBezTo>
                  <a:pt x="355523" y="111022"/>
                  <a:pt x="359423" y="126226"/>
                  <a:pt x="362811" y="142405"/>
                </a:cubicBezTo>
                <a:cubicBezTo>
                  <a:pt x="402732" y="129054"/>
                  <a:pt x="438336" y="122008"/>
                  <a:pt x="466094" y="122008"/>
                </a:cubicBezTo>
                <a:cubicBezTo>
                  <a:pt x="480949" y="122008"/>
                  <a:pt x="493900" y="124048"/>
                  <a:pt x="504437" y="127988"/>
                </a:cubicBezTo>
                <a:cubicBezTo>
                  <a:pt x="517249" y="132809"/>
                  <a:pt x="526811" y="140504"/>
                  <a:pt x="532846" y="150749"/>
                </a:cubicBezTo>
                <a:cubicBezTo>
                  <a:pt x="544404" y="170450"/>
                  <a:pt x="538834" y="193349"/>
                  <a:pt x="532103" y="209018"/>
                </a:cubicBezTo>
                <a:cubicBezTo>
                  <a:pt x="524212" y="227375"/>
                  <a:pt x="510100" y="247864"/>
                  <a:pt x="490186" y="269744"/>
                </a:cubicBezTo>
                <a:cubicBezTo>
                  <a:pt x="479788" y="281148"/>
                  <a:pt x="467951" y="292783"/>
                  <a:pt x="454954" y="304418"/>
                </a:cubicBezTo>
                <a:cubicBezTo>
                  <a:pt x="467951" y="316007"/>
                  <a:pt x="479788" y="327642"/>
                  <a:pt x="490140" y="339000"/>
                </a:cubicBezTo>
                <a:cubicBezTo>
                  <a:pt x="510054" y="360880"/>
                  <a:pt x="524165" y="381276"/>
                  <a:pt x="532010" y="399726"/>
                </a:cubicBezTo>
                <a:cubicBezTo>
                  <a:pt x="538787" y="415394"/>
                  <a:pt x="544358" y="438201"/>
                  <a:pt x="532753" y="457995"/>
                </a:cubicBezTo>
                <a:cubicBezTo>
                  <a:pt x="526718" y="468239"/>
                  <a:pt x="517156" y="475934"/>
                  <a:pt x="504344" y="480755"/>
                </a:cubicBezTo>
                <a:cubicBezTo>
                  <a:pt x="493760" y="484696"/>
                  <a:pt x="480902" y="486735"/>
                  <a:pt x="466048" y="486735"/>
                </a:cubicBezTo>
                <a:cubicBezTo>
                  <a:pt x="438243" y="486735"/>
                  <a:pt x="402685" y="479689"/>
                  <a:pt x="362765" y="466339"/>
                </a:cubicBezTo>
                <a:cubicBezTo>
                  <a:pt x="359423" y="482517"/>
                  <a:pt x="355431" y="497722"/>
                  <a:pt x="351067" y="511814"/>
                </a:cubicBezTo>
                <a:cubicBezTo>
                  <a:pt x="342201" y="539998"/>
                  <a:pt x="331664" y="562527"/>
                  <a:pt x="319734" y="578566"/>
                </a:cubicBezTo>
                <a:cubicBezTo>
                  <a:pt x="309568" y="592287"/>
                  <a:pt x="292625" y="608697"/>
                  <a:pt x="269740" y="608697"/>
                </a:cubicBezTo>
                <a:cubicBezTo>
                  <a:pt x="246809" y="608697"/>
                  <a:pt x="229866" y="592287"/>
                  <a:pt x="219700" y="578566"/>
                </a:cubicBezTo>
                <a:cubicBezTo>
                  <a:pt x="207770" y="562527"/>
                  <a:pt x="197233" y="540091"/>
                  <a:pt x="188413" y="511814"/>
                </a:cubicBezTo>
                <a:cubicBezTo>
                  <a:pt x="184004" y="497722"/>
                  <a:pt x="180104" y="482517"/>
                  <a:pt x="176716" y="466339"/>
                </a:cubicBezTo>
                <a:cubicBezTo>
                  <a:pt x="136795" y="479689"/>
                  <a:pt x="101191" y="486735"/>
                  <a:pt x="73386" y="486735"/>
                </a:cubicBezTo>
                <a:cubicBezTo>
                  <a:pt x="58532" y="486735"/>
                  <a:pt x="45627" y="484696"/>
                  <a:pt x="35090" y="480755"/>
                </a:cubicBezTo>
                <a:cubicBezTo>
                  <a:pt x="22278" y="475934"/>
                  <a:pt x="12670" y="468239"/>
                  <a:pt x="6681" y="457995"/>
                </a:cubicBezTo>
                <a:cubicBezTo>
                  <a:pt x="-4877" y="438294"/>
                  <a:pt x="693" y="415394"/>
                  <a:pt x="7424" y="399726"/>
                </a:cubicBezTo>
                <a:cubicBezTo>
                  <a:pt x="15269" y="381369"/>
                  <a:pt x="29381" y="360880"/>
                  <a:pt x="49341" y="339000"/>
                </a:cubicBezTo>
                <a:cubicBezTo>
                  <a:pt x="59785" y="327596"/>
                  <a:pt x="71529" y="315961"/>
                  <a:pt x="84527" y="304326"/>
                </a:cubicBezTo>
                <a:cubicBezTo>
                  <a:pt x="71529" y="292737"/>
                  <a:pt x="59739" y="281101"/>
                  <a:pt x="49341" y="269651"/>
                </a:cubicBezTo>
                <a:cubicBezTo>
                  <a:pt x="29381" y="247771"/>
                  <a:pt x="15269" y="227375"/>
                  <a:pt x="7424" y="208971"/>
                </a:cubicBezTo>
                <a:cubicBezTo>
                  <a:pt x="693" y="193257"/>
                  <a:pt x="-4877" y="170450"/>
                  <a:pt x="6681" y="150702"/>
                </a:cubicBezTo>
                <a:cubicBezTo>
                  <a:pt x="12762" y="140411"/>
                  <a:pt x="22278" y="132763"/>
                  <a:pt x="35090" y="127942"/>
                </a:cubicBezTo>
                <a:cubicBezTo>
                  <a:pt x="45674" y="124001"/>
                  <a:pt x="58532" y="121962"/>
                  <a:pt x="73386" y="121962"/>
                </a:cubicBezTo>
                <a:cubicBezTo>
                  <a:pt x="101191" y="121962"/>
                  <a:pt x="136795" y="129008"/>
                  <a:pt x="176716" y="142358"/>
                </a:cubicBezTo>
                <a:cubicBezTo>
                  <a:pt x="180058" y="126134"/>
                  <a:pt x="184004" y="110929"/>
                  <a:pt x="188413" y="96837"/>
                </a:cubicBezTo>
                <a:cubicBezTo>
                  <a:pt x="197233" y="68653"/>
                  <a:pt x="207770" y="46170"/>
                  <a:pt x="219700" y="30085"/>
                </a:cubicBezTo>
                <a:cubicBezTo>
                  <a:pt x="229866" y="16363"/>
                  <a:pt x="246809" y="0"/>
                  <a:pt x="2697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"/>
          <p:cNvSpPr/>
          <p:nvPr/>
        </p:nvSpPr>
        <p:spPr>
          <a:xfrm>
            <a:off x="2628900" y="2571962"/>
            <a:ext cx="9563100" cy="4286038"/>
          </a:xfrm>
          <a:custGeom>
            <a:avLst/>
            <a:gdLst>
              <a:gd name="connsiteX0" fmla="*/ 0 w 8686800"/>
              <a:gd name="connsiteY0" fmla="*/ 0 h 3429000"/>
              <a:gd name="connsiteX1" fmla="*/ 8686800 w 8686800"/>
              <a:gd name="connsiteY1" fmla="*/ 0 h 3429000"/>
              <a:gd name="connsiteX2" fmla="*/ 8686800 w 8686800"/>
              <a:gd name="connsiteY2" fmla="*/ 3429000 h 3429000"/>
              <a:gd name="connsiteX3" fmla="*/ 0 w 8686800"/>
              <a:gd name="connsiteY3" fmla="*/ 3429000 h 3429000"/>
              <a:gd name="connsiteX4" fmla="*/ 0 w 8686800"/>
              <a:gd name="connsiteY4" fmla="*/ 0 h 3429000"/>
              <a:gd name="connsiteX0-1" fmla="*/ 0 w 8686800"/>
              <a:gd name="connsiteY0-2" fmla="*/ 3429000 h 3429000"/>
              <a:gd name="connsiteX1-3" fmla="*/ 8686800 w 8686800"/>
              <a:gd name="connsiteY1-4" fmla="*/ 0 h 3429000"/>
              <a:gd name="connsiteX2-5" fmla="*/ 8686800 w 8686800"/>
              <a:gd name="connsiteY2-6" fmla="*/ 3429000 h 3429000"/>
              <a:gd name="connsiteX3-7" fmla="*/ 0 w 8686800"/>
              <a:gd name="connsiteY3-8" fmla="*/ 3429000 h 3429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686800" h="3429000">
                <a:moveTo>
                  <a:pt x="0" y="3429000"/>
                </a:moveTo>
                <a:lnTo>
                  <a:pt x="8686800" y="0"/>
                </a:lnTo>
                <a:lnTo>
                  <a:pt x="86868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174" y="2673850"/>
            <a:ext cx="3533674" cy="2736567"/>
          </a:xfrm>
          <a:prstGeom prst="rect">
            <a:avLst/>
          </a:prstGeom>
          <a:effectLst>
            <a:reflection blurRad="6350" stA="16000" endPos="35000" dir="5400000" sy="-100000" algn="bl" rotWithShape="0"/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833" y="1713745"/>
            <a:ext cx="2479528" cy="1920209"/>
          </a:xfrm>
          <a:prstGeom prst="rect">
            <a:avLst/>
          </a:prstGeom>
          <a:effectLst>
            <a:reflection blurRad="6350" stA="16000" endPos="35000" dir="5400000" sy="-100000" algn="bl" rotWithShape="0"/>
          </a:effectLst>
        </p:spPr>
      </p:pic>
      <p:sp>
        <p:nvSpPr>
          <p:cNvPr id="6" name="图片占位符 5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3" name="图片占位符 12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桌面展示</a:t>
            </a:r>
            <a:endParaRPr lang="zh-CN" altLang="en-US" dirty="0"/>
          </a:p>
        </p:txBody>
      </p:sp>
      <p:sp>
        <p:nvSpPr>
          <p:cNvPr id="11" name="TextBox 7"/>
          <p:cNvSpPr txBox="1"/>
          <p:nvPr/>
        </p:nvSpPr>
        <p:spPr>
          <a:xfrm>
            <a:off x="479424" y="1828906"/>
            <a:ext cx="3303114" cy="1341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点击此处添加标题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点击此处添加标题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479424" y="3397538"/>
            <a:ext cx="3303114" cy="1294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点击此处添加标题</a:t>
            </a:r>
            <a:endParaRPr lang="en-US" altLang="zh-CN" sz="2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点击此处添加标题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7946" b="-407"/>
          <a:stretch>
            <a:fillRect/>
          </a:stretch>
        </p:blipFill>
        <p:spPr>
          <a:xfrm>
            <a:off x="-357677" y="624439"/>
            <a:ext cx="4373431" cy="6269317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6507865" y="1918920"/>
            <a:ext cx="2784598" cy="1919710"/>
            <a:chOff x="4045860" y="2265294"/>
            <a:chExt cx="3689083" cy="1688783"/>
          </a:xfrm>
        </p:grpSpPr>
        <p:cxnSp>
          <p:nvCxnSpPr>
            <p:cNvPr id="7" name="直線接點 5"/>
            <p:cNvCxnSpPr/>
            <p:nvPr/>
          </p:nvCxnSpPr>
          <p:spPr>
            <a:xfrm>
              <a:off x="4045860" y="2265294"/>
              <a:ext cx="0" cy="168878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37"/>
            <p:cNvCxnSpPr/>
            <p:nvPr/>
          </p:nvCxnSpPr>
          <p:spPr>
            <a:xfrm>
              <a:off x="7734943" y="2265294"/>
              <a:ext cx="0" cy="168878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字方塊 64"/>
          <p:cNvSpPr txBox="1"/>
          <p:nvPr/>
        </p:nvSpPr>
        <p:spPr>
          <a:xfrm>
            <a:off x="4340701" y="2930904"/>
            <a:ext cx="1723550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输入您的标题</a:t>
            </a:r>
            <a:endParaRPr lang="zh-TW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006229" y="3440163"/>
            <a:ext cx="2314259" cy="62517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lang="zh-TW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字方塊 64"/>
          <p:cNvSpPr txBox="1"/>
          <p:nvPr/>
        </p:nvSpPr>
        <p:spPr>
          <a:xfrm>
            <a:off x="7031963" y="2930905"/>
            <a:ext cx="1723550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输入您的标题</a:t>
            </a:r>
            <a:endParaRPr lang="zh-TW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97491" y="3440163"/>
            <a:ext cx="2314259" cy="62517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lang="zh-TW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字方塊 64"/>
          <p:cNvSpPr txBox="1"/>
          <p:nvPr/>
        </p:nvSpPr>
        <p:spPr>
          <a:xfrm>
            <a:off x="9859947" y="2930905"/>
            <a:ext cx="1723550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输入您的标题</a:t>
            </a:r>
            <a:endParaRPr lang="zh-TW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525475" y="3440163"/>
            <a:ext cx="2314259" cy="62517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lang="zh-TW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TextBox 31"/>
          <p:cNvSpPr txBox="1">
            <a:spLocks noChangeArrowheads="1"/>
          </p:cNvSpPr>
          <p:nvPr/>
        </p:nvSpPr>
        <p:spPr bwMode="auto">
          <a:xfrm>
            <a:off x="5131497" y="4571089"/>
            <a:ext cx="5886962" cy="787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标题数字等都可以通过点击和重新输入进行更改，顶部“开始”面板中可以对字体、字号、颜色、行距等进行修改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Freeform 5"/>
          <p:cNvSpPr>
            <a:spLocks noEditPoints="1"/>
          </p:cNvSpPr>
          <p:nvPr/>
        </p:nvSpPr>
        <p:spPr bwMode="auto">
          <a:xfrm>
            <a:off x="4391501" y="4748487"/>
            <a:ext cx="398705" cy="306050"/>
          </a:xfrm>
          <a:custGeom>
            <a:avLst/>
            <a:gdLst>
              <a:gd name="T0" fmla="*/ 113 w 12756"/>
              <a:gd name="T1" fmla="*/ 9690 h 9774"/>
              <a:gd name="T2" fmla="*/ 13 w 12756"/>
              <a:gd name="T3" fmla="*/ 9448 h 9774"/>
              <a:gd name="T4" fmla="*/ 8 w 12756"/>
              <a:gd name="T5" fmla="*/ 6967 h 9774"/>
              <a:gd name="T6" fmla="*/ 198 w 12756"/>
              <a:gd name="T7" fmla="*/ 3388 h 9774"/>
              <a:gd name="T8" fmla="*/ 1337 w 12756"/>
              <a:gd name="T9" fmla="*/ 1086 h 9774"/>
              <a:gd name="T10" fmla="*/ 4130 w 12756"/>
              <a:gd name="T11" fmla="*/ 34 h 9774"/>
              <a:gd name="T12" fmla="*/ 4489 w 12756"/>
              <a:gd name="T13" fmla="*/ 116 h 9774"/>
              <a:gd name="T14" fmla="*/ 4572 w 12756"/>
              <a:gd name="T15" fmla="*/ 198 h 9774"/>
              <a:gd name="T16" fmla="*/ 4572 w 12756"/>
              <a:gd name="T17" fmla="*/ 1103 h 9774"/>
              <a:gd name="T18" fmla="*/ 4572 w 12756"/>
              <a:gd name="T19" fmla="*/ 2008 h 9774"/>
              <a:gd name="T20" fmla="*/ 4494 w 12756"/>
              <a:gd name="T21" fmla="*/ 2096 h 9774"/>
              <a:gd name="T22" fmla="*/ 4162 w 12756"/>
              <a:gd name="T23" fmla="*/ 2211 h 9774"/>
              <a:gd name="T24" fmla="*/ 3219 w 12756"/>
              <a:gd name="T25" fmla="*/ 2718 h 9774"/>
              <a:gd name="T26" fmla="*/ 2895 w 12756"/>
              <a:gd name="T27" fmla="*/ 4238 h 9774"/>
              <a:gd name="T28" fmla="*/ 2893 w 12756"/>
              <a:gd name="T29" fmla="*/ 4761 h 9774"/>
              <a:gd name="T30" fmla="*/ 4092 w 12756"/>
              <a:gd name="T31" fmla="*/ 4775 h 9774"/>
              <a:gd name="T32" fmla="*/ 5335 w 12756"/>
              <a:gd name="T33" fmla="*/ 4811 h 9774"/>
              <a:gd name="T34" fmla="*/ 5427 w 12756"/>
              <a:gd name="T35" fmla="*/ 4914 h 9774"/>
              <a:gd name="T36" fmla="*/ 5475 w 12756"/>
              <a:gd name="T37" fmla="*/ 7287 h 9774"/>
              <a:gd name="T38" fmla="*/ 5475 w 12756"/>
              <a:gd name="T39" fmla="*/ 9578 h 9774"/>
              <a:gd name="T40" fmla="*/ 5379 w 12756"/>
              <a:gd name="T41" fmla="*/ 9674 h 9774"/>
              <a:gd name="T42" fmla="*/ 5283 w 12756"/>
              <a:gd name="T43" fmla="*/ 9770 h 9774"/>
              <a:gd name="T44" fmla="*/ 2738 w 12756"/>
              <a:gd name="T45" fmla="*/ 9770 h 9774"/>
              <a:gd name="T46" fmla="*/ 193 w 12756"/>
              <a:gd name="T47" fmla="*/ 9770 h 9774"/>
              <a:gd name="T48" fmla="*/ 113 w 12756"/>
              <a:gd name="T49" fmla="*/ 9690 h 9774"/>
              <a:gd name="T50" fmla="*/ 7447 w 12756"/>
              <a:gd name="T51" fmla="*/ 9728 h 9774"/>
              <a:gd name="T52" fmla="*/ 7340 w 12756"/>
              <a:gd name="T53" fmla="*/ 9606 h 9774"/>
              <a:gd name="T54" fmla="*/ 7317 w 12756"/>
              <a:gd name="T55" fmla="*/ 6959 h 9774"/>
              <a:gd name="T56" fmla="*/ 7376 w 12756"/>
              <a:gd name="T57" fmla="*/ 4055 h 9774"/>
              <a:gd name="T58" fmla="*/ 8167 w 12756"/>
              <a:gd name="T59" fmla="*/ 1632 h 9774"/>
              <a:gd name="T60" fmla="*/ 9119 w 12756"/>
              <a:gd name="T61" fmla="*/ 703 h 9774"/>
              <a:gd name="T62" fmla="*/ 11266 w 12756"/>
              <a:gd name="T63" fmla="*/ 41 h 9774"/>
              <a:gd name="T64" fmla="*/ 11881 w 12756"/>
              <a:gd name="T65" fmla="*/ 1098 h 9774"/>
              <a:gd name="T66" fmla="*/ 11851 w 12756"/>
              <a:gd name="T67" fmla="*/ 1989 h 9774"/>
              <a:gd name="T68" fmla="*/ 11527 w 12756"/>
              <a:gd name="T69" fmla="*/ 2206 h 9774"/>
              <a:gd name="T70" fmla="*/ 10246 w 12756"/>
              <a:gd name="T71" fmla="*/ 3411 h 9774"/>
              <a:gd name="T72" fmla="*/ 10196 w 12756"/>
              <a:gd name="T73" fmla="*/ 4741 h 9774"/>
              <a:gd name="T74" fmla="*/ 11427 w 12756"/>
              <a:gd name="T75" fmla="*/ 4781 h 9774"/>
              <a:gd name="T76" fmla="*/ 12620 w 12756"/>
              <a:gd name="T77" fmla="*/ 4789 h 9774"/>
              <a:gd name="T78" fmla="*/ 12688 w 12756"/>
              <a:gd name="T79" fmla="*/ 4868 h 9774"/>
              <a:gd name="T80" fmla="*/ 12756 w 12756"/>
              <a:gd name="T81" fmla="*/ 4947 h 9774"/>
              <a:gd name="T82" fmla="*/ 12756 w 12756"/>
              <a:gd name="T83" fmla="*/ 7262 h 9774"/>
              <a:gd name="T84" fmla="*/ 12727 w 12756"/>
              <a:gd name="T85" fmla="*/ 9630 h 9774"/>
              <a:gd name="T86" fmla="*/ 10027 w 12756"/>
              <a:gd name="T87" fmla="*/ 9769 h 9774"/>
              <a:gd name="T88" fmla="*/ 7447 w 12756"/>
              <a:gd name="T89" fmla="*/ 9728 h 97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756" h="9774">
                <a:moveTo>
                  <a:pt x="113" y="9690"/>
                </a:moveTo>
                <a:cubicBezTo>
                  <a:pt x="52" y="9629"/>
                  <a:pt x="29" y="9572"/>
                  <a:pt x="13" y="9448"/>
                </a:cubicBezTo>
                <a:cubicBezTo>
                  <a:pt x="2" y="9358"/>
                  <a:pt x="0" y="8242"/>
                  <a:pt x="8" y="6967"/>
                </a:cubicBezTo>
                <a:cubicBezTo>
                  <a:pt x="25" y="4432"/>
                  <a:pt x="37" y="4197"/>
                  <a:pt x="198" y="3388"/>
                </a:cubicBezTo>
                <a:cubicBezTo>
                  <a:pt x="404" y="2354"/>
                  <a:pt x="770" y="1616"/>
                  <a:pt x="1337" y="1086"/>
                </a:cubicBezTo>
                <a:cubicBezTo>
                  <a:pt x="2061" y="411"/>
                  <a:pt x="3054" y="36"/>
                  <a:pt x="4130" y="34"/>
                </a:cubicBezTo>
                <a:cubicBezTo>
                  <a:pt x="4399" y="33"/>
                  <a:pt x="4409" y="36"/>
                  <a:pt x="4489" y="116"/>
                </a:cubicBezTo>
                <a:lnTo>
                  <a:pt x="4572" y="198"/>
                </a:lnTo>
                <a:lnTo>
                  <a:pt x="4572" y="1103"/>
                </a:lnTo>
                <a:lnTo>
                  <a:pt x="4572" y="2008"/>
                </a:lnTo>
                <a:lnTo>
                  <a:pt x="4494" y="2096"/>
                </a:lnTo>
                <a:cubicBezTo>
                  <a:pt x="4422" y="2176"/>
                  <a:pt x="4393" y="2186"/>
                  <a:pt x="4162" y="2211"/>
                </a:cubicBezTo>
                <a:cubicBezTo>
                  <a:pt x="3699" y="2262"/>
                  <a:pt x="3426" y="2409"/>
                  <a:pt x="3219" y="2718"/>
                </a:cubicBezTo>
                <a:cubicBezTo>
                  <a:pt x="2992" y="3059"/>
                  <a:pt x="2899" y="3494"/>
                  <a:pt x="2895" y="4238"/>
                </a:cubicBezTo>
                <a:lnTo>
                  <a:pt x="2893" y="4761"/>
                </a:lnTo>
                <a:lnTo>
                  <a:pt x="4092" y="4775"/>
                </a:lnTo>
                <a:cubicBezTo>
                  <a:pt x="4752" y="4782"/>
                  <a:pt x="5311" y="4799"/>
                  <a:pt x="5335" y="4811"/>
                </a:cubicBezTo>
                <a:cubicBezTo>
                  <a:pt x="5360" y="4823"/>
                  <a:pt x="5401" y="4869"/>
                  <a:pt x="5427" y="4914"/>
                </a:cubicBezTo>
                <a:cubicBezTo>
                  <a:pt x="5471" y="4988"/>
                  <a:pt x="5475" y="5182"/>
                  <a:pt x="5475" y="7287"/>
                </a:cubicBezTo>
                <a:lnTo>
                  <a:pt x="5475" y="9578"/>
                </a:lnTo>
                <a:lnTo>
                  <a:pt x="5379" y="9674"/>
                </a:lnTo>
                <a:lnTo>
                  <a:pt x="5283" y="9770"/>
                </a:lnTo>
                <a:lnTo>
                  <a:pt x="2738" y="9770"/>
                </a:lnTo>
                <a:lnTo>
                  <a:pt x="193" y="9770"/>
                </a:lnTo>
                <a:lnTo>
                  <a:pt x="113" y="9690"/>
                </a:lnTo>
                <a:close/>
                <a:moveTo>
                  <a:pt x="7447" y="9728"/>
                </a:moveTo>
                <a:cubicBezTo>
                  <a:pt x="7407" y="9706"/>
                  <a:pt x="7359" y="9651"/>
                  <a:pt x="7340" y="9606"/>
                </a:cubicBezTo>
                <a:cubicBezTo>
                  <a:pt x="7314" y="9544"/>
                  <a:pt x="7309" y="8912"/>
                  <a:pt x="7317" y="6959"/>
                </a:cubicBezTo>
                <a:cubicBezTo>
                  <a:pt x="7327" y="4762"/>
                  <a:pt x="7336" y="4345"/>
                  <a:pt x="7376" y="4055"/>
                </a:cubicBezTo>
                <a:cubicBezTo>
                  <a:pt x="7526" y="2973"/>
                  <a:pt x="7769" y="2230"/>
                  <a:pt x="8167" y="1632"/>
                </a:cubicBezTo>
                <a:cubicBezTo>
                  <a:pt x="8358" y="1345"/>
                  <a:pt x="8797" y="916"/>
                  <a:pt x="9119" y="703"/>
                </a:cubicBezTo>
                <a:cubicBezTo>
                  <a:pt x="9727" y="299"/>
                  <a:pt x="10452" y="76"/>
                  <a:pt x="11266" y="41"/>
                </a:cubicBezTo>
                <a:cubicBezTo>
                  <a:pt x="11890" y="15"/>
                  <a:pt x="11882" y="0"/>
                  <a:pt x="11881" y="1098"/>
                </a:cubicBezTo>
                <a:cubicBezTo>
                  <a:pt x="11881" y="1561"/>
                  <a:pt x="11869" y="1926"/>
                  <a:pt x="11851" y="1989"/>
                </a:cubicBezTo>
                <a:cubicBezTo>
                  <a:pt x="11815" y="2122"/>
                  <a:pt x="11688" y="2206"/>
                  <a:pt x="11527" y="2206"/>
                </a:cubicBezTo>
                <a:cubicBezTo>
                  <a:pt x="10850" y="2207"/>
                  <a:pt x="10403" y="2627"/>
                  <a:pt x="10246" y="3411"/>
                </a:cubicBezTo>
                <a:cubicBezTo>
                  <a:pt x="10171" y="3781"/>
                  <a:pt x="10137" y="4693"/>
                  <a:pt x="10196" y="4741"/>
                </a:cubicBezTo>
                <a:cubicBezTo>
                  <a:pt x="10222" y="4763"/>
                  <a:pt x="10602" y="4775"/>
                  <a:pt x="11427" y="4781"/>
                </a:cubicBezTo>
                <a:lnTo>
                  <a:pt x="12620" y="4789"/>
                </a:lnTo>
                <a:lnTo>
                  <a:pt x="12688" y="4868"/>
                </a:lnTo>
                <a:lnTo>
                  <a:pt x="12756" y="4947"/>
                </a:lnTo>
                <a:lnTo>
                  <a:pt x="12756" y="7262"/>
                </a:lnTo>
                <a:cubicBezTo>
                  <a:pt x="12756" y="8795"/>
                  <a:pt x="12747" y="9594"/>
                  <a:pt x="12727" y="9630"/>
                </a:cubicBezTo>
                <a:cubicBezTo>
                  <a:pt x="12651" y="9774"/>
                  <a:pt x="12720" y="9770"/>
                  <a:pt x="10027" y="9769"/>
                </a:cubicBezTo>
                <a:cubicBezTo>
                  <a:pt x="7918" y="9768"/>
                  <a:pt x="7510" y="9761"/>
                  <a:pt x="7447" y="9728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135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Freeform 5"/>
          <p:cNvSpPr>
            <a:spLocks noEditPoints="1"/>
          </p:cNvSpPr>
          <p:nvPr/>
        </p:nvSpPr>
        <p:spPr bwMode="auto">
          <a:xfrm rot="10800000">
            <a:off x="11018459" y="5096036"/>
            <a:ext cx="398705" cy="306050"/>
          </a:xfrm>
          <a:custGeom>
            <a:avLst/>
            <a:gdLst>
              <a:gd name="T0" fmla="*/ 113 w 12756"/>
              <a:gd name="T1" fmla="*/ 9690 h 9774"/>
              <a:gd name="T2" fmla="*/ 13 w 12756"/>
              <a:gd name="T3" fmla="*/ 9448 h 9774"/>
              <a:gd name="T4" fmla="*/ 8 w 12756"/>
              <a:gd name="T5" fmla="*/ 6967 h 9774"/>
              <a:gd name="T6" fmla="*/ 198 w 12756"/>
              <a:gd name="T7" fmla="*/ 3388 h 9774"/>
              <a:gd name="T8" fmla="*/ 1337 w 12756"/>
              <a:gd name="T9" fmla="*/ 1086 h 9774"/>
              <a:gd name="T10" fmla="*/ 4130 w 12756"/>
              <a:gd name="T11" fmla="*/ 34 h 9774"/>
              <a:gd name="T12" fmla="*/ 4489 w 12756"/>
              <a:gd name="T13" fmla="*/ 116 h 9774"/>
              <a:gd name="T14" fmla="*/ 4572 w 12756"/>
              <a:gd name="T15" fmla="*/ 198 h 9774"/>
              <a:gd name="T16" fmla="*/ 4572 w 12756"/>
              <a:gd name="T17" fmla="*/ 1103 h 9774"/>
              <a:gd name="T18" fmla="*/ 4572 w 12756"/>
              <a:gd name="T19" fmla="*/ 2008 h 9774"/>
              <a:gd name="T20" fmla="*/ 4494 w 12756"/>
              <a:gd name="T21" fmla="*/ 2096 h 9774"/>
              <a:gd name="T22" fmla="*/ 4162 w 12756"/>
              <a:gd name="T23" fmla="*/ 2211 h 9774"/>
              <a:gd name="T24" fmla="*/ 3219 w 12756"/>
              <a:gd name="T25" fmla="*/ 2718 h 9774"/>
              <a:gd name="T26" fmla="*/ 2895 w 12756"/>
              <a:gd name="T27" fmla="*/ 4238 h 9774"/>
              <a:gd name="T28" fmla="*/ 2893 w 12756"/>
              <a:gd name="T29" fmla="*/ 4761 h 9774"/>
              <a:gd name="T30" fmla="*/ 4092 w 12756"/>
              <a:gd name="T31" fmla="*/ 4775 h 9774"/>
              <a:gd name="T32" fmla="*/ 5335 w 12756"/>
              <a:gd name="T33" fmla="*/ 4811 h 9774"/>
              <a:gd name="T34" fmla="*/ 5427 w 12756"/>
              <a:gd name="T35" fmla="*/ 4914 h 9774"/>
              <a:gd name="T36" fmla="*/ 5475 w 12756"/>
              <a:gd name="T37" fmla="*/ 7287 h 9774"/>
              <a:gd name="T38" fmla="*/ 5475 w 12756"/>
              <a:gd name="T39" fmla="*/ 9578 h 9774"/>
              <a:gd name="T40" fmla="*/ 5379 w 12756"/>
              <a:gd name="T41" fmla="*/ 9674 h 9774"/>
              <a:gd name="T42" fmla="*/ 5283 w 12756"/>
              <a:gd name="T43" fmla="*/ 9770 h 9774"/>
              <a:gd name="T44" fmla="*/ 2738 w 12756"/>
              <a:gd name="T45" fmla="*/ 9770 h 9774"/>
              <a:gd name="T46" fmla="*/ 193 w 12756"/>
              <a:gd name="T47" fmla="*/ 9770 h 9774"/>
              <a:gd name="T48" fmla="*/ 113 w 12756"/>
              <a:gd name="T49" fmla="*/ 9690 h 9774"/>
              <a:gd name="T50" fmla="*/ 7447 w 12756"/>
              <a:gd name="T51" fmla="*/ 9728 h 9774"/>
              <a:gd name="T52" fmla="*/ 7340 w 12756"/>
              <a:gd name="T53" fmla="*/ 9606 h 9774"/>
              <a:gd name="T54" fmla="*/ 7317 w 12756"/>
              <a:gd name="T55" fmla="*/ 6959 h 9774"/>
              <a:gd name="T56" fmla="*/ 7376 w 12756"/>
              <a:gd name="T57" fmla="*/ 4055 h 9774"/>
              <a:gd name="T58" fmla="*/ 8167 w 12756"/>
              <a:gd name="T59" fmla="*/ 1632 h 9774"/>
              <a:gd name="T60" fmla="*/ 9119 w 12756"/>
              <a:gd name="T61" fmla="*/ 703 h 9774"/>
              <a:gd name="T62" fmla="*/ 11266 w 12756"/>
              <a:gd name="T63" fmla="*/ 41 h 9774"/>
              <a:gd name="T64" fmla="*/ 11881 w 12756"/>
              <a:gd name="T65" fmla="*/ 1098 h 9774"/>
              <a:gd name="T66" fmla="*/ 11851 w 12756"/>
              <a:gd name="T67" fmla="*/ 1989 h 9774"/>
              <a:gd name="T68" fmla="*/ 11527 w 12756"/>
              <a:gd name="T69" fmla="*/ 2206 h 9774"/>
              <a:gd name="T70" fmla="*/ 10246 w 12756"/>
              <a:gd name="T71" fmla="*/ 3411 h 9774"/>
              <a:gd name="T72" fmla="*/ 10196 w 12756"/>
              <a:gd name="T73" fmla="*/ 4741 h 9774"/>
              <a:gd name="T74" fmla="*/ 11427 w 12756"/>
              <a:gd name="T75" fmla="*/ 4781 h 9774"/>
              <a:gd name="T76" fmla="*/ 12620 w 12756"/>
              <a:gd name="T77" fmla="*/ 4789 h 9774"/>
              <a:gd name="T78" fmla="*/ 12688 w 12756"/>
              <a:gd name="T79" fmla="*/ 4868 h 9774"/>
              <a:gd name="T80" fmla="*/ 12756 w 12756"/>
              <a:gd name="T81" fmla="*/ 4947 h 9774"/>
              <a:gd name="T82" fmla="*/ 12756 w 12756"/>
              <a:gd name="T83" fmla="*/ 7262 h 9774"/>
              <a:gd name="T84" fmla="*/ 12727 w 12756"/>
              <a:gd name="T85" fmla="*/ 9630 h 9774"/>
              <a:gd name="T86" fmla="*/ 10027 w 12756"/>
              <a:gd name="T87" fmla="*/ 9769 h 9774"/>
              <a:gd name="T88" fmla="*/ 7447 w 12756"/>
              <a:gd name="T89" fmla="*/ 9728 h 97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756" h="9774">
                <a:moveTo>
                  <a:pt x="113" y="9690"/>
                </a:moveTo>
                <a:cubicBezTo>
                  <a:pt x="52" y="9629"/>
                  <a:pt x="29" y="9572"/>
                  <a:pt x="13" y="9448"/>
                </a:cubicBezTo>
                <a:cubicBezTo>
                  <a:pt x="2" y="9358"/>
                  <a:pt x="0" y="8242"/>
                  <a:pt x="8" y="6967"/>
                </a:cubicBezTo>
                <a:cubicBezTo>
                  <a:pt x="25" y="4432"/>
                  <a:pt x="37" y="4197"/>
                  <a:pt x="198" y="3388"/>
                </a:cubicBezTo>
                <a:cubicBezTo>
                  <a:pt x="404" y="2354"/>
                  <a:pt x="770" y="1616"/>
                  <a:pt x="1337" y="1086"/>
                </a:cubicBezTo>
                <a:cubicBezTo>
                  <a:pt x="2061" y="411"/>
                  <a:pt x="3054" y="36"/>
                  <a:pt x="4130" y="34"/>
                </a:cubicBezTo>
                <a:cubicBezTo>
                  <a:pt x="4399" y="33"/>
                  <a:pt x="4409" y="36"/>
                  <a:pt x="4489" y="116"/>
                </a:cubicBezTo>
                <a:lnTo>
                  <a:pt x="4572" y="198"/>
                </a:lnTo>
                <a:lnTo>
                  <a:pt x="4572" y="1103"/>
                </a:lnTo>
                <a:lnTo>
                  <a:pt x="4572" y="2008"/>
                </a:lnTo>
                <a:lnTo>
                  <a:pt x="4494" y="2096"/>
                </a:lnTo>
                <a:cubicBezTo>
                  <a:pt x="4422" y="2176"/>
                  <a:pt x="4393" y="2186"/>
                  <a:pt x="4162" y="2211"/>
                </a:cubicBezTo>
                <a:cubicBezTo>
                  <a:pt x="3699" y="2262"/>
                  <a:pt x="3426" y="2409"/>
                  <a:pt x="3219" y="2718"/>
                </a:cubicBezTo>
                <a:cubicBezTo>
                  <a:pt x="2992" y="3059"/>
                  <a:pt x="2899" y="3494"/>
                  <a:pt x="2895" y="4238"/>
                </a:cubicBezTo>
                <a:lnTo>
                  <a:pt x="2893" y="4761"/>
                </a:lnTo>
                <a:lnTo>
                  <a:pt x="4092" y="4775"/>
                </a:lnTo>
                <a:cubicBezTo>
                  <a:pt x="4752" y="4782"/>
                  <a:pt x="5311" y="4799"/>
                  <a:pt x="5335" y="4811"/>
                </a:cubicBezTo>
                <a:cubicBezTo>
                  <a:pt x="5360" y="4823"/>
                  <a:pt x="5401" y="4869"/>
                  <a:pt x="5427" y="4914"/>
                </a:cubicBezTo>
                <a:cubicBezTo>
                  <a:pt x="5471" y="4988"/>
                  <a:pt x="5475" y="5182"/>
                  <a:pt x="5475" y="7287"/>
                </a:cubicBezTo>
                <a:lnTo>
                  <a:pt x="5475" y="9578"/>
                </a:lnTo>
                <a:lnTo>
                  <a:pt x="5379" y="9674"/>
                </a:lnTo>
                <a:lnTo>
                  <a:pt x="5283" y="9770"/>
                </a:lnTo>
                <a:lnTo>
                  <a:pt x="2738" y="9770"/>
                </a:lnTo>
                <a:lnTo>
                  <a:pt x="193" y="9770"/>
                </a:lnTo>
                <a:lnTo>
                  <a:pt x="113" y="9690"/>
                </a:lnTo>
                <a:close/>
                <a:moveTo>
                  <a:pt x="7447" y="9728"/>
                </a:moveTo>
                <a:cubicBezTo>
                  <a:pt x="7407" y="9706"/>
                  <a:pt x="7359" y="9651"/>
                  <a:pt x="7340" y="9606"/>
                </a:cubicBezTo>
                <a:cubicBezTo>
                  <a:pt x="7314" y="9544"/>
                  <a:pt x="7309" y="8912"/>
                  <a:pt x="7317" y="6959"/>
                </a:cubicBezTo>
                <a:cubicBezTo>
                  <a:pt x="7327" y="4762"/>
                  <a:pt x="7336" y="4345"/>
                  <a:pt x="7376" y="4055"/>
                </a:cubicBezTo>
                <a:cubicBezTo>
                  <a:pt x="7526" y="2973"/>
                  <a:pt x="7769" y="2230"/>
                  <a:pt x="8167" y="1632"/>
                </a:cubicBezTo>
                <a:cubicBezTo>
                  <a:pt x="8358" y="1345"/>
                  <a:pt x="8797" y="916"/>
                  <a:pt x="9119" y="703"/>
                </a:cubicBezTo>
                <a:cubicBezTo>
                  <a:pt x="9727" y="299"/>
                  <a:pt x="10452" y="76"/>
                  <a:pt x="11266" y="41"/>
                </a:cubicBezTo>
                <a:cubicBezTo>
                  <a:pt x="11890" y="15"/>
                  <a:pt x="11882" y="0"/>
                  <a:pt x="11881" y="1098"/>
                </a:cubicBezTo>
                <a:cubicBezTo>
                  <a:pt x="11881" y="1561"/>
                  <a:pt x="11869" y="1926"/>
                  <a:pt x="11851" y="1989"/>
                </a:cubicBezTo>
                <a:cubicBezTo>
                  <a:pt x="11815" y="2122"/>
                  <a:pt x="11688" y="2206"/>
                  <a:pt x="11527" y="2206"/>
                </a:cubicBezTo>
                <a:cubicBezTo>
                  <a:pt x="10850" y="2207"/>
                  <a:pt x="10403" y="2627"/>
                  <a:pt x="10246" y="3411"/>
                </a:cubicBezTo>
                <a:cubicBezTo>
                  <a:pt x="10171" y="3781"/>
                  <a:pt x="10137" y="4693"/>
                  <a:pt x="10196" y="4741"/>
                </a:cubicBezTo>
                <a:cubicBezTo>
                  <a:pt x="10222" y="4763"/>
                  <a:pt x="10602" y="4775"/>
                  <a:pt x="11427" y="4781"/>
                </a:cubicBezTo>
                <a:lnTo>
                  <a:pt x="12620" y="4789"/>
                </a:lnTo>
                <a:lnTo>
                  <a:pt x="12688" y="4868"/>
                </a:lnTo>
                <a:lnTo>
                  <a:pt x="12756" y="4947"/>
                </a:lnTo>
                <a:lnTo>
                  <a:pt x="12756" y="7262"/>
                </a:lnTo>
                <a:cubicBezTo>
                  <a:pt x="12756" y="8795"/>
                  <a:pt x="12747" y="9594"/>
                  <a:pt x="12727" y="9630"/>
                </a:cubicBezTo>
                <a:cubicBezTo>
                  <a:pt x="12651" y="9774"/>
                  <a:pt x="12720" y="9770"/>
                  <a:pt x="10027" y="9769"/>
                </a:cubicBezTo>
                <a:cubicBezTo>
                  <a:pt x="7918" y="9768"/>
                  <a:pt x="7510" y="9761"/>
                  <a:pt x="7447" y="9728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135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5" name="标题 5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手机展示</a:t>
            </a:r>
            <a:endParaRPr lang="zh-CN" altLang="en-US" dirty="0"/>
          </a:p>
        </p:txBody>
      </p:sp>
      <p:sp>
        <p:nvSpPr>
          <p:cNvPr id="54" name="meeting_115918"/>
          <p:cNvSpPr/>
          <p:nvPr/>
        </p:nvSpPr>
        <p:spPr>
          <a:xfrm>
            <a:off x="4897633" y="1963077"/>
            <a:ext cx="609685" cy="608835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meeting_115918"/>
          <p:cNvSpPr/>
          <p:nvPr/>
        </p:nvSpPr>
        <p:spPr>
          <a:xfrm>
            <a:off x="7648283" y="1937539"/>
            <a:ext cx="721342" cy="659912"/>
          </a:xfrm>
          <a:custGeom>
            <a:avLst/>
            <a:gdLst>
              <a:gd name="connsiteX0" fmla="*/ 415780 w 577818"/>
              <a:gd name="connsiteY0" fmla="*/ 140844 h 528610"/>
              <a:gd name="connsiteX1" fmla="*/ 438846 w 577818"/>
              <a:gd name="connsiteY1" fmla="*/ 140844 h 528610"/>
              <a:gd name="connsiteX2" fmla="*/ 456377 w 577818"/>
              <a:gd name="connsiteY2" fmla="*/ 148213 h 528610"/>
              <a:gd name="connsiteX3" fmla="*/ 468371 w 577818"/>
              <a:gd name="connsiteY3" fmla="*/ 148213 h 528610"/>
              <a:gd name="connsiteX4" fmla="*/ 484979 w 577818"/>
              <a:gd name="connsiteY4" fmla="*/ 140844 h 528610"/>
              <a:gd name="connsiteX5" fmla="*/ 508968 w 577818"/>
              <a:gd name="connsiteY5" fmla="*/ 140844 h 528610"/>
              <a:gd name="connsiteX6" fmla="*/ 531112 w 577818"/>
              <a:gd name="connsiteY6" fmla="*/ 155582 h 528610"/>
              <a:gd name="connsiteX7" fmla="*/ 576322 w 577818"/>
              <a:gd name="connsiteY7" fmla="*/ 271643 h 528610"/>
              <a:gd name="connsiteX8" fmla="*/ 562482 w 577818"/>
              <a:gd name="connsiteY8" fmla="*/ 302961 h 528610"/>
              <a:gd name="connsiteX9" fmla="*/ 531112 w 577818"/>
              <a:gd name="connsiteY9" fmla="*/ 289144 h 528610"/>
              <a:gd name="connsiteX10" fmla="*/ 508968 w 577818"/>
              <a:gd name="connsiteY10" fmla="*/ 233877 h 528610"/>
              <a:gd name="connsiteX11" fmla="*/ 508968 w 577818"/>
              <a:gd name="connsiteY11" fmla="*/ 299277 h 528610"/>
              <a:gd name="connsiteX12" fmla="*/ 554178 w 577818"/>
              <a:gd name="connsiteY12" fmla="*/ 455867 h 528610"/>
              <a:gd name="connsiteX13" fmla="*/ 537570 w 577818"/>
              <a:gd name="connsiteY13" fmla="*/ 486264 h 528610"/>
              <a:gd name="connsiteX14" fmla="*/ 531112 w 577818"/>
              <a:gd name="connsiteY14" fmla="*/ 487185 h 528610"/>
              <a:gd name="connsiteX15" fmla="*/ 507123 w 577818"/>
              <a:gd name="connsiteY15" fmla="*/ 469684 h 528610"/>
              <a:gd name="connsiteX16" fmla="*/ 461913 w 577818"/>
              <a:gd name="connsiteY16" fmla="*/ 310330 h 528610"/>
              <a:gd name="connsiteX17" fmla="*/ 419471 w 577818"/>
              <a:gd name="connsiteY17" fmla="*/ 459551 h 528610"/>
              <a:gd name="connsiteX18" fmla="*/ 393636 w 577818"/>
              <a:gd name="connsiteY18" fmla="*/ 371124 h 528610"/>
              <a:gd name="connsiteX19" fmla="*/ 402863 w 577818"/>
              <a:gd name="connsiteY19" fmla="*/ 340727 h 528610"/>
              <a:gd name="connsiteX20" fmla="*/ 418548 w 577818"/>
              <a:gd name="connsiteY20" fmla="*/ 337042 h 528610"/>
              <a:gd name="connsiteX21" fmla="*/ 449918 w 577818"/>
              <a:gd name="connsiteY21" fmla="*/ 306646 h 528610"/>
              <a:gd name="connsiteX22" fmla="*/ 451764 w 577818"/>
              <a:gd name="connsiteY22" fmla="*/ 262432 h 528610"/>
              <a:gd name="connsiteX23" fmla="*/ 404708 w 577818"/>
              <a:gd name="connsiteY23" fmla="*/ 142686 h 528610"/>
              <a:gd name="connsiteX24" fmla="*/ 415780 w 577818"/>
              <a:gd name="connsiteY24" fmla="*/ 140844 h 528610"/>
              <a:gd name="connsiteX25" fmla="*/ 68974 w 577818"/>
              <a:gd name="connsiteY25" fmla="*/ 140844 h 528610"/>
              <a:gd name="connsiteX26" fmla="*/ 92967 w 577818"/>
              <a:gd name="connsiteY26" fmla="*/ 140844 h 528610"/>
              <a:gd name="connsiteX27" fmla="*/ 109578 w 577818"/>
              <a:gd name="connsiteY27" fmla="*/ 148213 h 528610"/>
              <a:gd name="connsiteX28" fmla="*/ 121575 w 577818"/>
              <a:gd name="connsiteY28" fmla="*/ 148213 h 528610"/>
              <a:gd name="connsiteX29" fmla="*/ 138186 w 577818"/>
              <a:gd name="connsiteY29" fmla="*/ 140844 h 528610"/>
              <a:gd name="connsiteX30" fmla="*/ 162180 w 577818"/>
              <a:gd name="connsiteY30" fmla="*/ 140844 h 528610"/>
              <a:gd name="connsiteX31" fmla="*/ 172331 w 577818"/>
              <a:gd name="connsiteY31" fmla="*/ 142686 h 528610"/>
              <a:gd name="connsiteX32" fmla="*/ 126189 w 577818"/>
              <a:gd name="connsiteY32" fmla="*/ 262432 h 528610"/>
              <a:gd name="connsiteX33" fmla="*/ 127112 w 577818"/>
              <a:gd name="connsiteY33" fmla="*/ 306646 h 528610"/>
              <a:gd name="connsiteX34" fmla="*/ 159412 w 577818"/>
              <a:gd name="connsiteY34" fmla="*/ 337042 h 528610"/>
              <a:gd name="connsiteX35" fmla="*/ 175100 w 577818"/>
              <a:gd name="connsiteY35" fmla="*/ 340727 h 528610"/>
              <a:gd name="connsiteX36" fmla="*/ 183405 w 577818"/>
              <a:gd name="connsiteY36" fmla="*/ 371124 h 528610"/>
              <a:gd name="connsiteX37" fmla="*/ 158489 w 577818"/>
              <a:gd name="connsiteY37" fmla="*/ 459551 h 528610"/>
              <a:gd name="connsiteX38" fmla="*/ 116038 w 577818"/>
              <a:gd name="connsiteY38" fmla="*/ 310330 h 528610"/>
              <a:gd name="connsiteX39" fmla="*/ 69896 w 577818"/>
              <a:gd name="connsiteY39" fmla="*/ 469684 h 528610"/>
              <a:gd name="connsiteX40" fmla="*/ 46826 w 577818"/>
              <a:gd name="connsiteY40" fmla="*/ 487185 h 528610"/>
              <a:gd name="connsiteX41" fmla="*/ 40366 w 577818"/>
              <a:gd name="connsiteY41" fmla="*/ 486264 h 528610"/>
              <a:gd name="connsiteX42" fmla="*/ 22832 w 577818"/>
              <a:gd name="connsiteY42" fmla="*/ 455867 h 528610"/>
              <a:gd name="connsiteX43" fmla="*/ 68051 w 577818"/>
              <a:gd name="connsiteY43" fmla="*/ 299277 h 528610"/>
              <a:gd name="connsiteX44" fmla="*/ 68051 w 577818"/>
              <a:gd name="connsiteY44" fmla="*/ 233877 h 528610"/>
              <a:gd name="connsiteX45" fmla="*/ 46826 w 577818"/>
              <a:gd name="connsiteY45" fmla="*/ 289144 h 528610"/>
              <a:gd name="connsiteX46" fmla="*/ 15449 w 577818"/>
              <a:gd name="connsiteY46" fmla="*/ 302961 h 528610"/>
              <a:gd name="connsiteX47" fmla="*/ 1607 w 577818"/>
              <a:gd name="connsiteY47" fmla="*/ 271643 h 528610"/>
              <a:gd name="connsiteX48" fmla="*/ 45903 w 577818"/>
              <a:gd name="connsiteY48" fmla="*/ 156503 h 528610"/>
              <a:gd name="connsiteX49" fmla="*/ 68974 w 577818"/>
              <a:gd name="connsiteY49" fmla="*/ 140844 h 528610"/>
              <a:gd name="connsiteX50" fmla="*/ 233235 w 577818"/>
              <a:gd name="connsiteY50" fmla="*/ 116877 h 528610"/>
              <a:gd name="connsiteX51" fmla="*/ 261828 w 577818"/>
              <a:gd name="connsiteY51" fmla="*/ 116877 h 528610"/>
              <a:gd name="connsiteX52" fmla="*/ 282120 w 577818"/>
              <a:gd name="connsiteY52" fmla="*/ 126088 h 528610"/>
              <a:gd name="connsiteX53" fmla="*/ 268285 w 577818"/>
              <a:gd name="connsiteY53" fmla="*/ 224646 h 528610"/>
              <a:gd name="connsiteX54" fmla="*/ 288577 w 577818"/>
              <a:gd name="connsiteY54" fmla="*/ 242147 h 528610"/>
              <a:gd name="connsiteX55" fmla="*/ 309792 w 577818"/>
              <a:gd name="connsiteY55" fmla="*/ 224646 h 528610"/>
              <a:gd name="connsiteX56" fmla="*/ 295956 w 577818"/>
              <a:gd name="connsiteY56" fmla="*/ 126088 h 528610"/>
              <a:gd name="connsiteX57" fmla="*/ 316248 w 577818"/>
              <a:gd name="connsiteY57" fmla="*/ 116877 h 528610"/>
              <a:gd name="connsiteX58" fmla="*/ 344842 w 577818"/>
              <a:gd name="connsiteY58" fmla="*/ 116877 h 528610"/>
              <a:gd name="connsiteX59" fmla="*/ 371590 w 577818"/>
              <a:gd name="connsiteY59" fmla="*/ 135299 h 528610"/>
              <a:gd name="connsiteX60" fmla="*/ 424166 w 577818"/>
              <a:gd name="connsiteY60" fmla="*/ 272543 h 528610"/>
              <a:gd name="connsiteX61" fmla="*/ 407563 w 577818"/>
              <a:gd name="connsiteY61" fmla="*/ 310309 h 528610"/>
              <a:gd name="connsiteX62" fmla="*/ 370668 w 577818"/>
              <a:gd name="connsiteY62" fmla="*/ 293729 h 528610"/>
              <a:gd name="connsiteX63" fmla="*/ 344842 w 577818"/>
              <a:gd name="connsiteY63" fmla="*/ 228330 h 528610"/>
              <a:gd name="connsiteX64" fmla="*/ 344842 w 577818"/>
              <a:gd name="connsiteY64" fmla="*/ 305703 h 528610"/>
              <a:gd name="connsiteX65" fmla="*/ 398339 w 577818"/>
              <a:gd name="connsiteY65" fmla="*/ 491766 h 528610"/>
              <a:gd name="connsiteX66" fmla="*/ 378969 w 577818"/>
              <a:gd name="connsiteY66" fmla="*/ 527689 h 528610"/>
              <a:gd name="connsiteX67" fmla="*/ 370668 w 577818"/>
              <a:gd name="connsiteY67" fmla="*/ 528610 h 528610"/>
              <a:gd name="connsiteX68" fmla="*/ 342997 w 577818"/>
              <a:gd name="connsiteY68" fmla="*/ 508346 h 528610"/>
              <a:gd name="connsiteX69" fmla="*/ 288577 w 577818"/>
              <a:gd name="connsiteY69" fmla="*/ 319520 h 528610"/>
              <a:gd name="connsiteX70" fmla="*/ 235080 w 577818"/>
              <a:gd name="connsiteY70" fmla="*/ 508346 h 528610"/>
              <a:gd name="connsiteX71" fmla="*/ 207408 w 577818"/>
              <a:gd name="connsiteY71" fmla="*/ 528610 h 528610"/>
              <a:gd name="connsiteX72" fmla="*/ 199107 w 577818"/>
              <a:gd name="connsiteY72" fmla="*/ 527689 h 528610"/>
              <a:gd name="connsiteX73" fmla="*/ 178815 w 577818"/>
              <a:gd name="connsiteY73" fmla="*/ 491766 h 528610"/>
              <a:gd name="connsiteX74" fmla="*/ 232312 w 577818"/>
              <a:gd name="connsiteY74" fmla="*/ 305703 h 528610"/>
              <a:gd name="connsiteX75" fmla="*/ 232312 w 577818"/>
              <a:gd name="connsiteY75" fmla="*/ 228330 h 528610"/>
              <a:gd name="connsiteX76" fmla="*/ 207408 w 577818"/>
              <a:gd name="connsiteY76" fmla="*/ 293729 h 528610"/>
              <a:gd name="connsiteX77" fmla="*/ 169591 w 577818"/>
              <a:gd name="connsiteY77" fmla="*/ 310309 h 528610"/>
              <a:gd name="connsiteX78" fmla="*/ 152988 w 577818"/>
              <a:gd name="connsiteY78" fmla="*/ 272543 h 528610"/>
              <a:gd name="connsiteX79" fmla="*/ 206486 w 577818"/>
              <a:gd name="connsiteY79" fmla="*/ 135299 h 528610"/>
              <a:gd name="connsiteX80" fmla="*/ 233235 w 577818"/>
              <a:gd name="connsiteY80" fmla="*/ 116877 h 528610"/>
              <a:gd name="connsiteX81" fmla="*/ 461986 w 577818"/>
              <a:gd name="connsiteY81" fmla="*/ 42312 h 528610"/>
              <a:gd name="connsiteX82" fmla="*/ 505334 w 577818"/>
              <a:gd name="connsiteY82" fmla="*/ 85586 h 528610"/>
              <a:gd name="connsiteX83" fmla="*/ 461986 w 577818"/>
              <a:gd name="connsiteY83" fmla="*/ 128860 h 528610"/>
              <a:gd name="connsiteX84" fmla="*/ 418638 w 577818"/>
              <a:gd name="connsiteY84" fmla="*/ 85586 h 528610"/>
              <a:gd name="connsiteX85" fmla="*/ 461986 w 577818"/>
              <a:gd name="connsiteY85" fmla="*/ 42312 h 528610"/>
              <a:gd name="connsiteX86" fmla="*/ 115572 w 577818"/>
              <a:gd name="connsiteY86" fmla="*/ 42312 h 528610"/>
              <a:gd name="connsiteX87" fmla="*/ 158403 w 577818"/>
              <a:gd name="connsiteY87" fmla="*/ 85586 h 528610"/>
              <a:gd name="connsiteX88" fmla="*/ 115572 w 577818"/>
              <a:gd name="connsiteY88" fmla="*/ 128860 h 528610"/>
              <a:gd name="connsiteX89" fmla="*/ 72741 w 577818"/>
              <a:gd name="connsiteY89" fmla="*/ 85586 h 528610"/>
              <a:gd name="connsiteX90" fmla="*/ 115572 w 577818"/>
              <a:gd name="connsiteY90" fmla="*/ 42312 h 528610"/>
              <a:gd name="connsiteX91" fmla="*/ 289038 w 577818"/>
              <a:gd name="connsiteY91" fmla="*/ 0 h 528610"/>
              <a:gd name="connsiteX92" fmla="*/ 340227 w 577818"/>
              <a:gd name="connsiteY92" fmla="*/ 51559 h 528610"/>
              <a:gd name="connsiteX93" fmla="*/ 289038 w 577818"/>
              <a:gd name="connsiteY93" fmla="*/ 103118 h 528610"/>
              <a:gd name="connsiteX94" fmla="*/ 237849 w 577818"/>
              <a:gd name="connsiteY94" fmla="*/ 51559 h 528610"/>
              <a:gd name="connsiteX95" fmla="*/ 289038 w 577818"/>
              <a:gd name="connsiteY95" fmla="*/ 0 h 52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577818" h="528610">
                <a:moveTo>
                  <a:pt x="415780" y="140844"/>
                </a:moveTo>
                <a:lnTo>
                  <a:pt x="438846" y="140844"/>
                </a:lnTo>
                <a:cubicBezTo>
                  <a:pt x="446228" y="140844"/>
                  <a:pt x="451764" y="143607"/>
                  <a:pt x="456377" y="148213"/>
                </a:cubicBezTo>
                <a:lnTo>
                  <a:pt x="468371" y="148213"/>
                </a:lnTo>
                <a:cubicBezTo>
                  <a:pt x="472062" y="143607"/>
                  <a:pt x="478521" y="140844"/>
                  <a:pt x="484979" y="140844"/>
                </a:cubicBezTo>
                <a:lnTo>
                  <a:pt x="508968" y="140844"/>
                </a:lnTo>
                <a:cubicBezTo>
                  <a:pt x="519117" y="140844"/>
                  <a:pt x="527421" y="146371"/>
                  <a:pt x="531112" y="155582"/>
                </a:cubicBezTo>
                <a:lnTo>
                  <a:pt x="576322" y="271643"/>
                </a:lnTo>
                <a:cubicBezTo>
                  <a:pt x="580935" y="284539"/>
                  <a:pt x="574477" y="298355"/>
                  <a:pt x="562482" y="302961"/>
                </a:cubicBezTo>
                <a:cubicBezTo>
                  <a:pt x="549565" y="307567"/>
                  <a:pt x="535725" y="302040"/>
                  <a:pt x="531112" y="289144"/>
                </a:cubicBezTo>
                <a:lnTo>
                  <a:pt x="508968" y="233877"/>
                </a:lnTo>
                <a:lnTo>
                  <a:pt x="508968" y="299277"/>
                </a:lnTo>
                <a:lnTo>
                  <a:pt x="554178" y="455867"/>
                </a:lnTo>
                <a:cubicBezTo>
                  <a:pt x="557869" y="468763"/>
                  <a:pt x="550488" y="482579"/>
                  <a:pt x="537570" y="486264"/>
                </a:cubicBezTo>
                <a:cubicBezTo>
                  <a:pt x="535725" y="487185"/>
                  <a:pt x="532957" y="487185"/>
                  <a:pt x="531112" y="487185"/>
                </a:cubicBezTo>
                <a:cubicBezTo>
                  <a:pt x="520040" y="487185"/>
                  <a:pt x="510813" y="479816"/>
                  <a:pt x="507123" y="469684"/>
                </a:cubicBezTo>
                <a:lnTo>
                  <a:pt x="461913" y="310330"/>
                </a:lnTo>
                <a:lnTo>
                  <a:pt x="419471" y="459551"/>
                </a:lnTo>
                <a:lnTo>
                  <a:pt x="393636" y="371124"/>
                </a:lnTo>
                <a:lnTo>
                  <a:pt x="402863" y="340727"/>
                </a:lnTo>
                <a:cubicBezTo>
                  <a:pt x="408399" y="339806"/>
                  <a:pt x="413012" y="338885"/>
                  <a:pt x="418548" y="337042"/>
                </a:cubicBezTo>
                <a:cubicBezTo>
                  <a:pt x="432388" y="331516"/>
                  <a:pt x="444382" y="320462"/>
                  <a:pt x="449918" y="306646"/>
                </a:cubicBezTo>
                <a:cubicBezTo>
                  <a:pt x="456377" y="292829"/>
                  <a:pt x="457299" y="277170"/>
                  <a:pt x="451764" y="262432"/>
                </a:cubicBezTo>
                <a:lnTo>
                  <a:pt x="404708" y="142686"/>
                </a:lnTo>
                <a:cubicBezTo>
                  <a:pt x="408399" y="141765"/>
                  <a:pt x="412089" y="140844"/>
                  <a:pt x="415780" y="140844"/>
                </a:cubicBezTo>
                <a:close/>
                <a:moveTo>
                  <a:pt x="68974" y="140844"/>
                </a:moveTo>
                <a:lnTo>
                  <a:pt x="92967" y="140844"/>
                </a:lnTo>
                <a:cubicBezTo>
                  <a:pt x="99427" y="140844"/>
                  <a:pt x="104964" y="143607"/>
                  <a:pt x="109578" y="148213"/>
                </a:cubicBezTo>
                <a:lnTo>
                  <a:pt x="121575" y="148213"/>
                </a:lnTo>
                <a:cubicBezTo>
                  <a:pt x="126189" y="143607"/>
                  <a:pt x="131726" y="140844"/>
                  <a:pt x="138186" y="140844"/>
                </a:cubicBezTo>
                <a:lnTo>
                  <a:pt x="162180" y="140844"/>
                </a:lnTo>
                <a:cubicBezTo>
                  <a:pt x="165871" y="140844"/>
                  <a:pt x="169563" y="141765"/>
                  <a:pt x="172331" y="142686"/>
                </a:cubicBezTo>
                <a:lnTo>
                  <a:pt x="126189" y="262432"/>
                </a:lnTo>
                <a:cubicBezTo>
                  <a:pt x="120652" y="277170"/>
                  <a:pt x="120652" y="292829"/>
                  <a:pt x="127112" y="306646"/>
                </a:cubicBezTo>
                <a:cubicBezTo>
                  <a:pt x="133572" y="320462"/>
                  <a:pt x="144646" y="331516"/>
                  <a:pt x="159412" y="337042"/>
                </a:cubicBezTo>
                <a:cubicBezTo>
                  <a:pt x="164026" y="338885"/>
                  <a:pt x="169563" y="340727"/>
                  <a:pt x="175100" y="340727"/>
                </a:cubicBezTo>
                <a:lnTo>
                  <a:pt x="183405" y="371124"/>
                </a:lnTo>
                <a:lnTo>
                  <a:pt x="158489" y="459551"/>
                </a:lnTo>
                <a:lnTo>
                  <a:pt x="116038" y="310330"/>
                </a:lnTo>
                <a:lnTo>
                  <a:pt x="69896" y="469684"/>
                </a:lnTo>
                <a:cubicBezTo>
                  <a:pt x="67128" y="479816"/>
                  <a:pt x="56977" y="487185"/>
                  <a:pt x="46826" y="487185"/>
                </a:cubicBezTo>
                <a:cubicBezTo>
                  <a:pt x="44057" y="487185"/>
                  <a:pt x="42212" y="487185"/>
                  <a:pt x="40366" y="486264"/>
                </a:cubicBezTo>
                <a:cubicBezTo>
                  <a:pt x="27446" y="482579"/>
                  <a:pt x="19141" y="468763"/>
                  <a:pt x="22832" y="455867"/>
                </a:cubicBezTo>
                <a:lnTo>
                  <a:pt x="68051" y="299277"/>
                </a:lnTo>
                <a:lnTo>
                  <a:pt x="68051" y="233877"/>
                </a:lnTo>
                <a:lnTo>
                  <a:pt x="46826" y="289144"/>
                </a:lnTo>
                <a:cubicBezTo>
                  <a:pt x="42212" y="302040"/>
                  <a:pt x="27446" y="307567"/>
                  <a:pt x="15449" y="302961"/>
                </a:cubicBezTo>
                <a:cubicBezTo>
                  <a:pt x="2530" y="298355"/>
                  <a:pt x="-3007" y="284539"/>
                  <a:pt x="1607" y="271643"/>
                </a:cubicBezTo>
                <a:lnTo>
                  <a:pt x="45903" y="156503"/>
                </a:lnTo>
                <a:cubicBezTo>
                  <a:pt x="49594" y="146371"/>
                  <a:pt x="58822" y="140844"/>
                  <a:pt x="68974" y="140844"/>
                </a:cubicBezTo>
                <a:close/>
                <a:moveTo>
                  <a:pt x="233235" y="116877"/>
                </a:moveTo>
                <a:lnTo>
                  <a:pt x="261828" y="116877"/>
                </a:lnTo>
                <a:cubicBezTo>
                  <a:pt x="269207" y="116877"/>
                  <a:pt x="276586" y="120561"/>
                  <a:pt x="282120" y="126088"/>
                </a:cubicBezTo>
                <a:lnTo>
                  <a:pt x="268285" y="224646"/>
                </a:lnTo>
                <a:lnTo>
                  <a:pt x="288577" y="242147"/>
                </a:lnTo>
                <a:lnTo>
                  <a:pt x="309792" y="224646"/>
                </a:lnTo>
                <a:lnTo>
                  <a:pt x="295956" y="126088"/>
                </a:lnTo>
                <a:cubicBezTo>
                  <a:pt x="301490" y="120561"/>
                  <a:pt x="307947" y="116877"/>
                  <a:pt x="316248" y="116877"/>
                </a:cubicBezTo>
                <a:lnTo>
                  <a:pt x="344842" y="116877"/>
                </a:lnTo>
                <a:cubicBezTo>
                  <a:pt x="355910" y="116877"/>
                  <a:pt x="366979" y="124246"/>
                  <a:pt x="371590" y="135299"/>
                </a:cubicBezTo>
                <a:lnTo>
                  <a:pt x="424166" y="272543"/>
                </a:lnTo>
                <a:cubicBezTo>
                  <a:pt x="430622" y="288202"/>
                  <a:pt x="423243" y="304782"/>
                  <a:pt x="407563" y="310309"/>
                </a:cubicBezTo>
                <a:cubicBezTo>
                  <a:pt x="392805" y="315835"/>
                  <a:pt x="376202" y="308466"/>
                  <a:pt x="370668" y="293729"/>
                </a:cubicBezTo>
                <a:lnTo>
                  <a:pt x="344842" y="228330"/>
                </a:lnTo>
                <a:lnTo>
                  <a:pt x="344842" y="305703"/>
                </a:lnTo>
                <a:lnTo>
                  <a:pt x="398339" y="491766"/>
                </a:lnTo>
                <a:cubicBezTo>
                  <a:pt x="402951" y="507425"/>
                  <a:pt x="393727" y="523083"/>
                  <a:pt x="378969" y="527689"/>
                </a:cubicBezTo>
                <a:cubicBezTo>
                  <a:pt x="376202" y="528610"/>
                  <a:pt x="373435" y="528610"/>
                  <a:pt x="370668" y="528610"/>
                </a:cubicBezTo>
                <a:cubicBezTo>
                  <a:pt x="357755" y="528610"/>
                  <a:pt x="346686" y="520320"/>
                  <a:pt x="342997" y="508346"/>
                </a:cubicBezTo>
                <a:lnTo>
                  <a:pt x="288577" y="319520"/>
                </a:lnTo>
                <a:lnTo>
                  <a:pt x="235080" y="508346"/>
                </a:lnTo>
                <a:cubicBezTo>
                  <a:pt x="231390" y="520320"/>
                  <a:pt x="219399" y="528610"/>
                  <a:pt x="207408" y="528610"/>
                </a:cubicBezTo>
                <a:cubicBezTo>
                  <a:pt x="204641" y="528610"/>
                  <a:pt x="201874" y="528610"/>
                  <a:pt x="199107" y="527689"/>
                </a:cubicBezTo>
                <a:cubicBezTo>
                  <a:pt x="183427" y="523083"/>
                  <a:pt x="175125" y="507425"/>
                  <a:pt x="178815" y="491766"/>
                </a:cubicBezTo>
                <a:lnTo>
                  <a:pt x="232312" y="305703"/>
                </a:lnTo>
                <a:lnTo>
                  <a:pt x="232312" y="228330"/>
                </a:lnTo>
                <a:lnTo>
                  <a:pt x="207408" y="293729"/>
                </a:lnTo>
                <a:cubicBezTo>
                  <a:pt x="201874" y="308466"/>
                  <a:pt x="184349" y="315835"/>
                  <a:pt x="169591" y="310309"/>
                </a:cubicBezTo>
                <a:cubicBezTo>
                  <a:pt x="154833" y="304782"/>
                  <a:pt x="147454" y="288202"/>
                  <a:pt x="152988" y="272543"/>
                </a:cubicBezTo>
                <a:lnTo>
                  <a:pt x="206486" y="135299"/>
                </a:lnTo>
                <a:cubicBezTo>
                  <a:pt x="211098" y="124246"/>
                  <a:pt x="221244" y="116877"/>
                  <a:pt x="233235" y="116877"/>
                </a:cubicBezTo>
                <a:close/>
                <a:moveTo>
                  <a:pt x="461986" y="42312"/>
                </a:moveTo>
                <a:cubicBezTo>
                  <a:pt x="485926" y="42312"/>
                  <a:pt x="505334" y="61686"/>
                  <a:pt x="505334" y="85586"/>
                </a:cubicBezTo>
                <a:cubicBezTo>
                  <a:pt x="505334" y="109486"/>
                  <a:pt x="485926" y="128860"/>
                  <a:pt x="461986" y="128860"/>
                </a:cubicBezTo>
                <a:cubicBezTo>
                  <a:pt x="438046" y="128860"/>
                  <a:pt x="418638" y="109486"/>
                  <a:pt x="418638" y="85586"/>
                </a:cubicBezTo>
                <a:cubicBezTo>
                  <a:pt x="418638" y="61686"/>
                  <a:pt x="438046" y="42312"/>
                  <a:pt x="461986" y="42312"/>
                </a:cubicBezTo>
                <a:close/>
                <a:moveTo>
                  <a:pt x="115572" y="42312"/>
                </a:moveTo>
                <a:cubicBezTo>
                  <a:pt x="139227" y="42312"/>
                  <a:pt x="158403" y="61686"/>
                  <a:pt x="158403" y="85586"/>
                </a:cubicBezTo>
                <a:cubicBezTo>
                  <a:pt x="158403" y="109486"/>
                  <a:pt x="139227" y="128860"/>
                  <a:pt x="115572" y="128860"/>
                </a:cubicBezTo>
                <a:cubicBezTo>
                  <a:pt x="91917" y="128860"/>
                  <a:pt x="72741" y="109486"/>
                  <a:pt x="72741" y="85586"/>
                </a:cubicBezTo>
                <a:cubicBezTo>
                  <a:pt x="72741" y="61686"/>
                  <a:pt x="91917" y="42312"/>
                  <a:pt x="115572" y="42312"/>
                </a:cubicBezTo>
                <a:close/>
                <a:moveTo>
                  <a:pt x="289038" y="0"/>
                </a:moveTo>
                <a:cubicBezTo>
                  <a:pt x="317309" y="0"/>
                  <a:pt x="340227" y="23084"/>
                  <a:pt x="340227" y="51559"/>
                </a:cubicBezTo>
                <a:cubicBezTo>
                  <a:pt x="340227" y="80034"/>
                  <a:pt x="317309" y="103118"/>
                  <a:pt x="289038" y="103118"/>
                </a:cubicBezTo>
                <a:cubicBezTo>
                  <a:pt x="260767" y="103118"/>
                  <a:pt x="237849" y="80034"/>
                  <a:pt x="237849" y="51559"/>
                </a:cubicBezTo>
                <a:cubicBezTo>
                  <a:pt x="237849" y="23084"/>
                  <a:pt x="260767" y="0"/>
                  <a:pt x="28903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8" name="meeting_115918"/>
          <p:cNvSpPr/>
          <p:nvPr/>
        </p:nvSpPr>
        <p:spPr>
          <a:xfrm>
            <a:off x="10394191" y="1962652"/>
            <a:ext cx="575710" cy="609685"/>
          </a:xfrm>
          <a:custGeom>
            <a:avLst/>
            <a:gdLst>
              <a:gd name="connsiteX0" fmla="*/ 435703 w 572779"/>
              <a:gd name="connsiteY0" fmla="*/ 160183 h 606580"/>
              <a:gd name="connsiteX1" fmla="*/ 479697 w 572779"/>
              <a:gd name="connsiteY1" fmla="*/ 160183 h 606580"/>
              <a:gd name="connsiteX2" fmla="*/ 479581 w 572779"/>
              <a:gd name="connsiteY2" fmla="*/ 160472 h 606580"/>
              <a:gd name="connsiteX3" fmla="*/ 479812 w 572779"/>
              <a:gd name="connsiteY3" fmla="*/ 160472 h 606580"/>
              <a:gd name="connsiteX4" fmla="*/ 478713 w 572779"/>
              <a:gd name="connsiteY4" fmla="*/ 162726 h 606580"/>
              <a:gd name="connsiteX5" fmla="*/ 469682 w 572779"/>
              <a:gd name="connsiteY5" fmla="*/ 187227 h 606580"/>
              <a:gd name="connsiteX6" fmla="*/ 474776 w 572779"/>
              <a:gd name="connsiteY6" fmla="*/ 242470 h 606580"/>
              <a:gd name="connsiteX7" fmla="*/ 494284 w 572779"/>
              <a:gd name="connsiteY7" fmla="*/ 242470 h 606580"/>
              <a:gd name="connsiteX8" fmla="*/ 510840 w 572779"/>
              <a:gd name="connsiteY8" fmla="*/ 160183 h 606580"/>
              <a:gd name="connsiteX9" fmla="*/ 527338 w 572779"/>
              <a:gd name="connsiteY9" fmla="*/ 160183 h 606580"/>
              <a:gd name="connsiteX10" fmla="*/ 572779 w 572779"/>
              <a:gd name="connsiteY10" fmla="*/ 205430 h 606580"/>
              <a:gd name="connsiteX11" fmla="*/ 572779 w 572779"/>
              <a:gd name="connsiteY11" fmla="*/ 337413 h 606580"/>
              <a:gd name="connsiteX12" fmla="*/ 527396 w 572779"/>
              <a:gd name="connsiteY12" fmla="*/ 382717 h 606580"/>
              <a:gd name="connsiteX13" fmla="*/ 521607 w 572779"/>
              <a:gd name="connsiteY13" fmla="*/ 382717 h 606580"/>
              <a:gd name="connsiteX14" fmla="*/ 521607 w 572779"/>
              <a:gd name="connsiteY14" fmla="*/ 574624 h 606580"/>
              <a:gd name="connsiteX15" fmla="*/ 489595 w 572779"/>
              <a:gd name="connsiteY15" fmla="*/ 606580 h 606580"/>
              <a:gd name="connsiteX16" fmla="*/ 457815 w 572779"/>
              <a:gd name="connsiteY16" fmla="*/ 578149 h 606580"/>
              <a:gd name="connsiteX17" fmla="*/ 425978 w 572779"/>
              <a:gd name="connsiteY17" fmla="*/ 606580 h 606580"/>
              <a:gd name="connsiteX18" fmla="*/ 393966 w 572779"/>
              <a:gd name="connsiteY18" fmla="*/ 574624 h 606580"/>
              <a:gd name="connsiteX19" fmla="*/ 393966 w 572779"/>
              <a:gd name="connsiteY19" fmla="*/ 392541 h 606580"/>
              <a:gd name="connsiteX20" fmla="*/ 422967 w 572779"/>
              <a:gd name="connsiteY20" fmla="*/ 337528 h 606580"/>
              <a:gd name="connsiteX21" fmla="*/ 422967 w 572779"/>
              <a:gd name="connsiteY21" fmla="*/ 242528 h 606580"/>
              <a:gd name="connsiteX22" fmla="*/ 440739 w 572779"/>
              <a:gd name="connsiteY22" fmla="*/ 242528 h 606580"/>
              <a:gd name="connsiteX23" fmla="*/ 445833 w 572779"/>
              <a:gd name="connsiteY23" fmla="*/ 186996 h 606580"/>
              <a:gd name="connsiteX24" fmla="*/ 445196 w 572779"/>
              <a:gd name="connsiteY24" fmla="*/ 183991 h 606580"/>
              <a:gd name="connsiteX25" fmla="*/ 436860 w 572779"/>
              <a:gd name="connsiteY25" fmla="*/ 162726 h 606580"/>
              <a:gd name="connsiteX26" fmla="*/ 435818 w 572779"/>
              <a:gd name="connsiteY26" fmla="*/ 160472 h 606580"/>
              <a:gd name="connsiteX27" fmla="*/ 435876 w 572779"/>
              <a:gd name="connsiteY27" fmla="*/ 160472 h 606580"/>
              <a:gd name="connsiteX28" fmla="*/ 435703 w 572779"/>
              <a:gd name="connsiteY28" fmla="*/ 160183 h 606580"/>
              <a:gd name="connsiteX29" fmla="*/ 264349 w 572779"/>
              <a:gd name="connsiteY29" fmla="*/ 160183 h 606580"/>
              <a:gd name="connsiteX30" fmla="*/ 308327 w 572779"/>
              <a:gd name="connsiteY30" fmla="*/ 160183 h 606580"/>
              <a:gd name="connsiteX31" fmla="*/ 308154 w 572779"/>
              <a:gd name="connsiteY31" fmla="*/ 160472 h 606580"/>
              <a:gd name="connsiteX32" fmla="*/ 308385 w 572779"/>
              <a:gd name="connsiteY32" fmla="*/ 160472 h 606580"/>
              <a:gd name="connsiteX33" fmla="*/ 307344 w 572779"/>
              <a:gd name="connsiteY33" fmla="*/ 162726 h 606580"/>
              <a:gd name="connsiteX34" fmla="*/ 298316 w 572779"/>
              <a:gd name="connsiteY34" fmla="*/ 187227 h 606580"/>
              <a:gd name="connsiteX35" fmla="*/ 303409 w 572779"/>
              <a:gd name="connsiteY35" fmla="*/ 242470 h 606580"/>
              <a:gd name="connsiteX36" fmla="*/ 322910 w 572779"/>
              <a:gd name="connsiteY36" fmla="*/ 242470 h 606580"/>
              <a:gd name="connsiteX37" fmla="*/ 339401 w 572779"/>
              <a:gd name="connsiteY37" fmla="*/ 160183 h 606580"/>
              <a:gd name="connsiteX38" fmla="*/ 355951 w 572779"/>
              <a:gd name="connsiteY38" fmla="*/ 160183 h 606580"/>
              <a:gd name="connsiteX39" fmla="*/ 401376 w 572779"/>
              <a:gd name="connsiteY39" fmla="*/ 205430 h 606580"/>
              <a:gd name="connsiteX40" fmla="*/ 401376 w 572779"/>
              <a:gd name="connsiteY40" fmla="*/ 337413 h 606580"/>
              <a:gd name="connsiteX41" fmla="*/ 356009 w 572779"/>
              <a:gd name="connsiteY41" fmla="*/ 382717 h 606580"/>
              <a:gd name="connsiteX42" fmla="*/ 350222 w 572779"/>
              <a:gd name="connsiteY42" fmla="*/ 382717 h 606580"/>
              <a:gd name="connsiteX43" fmla="*/ 350222 w 572779"/>
              <a:gd name="connsiteY43" fmla="*/ 574624 h 606580"/>
              <a:gd name="connsiteX44" fmla="*/ 318222 w 572779"/>
              <a:gd name="connsiteY44" fmla="*/ 606580 h 606580"/>
              <a:gd name="connsiteX45" fmla="*/ 286396 w 572779"/>
              <a:gd name="connsiteY45" fmla="*/ 578149 h 606580"/>
              <a:gd name="connsiteX46" fmla="*/ 254628 w 572779"/>
              <a:gd name="connsiteY46" fmla="*/ 606580 h 606580"/>
              <a:gd name="connsiteX47" fmla="*/ 222628 w 572779"/>
              <a:gd name="connsiteY47" fmla="*/ 574624 h 606580"/>
              <a:gd name="connsiteX48" fmla="*/ 222628 w 572779"/>
              <a:gd name="connsiteY48" fmla="*/ 382833 h 606580"/>
              <a:gd name="connsiteX49" fmla="*/ 216841 w 572779"/>
              <a:gd name="connsiteY49" fmla="*/ 382833 h 606580"/>
              <a:gd name="connsiteX50" fmla="*/ 171474 w 572779"/>
              <a:gd name="connsiteY50" fmla="*/ 337528 h 606580"/>
              <a:gd name="connsiteX51" fmla="*/ 171474 w 572779"/>
              <a:gd name="connsiteY51" fmla="*/ 205545 h 606580"/>
              <a:gd name="connsiteX52" fmla="*/ 216841 w 572779"/>
              <a:gd name="connsiteY52" fmla="*/ 160241 h 606580"/>
              <a:gd name="connsiteX53" fmla="*/ 233333 w 572779"/>
              <a:gd name="connsiteY53" fmla="*/ 160241 h 606580"/>
              <a:gd name="connsiteX54" fmla="*/ 249825 w 572779"/>
              <a:gd name="connsiteY54" fmla="*/ 242528 h 606580"/>
              <a:gd name="connsiteX55" fmla="*/ 269383 w 572779"/>
              <a:gd name="connsiteY55" fmla="*/ 242528 h 606580"/>
              <a:gd name="connsiteX56" fmla="*/ 274476 w 572779"/>
              <a:gd name="connsiteY56" fmla="*/ 186996 h 606580"/>
              <a:gd name="connsiteX57" fmla="*/ 273839 w 572779"/>
              <a:gd name="connsiteY57" fmla="*/ 183991 h 606580"/>
              <a:gd name="connsiteX58" fmla="*/ 265506 w 572779"/>
              <a:gd name="connsiteY58" fmla="*/ 162726 h 606580"/>
              <a:gd name="connsiteX59" fmla="*/ 264407 w 572779"/>
              <a:gd name="connsiteY59" fmla="*/ 160472 h 606580"/>
              <a:gd name="connsiteX60" fmla="*/ 264523 w 572779"/>
              <a:gd name="connsiteY60" fmla="*/ 160472 h 606580"/>
              <a:gd name="connsiteX61" fmla="*/ 264349 w 572779"/>
              <a:gd name="connsiteY61" fmla="*/ 160183 h 606580"/>
              <a:gd name="connsiteX62" fmla="*/ 92987 w 572779"/>
              <a:gd name="connsiteY62" fmla="*/ 160183 h 606580"/>
              <a:gd name="connsiteX63" fmla="*/ 136964 w 572779"/>
              <a:gd name="connsiteY63" fmla="*/ 160183 h 606580"/>
              <a:gd name="connsiteX64" fmla="*/ 136791 w 572779"/>
              <a:gd name="connsiteY64" fmla="*/ 160472 h 606580"/>
              <a:gd name="connsiteX65" fmla="*/ 137022 w 572779"/>
              <a:gd name="connsiteY65" fmla="*/ 160472 h 606580"/>
              <a:gd name="connsiteX66" fmla="*/ 135923 w 572779"/>
              <a:gd name="connsiteY66" fmla="*/ 162726 h 606580"/>
              <a:gd name="connsiteX67" fmla="*/ 126896 w 572779"/>
              <a:gd name="connsiteY67" fmla="*/ 187227 h 606580"/>
              <a:gd name="connsiteX68" fmla="*/ 131988 w 572779"/>
              <a:gd name="connsiteY68" fmla="*/ 242470 h 606580"/>
              <a:gd name="connsiteX69" fmla="*/ 149752 w 572779"/>
              <a:gd name="connsiteY69" fmla="*/ 242470 h 606580"/>
              <a:gd name="connsiteX70" fmla="*/ 149752 w 572779"/>
              <a:gd name="connsiteY70" fmla="*/ 337471 h 606580"/>
              <a:gd name="connsiteX71" fmla="*/ 178742 w 572779"/>
              <a:gd name="connsiteY71" fmla="*/ 392483 h 606580"/>
              <a:gd name="connsiteX72" fmla="*/ 178742 w 572779"/>
              <a:gd name="connsiteY72" fmla="*/ 574624 h 606580"/>
              <a:gd name="connsiteX73" fmla="*/ 146743 w 572779"/>
              <a:gd name="connsiteY73" fmla="*/ 606580 h 606580"/>
              <a:gd name="connsiteX74" fmla="*/ 114976 w 572779"/>
              <a:gd name="connsiteY74" fmla="*/ 578149 h 606580"/>
              <a:gd name="connsiteX75" fmla="*/ 83151 w 572779"/>
              <a:gd name="connsiteY75" fmla="*/ 606580 h 606580"/>
              <a:gd name="connsiteX76" fmla="*/ 51152 w 572779"/>
              <a:gd name="connsiteY76" fmla="*/ 574624 h 606580"/>
              <a:gd name="connsiteX77" fmla="*/ 51152 w 572779"/>
              <a:gd name="connsiteY77" fmla="*/ 382833 h 606580"/>
              <a:gd name="connsiteX78" fmla="*/ 45365 w 572779"/>
              <a:gd name="connsiteY78" fmla="*/ 382833 h 606580"/>
              <a:gd name="connsiteX79" fmla="*/ 0 w 572779"/>
              <a:gd name="connsiteY79" fmla="*/ 337528 h 606580"/>
              <a:gd name="connsiteX80" fmla="*/ 0 w 572779"/>
              <a:gd name="connsiteY80" fmla="*/ 205545 h 606580"/>
              <a:gd name="connsiteX81" fmla="*/ 45365 w 572779"/>
              <a:gd name="connsiteY81" fmla="*/ 160241 h 606580"/>
              <a:gd name="connsiteX82" fmla="*/ 61972 w 572779"/>
              <a:gd name="connsiteY82" fmla="*/ 160241 h 606580"/>
              <a:gd name="connsiteX83" fmla="*/ 78464 w 572779"/>
              <a:gd name="connsiteY83" fmla="*/ 242528 h 606580"/>
              <a:gd name="connsiteX84" fmla="*/ 97964 w 572779"/>
              <a:gd name="connsiteY84" fmla="*/ 242528 h 606580"/>
              <a:gd name="connsiteX85" fmla="*/ 103056 w 572779"/>
              <a:gd name="connsiteY85" fmla="*/ 186996 h 606580"/>
              <a:gd name="connsiteX86" fmla="*/ 102477 w 572779"/>
              <a:gd name="connsiteY86" fmla="*/ 183991 h 606580"/>
              <a:gd name="connsiteX87" fmla="*/ 94145 w 572779"/>
              <a:gd name="connsiteY87" fmla="*/ 162726 h 606580"/>
              <a:gd name="connsiteX88" fmla="*/ 93045 w 572779"/>
              <a:gd name="connsiteY88" fmla="*/ 160472 h 606580"/>
              <a:gd name="connsiteX89" fmla="*/ 93103 w 572779"/>
              <a:gd name="connsiteY89" fmla="*/ 160472 h 606580"/>
              <a:gd name="connsiteX90" fmla="*/ 92987 w 572779"/>
              <a:gd name="connsiteY90" fmla="*/ 160183 h 606580"/>
              <a:gd name="connsiteX91" fmla="*/ 457411 w 572779"/>
              <a:gd name="connsiteY91" fmla="*/ 751 h 606580"/>
              <a:gd name="connsiteX92" fmla="*/ 458047 w 572779"/>
              <a:gd name="connsiteY92" fmla="*/ 751 h 606580"/>
              <a:gd name="connsiteX93" fmla="*/ 521621 w 572779"/>
              <a:gd name="connsiteY93" fmla="*/ 49915 h 606580"/>
              <a:gd name="connsiteX94" fmla="*/ 523761 w 572779"/>
              <a:gd name="connsiteY94" fmla="*/ 66553 h 606580"/>
              <a:gd name="connsiteX95" fmla="*/ 458105 w 572779"/>
              <a:gd name="connsiteY95" fmla="*/ 132124 h 606580"/>
              <a:gd name="connsiteX96" fmla="*/ 457469 w 572779"/>
              <a:gd name="connsiteY96" fmla="*/ 132124 h 606580"/>
              <a:gd name="connsiteX97" fmla="*/ 393895 w 572779"/>
              <a:gd name="connsiteY97" fmla="*/ 82960 h 606580"/>
              <a:gd name="connsiteX98" fmla="*/ 391755 w 572779"/>
              <a:gd name="connsiteY98" fmla="*/ 66322 h 606580"/>
              <a:gd name="connsiteX99" fmla="*/ 457411 w 572779"/>
              <a:gd name="connsiteY99" fmla="*/ 751 h 606580"/>
              <a:gd name="connsiteX100" fmla="*/ 285868 w 572779"/>
              <a:gd name="connsiteY100" fmla="*/ 751 h 606580"/>
              <a:gd name="connsiteX101" fmla="*/ 286621 w 572779"/>
              <a:gd name="connsiteY101" fmla="*/ 751 h 606580"/>
              <a:gd name="connsiteX102" fmla="*/ 350227 w 572779"/>
              <a:gd name="connsiteY102" fmla="*/ 49915 h 606580"/>
              <a:gd name="connsiteX103" fmla="*/ 352369 w 572779"/>
              <a:gd name="connsiteY103" fmla="*/ 66553 h 606580"/>
              <a:gd name="connsiteX104" fmla="*/ 286736 w 572779"/>
              <a:gd name="connsiteY104" fmla="*/ 132124 h 606580"/>
              <a:gd name="connsiteX105" fmla="*/ 286100 w 572779"/>
              <a:gd name="connsiteY105" fmla="*/ 132124 h 606580"/>
              <a:gd name="connsiteX106" fmla="*/ 222493 w 572779"/>
              <a:gd name="connsiteY106" fmla="*/ 82845 h 606580"/>
              <a:gd name="connsiteX107" fmla="*/ 220351 w 572779"/>
              <a:gd name="connsiteY107" fmla="*/ 66264 h 606580"/>
              <a:gd name="connsiteX108" fmla="*/ 285868 w 572779"/>
              <a:gd name="connsiteY108" fmla="*/ 751 h 606580"/>
              <a:gd name="connsiteX109" fmla="*/ 114639 w 572779"/>
              <a:gd name="connsiteY109" fmla="*/ 751 h 606580"/>
              <a:gd name="connsiteX110" fmla="*/ 115275 w 572779"/>
              <a:gd name="connsiteY110" fmla="*/ 751 h 606580"/>
              <a:gd name="connsiteX111" fmla="*/ 178882 w 572779"/>
              <a:gd name="connsiteY111" fmla="*/ 49915 h 606580"/>
              <a:gd name="connsiteX112" fmla="*/ 181024 w 572779"/>
              <a:gd name="connsiteY112" fmla="*/ 66553 h 606580"/>
              <a:gd name="connsiteX113" fmla="*/ 115333 w 572779"/>
              <a:gd name="connsiteY113" fmla="*/ 132124 h 606580"/>
              <a:gd name="connsiteX114" fmla="*/ 114754 w 572779"/>
              <a:gd name="connsiteY114" fmla="*/ 132124 h 606580"/>
              <a:gd name="connsiteX115" fmla="*/ 51148 w 572779"/>
              <a:gd name="connsiteY115" fmla="*/ 82960 h 606580"/>
              <a:gd name="connsiteX116" fmla="*/ 49006 w 572779"/>
              <a:gd name="connsiteY116" fmla="*/ 66322 h 606580"/>
              <a:gd name="connsiteX117" fmla="*/ 114639 w 572779"/>
              <a:gd name="connsiteY117" fmla="*/ 751 h 606580"/>
              <a:gd name="connsiteX118" fmla="*/ 457410 w 572779"/>
              <a:gd name="connsiteY118" fmla="*/ 423 h 606580"/>
              <a:gd name="connsiteX119" fmla="*/ 391355 w 572779"/>
              <a:gd name="connsiteY119" fmla="*/ 66356 h 606580"/>
              <a:gd name="connsiteX120" fmla="*/ 393497 w 572779"/>
              <a:gd name="connsiteY120" fmla="*/ 83056 h 606580"/>
              <a:gd name="connsiteX121" fmla="*/ 457468 w 572779"/>
              <a:gd name="connsiteY121" fmla="*/ 132521 h 606580"/>
              <a:gd name="connsiteX122" fmla="*/ 457815 w 572779"/>
              <a:gd name="connsiteY122" fmla="*/ 132521 h 606580"/>
              <a:gd name="connsiteX123" fmla="*/ 458104 w 572779"/>
              <a:gd name="connsiteY123" fmla="*/ 132521 h 606580"/>
              <a:gd name="connsiteX124" fmla="*/ 524159 w 572779"/>
              <a:gd name="connsiteY124" fmla="*/ 66587 h 606580"/>
              <a:gd name="connsiteX125" fmla="*/ 522017 w 572779"/>
              <a:gd name="connsiteY125" fmla="*/ 49887 h 606580"/>
              <a:gd name="connsiteX126" fmla="*/ 458046 w 572779"/>
              <a:gd name="connsiteY126" fmla="*/ 423 h 606580"/>
              <a:gd name="connsiteX127" fmla="*/ 457699 w 572779"/>
              <a:gd name="connsiteY127" fmla="*/ 423 h 606580"/>
              <a:gd name="connsiteX128" fmla="*/ 114646 w 572779"/>
              <a:gd name="connsiteY128" fmla="*/ 423 h 606580"/>
              <a:gd name="connsiteX129" fmla="*/ 48620 w 572779"/>
              <a:gd name="connsiteY129" fmla="*/ 66356 h 606580"/>
              <a:gd name="connsiteX130" fmla="*/ 50761 w 572779"/>
              <a:gd name="connsiteY130" fmla="*/ 83056 h 606580"/>
              <a:gd name="connsiteX131" fmla="*/ 114762 w 572779"/>
              <a:gd name="connsiteY131" fmla="*/ 132521 h 606580"/>
              <a:gd name="connsiteX132" fmla="*/ 115051 w 572779"/>
              <a:gd name="connsiteY132" fmla="*/ 132521 h 606580"/>
              <a:gd name="connsiteX133" fmla="*/ 115340 w 572779"/>
              <a:gd name="connsiteY133" fmla="*/ 132521 h 606580"/>
              <a:gd name="connsiteX134" fmla="*/ 181424 w 572779"/>
              <a:gd name="connsiteY134" fmla="*/ 66587 h 606580"/>
              <a:gd name="connsiteX135" fmla="*/ 179225 w 572779"/>
              <a:gd name="connsiteY135" fmla="*/ 49887 h 606580"/>
              <a:gd name="connsiteX136" fmla="*/ 115282 w 572779"/>
              <a:gd name="connsiteY136" fmla="*/ 423 h 606580"/>
              <a:gd name="connsiteX137" fmla="*/ 114993 w 572779"/>
              <a:gd name="connsiteY137" fmla="*/ 423 h 606580"/>
              <a:gd name="connsiteX138" fmla="*/ 286036 w 572779"/>
              <a:gd name="connsiteY138" fmla="*/ 397 h 606580"/>
              <a:gd name="connsiteX139" fmla="*/ 219952 w 572779"/>
              <a:gd name="connsiteY139" fmla="*/ 66286 h 606580"/>
              <a:gd name="connsiteX140" fmla="*/ 222151 w 572779"/>
              <a:gd name="connsiteY140" fmla="*/ 82990 h 606580"/>
              <a:gd name="connsiteX141" fmla="*/ 286094 w 572779"/>
              <a:gd name="connsiteY141" fmla="*/ 132522 h 606580"/>
              <a:gd name="connsiteX142" fmla="*/ 286383 w 572779"/>
              <a:gd name="connsiteY142" fmla="*/ 132522 h 606580"/>
              <a:gd name="connsiteX143" fmla="*/ 286730 w 572779"/>
              <a:gd name="connsiteY143" fmla="*/ 132522 h 606580"/>
              <a:gd name="connsiteX144" fmla="*/ 352756 w 572779"/>
              <a:gd name="connsiteY144" fmla="*/ 66575 h 606580"/>
              <a:gd name="connsiteX145" fmla="*/ 350615 w 572779"/>
              <a:gd name="connsiteY145" fmla="*/ 49872 h 606580"/>
              <a:gd name="connsiteX146" fmla="*/ 286614 w 572779"/>
              <a:gd name="connsiteY146" fmla="*/ 397 h 606580"/>
              <a:gd name="connsiteX147" fmla="*/ 286325 w 572779"/>
              <a:gd name="connsiteY147" fmla="*/ 397 h 606580"/>
              <a:gd name="connsiteX148" fmla="*/ 457411 w 572779"/>
              <a:gd name="connsiteY148" fmla="*/ 0 h 606580"/>
              <a:gd name="connsiteX149" fmla="*/ 458047 w 572779"/>
              <a:gd name="connsiteY149" fmla="*/ 0 h 606580"/>
              <a:gd name="connsiteX150" fmla="*/ 522315 w 572779"/>
              <a:gd name="connsiteY150" fmla="*/ 49741 h 606580"/>
              <a:gd name="connsiteX151" fmla="*/ 524513 w 572779"/>
              <a:gd name="connsiteY151" fmla="*/ 66553 h 606580"/>
              <a:gd name="connsiteX152" fmla="*/ 458105 w 572779"/>
              <a:gd name="connsiteY152" fmla="*/ 132875 h 606580"/>
              <a:gd name="connsiteX153" fmla="*/ 457469 w 572779"/>
              <a:gd name="connsiteY153" fmla="*/ 132875 h 606580"/>
              <a:gd name="connsiteX154" fmla="*/ 393201 w 572779"/>
              <a:gd name="connsiteY154" fmla="*/ 83133 h 606580"/>
              <a:gd name="connsiteX155" fmla="*/ 391003 w 572779"/>
              <a:gd name="connsiteY155" fmla="*/ 66322 h 606580"/>
              <a:gd name="connsiteX156" fmla="*/ 457411 w 572779"/>
              <a:gd name="connsiteY156" fmla="*/ 0 h 606580"/>
              <a:gd name="connsiteX157" fmla="*/ 285868 w 572779"/>
              <a:gd name="connsiteY157" fmla="*/ 0 h 606580"/>
              <a:gd name="connsiteX158" fmla="*/ 286621 w 572779"/>
              <a:gd name="connsiteY158" fmla="*/ 0 h 606580"/>
              <a:gd name="connsiteX159" fmla="*/ 350980 w 572779"/>
              <a:gd name="connsiteY159" fmla="*/ 49741 h 606580"/>
              <a:gd name="connsiteX160" fmla="*/ 353179 w 572779"/>
              <a:gd name="connsiteY160" fmla="*/ 66553 h 606580"/>
              <a:gd name="connsiteX161" fmla="*/ 286736 w 572779"/>
              <a:gd name="connsiteY161" fmla="*/ 132875 h 606580"/>
              <a:gd name="connsiteX162" fmla="*/ 286100 w 572779"/>
              <a:gd name="connsiteY162" fmla="*/ 132875 h 606580"/>
              <a:gd name="connsiteX163" fmla="*/ 221740 w 572779"/>
              <a:gd name="connsiteY163" fmla="*/ 83076 h 606580"/>
              <a:gd name="connsiteX164" fmla="*/ 219599 w 572779"/>
              <a:gd name="connsiteY164" fmla="*/ 66264 h 606580"/>
              <a:gd name="connsiteX165" fmla="*/ 285868 w 572779"/>
              <a:gd name="connsiteY165" fmla="*/ 0 h 606580"/>
              <a:gd name="connsiteX166" fmla="*/ 114639 w 572779"/>
              <a:gd name="connsiteY166" fmla="*/ 0 h 606580"/>
              <a:gd name="connsiteX167" fmla="*/ 115275 w 572779"/>
              <a:gd name="connsiteY167" fmla="*/ 0 h 606580"/>
              <a:gd name="connsiteX168" fmla="*/ 179635 w 572779"/>
              <a:gd name="connsiteY168" fmla="*/ 49741 h 606580"/>
              <a:gd name="connsiteX169" fmla="*/ 181776 w 572779"/>
              <a:gd name="connsiteY169" fmla="*/ 66553 h 606580"/>
              <a:gd name="connsiteX170" fmla="*/ 115333 w 572779"/>
              <a:gd name="connsiteY170" fmla="*/ 132875 h 606580"/>
              <a:gd name="connsiteX171" fmla="*/ 114754 w 572779"/>
              <a:gd name="connsiteY171" fmla="*/ 132875 h 606580"/>
              <a:gd name="connsiteX172" fmla="*/ 50395 w 572779"/>
              <a:gd name="connsiteY172" fmla="*/ 83133 h 606580"/>
              <a:gd name="connsiteX173" fmla="*/ 48196 w 572779"/>
              <a:gd name="connsiteY173" fmla="*/ 66322 h 606580"/>
              <a:gd name="connsiteX174" fmla="*/ 114639 w 572779"/>
              <a:gd name="connsiteY174" fmla="*/ 0 h 6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572779" h="606580">
                <a:moveTo>
                  <a:pt x="435703" y="160183"/>
                </a:moveTo>
                <a:lnTo>
                  <a:pt x="479697" y="160183"/>
                </a:lnTo>
                <a:cubicBezTo>
                  <a:pt x="479639" y="160241"/>
                  <a:pt x="479639" y="160414"/>
                  <a:pt x="479581" y="160472"/>
                </a:cubicBezTo>
                <a:lnTo>
                  <a:pt x="479812" y="160472"/>
                </a:lnTo>
                <a:cubicBezTo>
                  <a:pt x="479407" y="161281"/>
                  <a:pt x="478713" y="162726"/>
                  <a:pt x="478713" y="162726"/>
                </a:cubicBezTo>
                <a:cubicBezTo>
                  <a:pt x="474834" y="170989"/>
                  <a:pt x="471245" y="178848"/>
                  <a:pt x="469682" y="187227"/>
                </a:cubicBezTo>
                <a:lnTo>
                  <a:pt x="474776" y="242470"/>
                </a:lnTo>
                <a:lnTo>
                  <a:pt x="494284" y="242470"/>
                </a:lnTo>
                <a:lnTo>
                  <a:pt x="510840" y="160183"/>
                </a:lnTo>
                <a:lnTo>
                  <a:pt x="527338" y="160183"/>
                </a:lnTo>
                <a:cubicBezTo>
                  <a:pt x="552345" y="160183"/>
                  <a:pt x="572663" y="180466"/>
                  <a:pt x="572779" y="205430"/>
                </a:cubicBezTo>
                <a:lnTo>
                  <a:pt x="572779" y="337413"/>
                </a:lnTo>
                <a:cubicBezTo>
                  <a:pt x="572779" y="362434"/>
                  <a:pt x="552519" y="382717"/>
                  <a:pt x="527396" y="382717"/>
                </a:cubicBezTo>
                <a:lnTo>
                  <a:pt x="521607" y="382717"/>
                </a:lnTo>
                <a:lnTo>
                  <a:pt x="521607" y="574624"/>
                </a:lnTo>
                <a:cubicBezTo>
                  <a:pt x="521607" y="592249"/>
                  <a:pt x="507251" y="606580"/>
                  <a:pt x="489595" y="606580"/>
                </a:cubicBezTo>
                <a:cubicBezTo>
                  <a:pt x="473155" y="606580"/>
                  <a:pt x="459552" y="594098"/>
                  <a:pt x="457815" y="578149"/>
                </a:cubicBezTo>
                <a:cubicBezTo>
                  <a:pt x="456021" y="594214"/>
                  <a:pt x="442417" y="606580"/>
                  <a:pt x="425978" y="606580"/>
                </a:cubicBezTo>
                <a:cubicBezTo>
                  <a:pt x="408322" y="606580"/>
                  <a:pt x="393966" y="592249"/>
                  <a:pt x="393966" y="574624"/>
                </a:cubicBezTo>
                <a:lnTo>
                  <a:pt x="393966" y="392541"/>
                </a:lnTo>
                <a:cubicBezTo>
                  <a:pt x="411506" y="380521"/>
                  <a:pt x="422967" y="360354"/>
                  <a:pt x="422967" y="337528"/>
                </a:cubicBezTo>
                <a:lnTo>
                  <a:pt x="422967" y="242528"/>
                </a:lnTo>
                <a:lnTo>
                  <a:pt x="440739" y="242528"/>
                </a:lnTo>
                <a:lnTo>
                  <a:pt x="445833" y="186996"/>
                </a:lnTo>
                <a:cubicBezTo>
                  <a:pt x="445659" y="186013"/>
                  <a:pt x="445428" y="184973"/>
                  <a:pt x="445196" y="183991"/>
                </a:cubicBezTo>
                <a:cubicBezTo>
                  <a:pt x="443459" y="176768"/>
                  <a:pt x="440276" y="169891"/>
                  <a:pt x="436860" y="162726"/>
                </a:cubicBezTo>
                <a:cubicBezTo>
                  <a:pt x="436860" y="162726"/>
                  <a:pt x="436166" y="161281"/>
                  <a:pt x="435818" y="160472"/>
                </a:cubicBezTo>
                <a:lnTo>
                  <a:pt x="435876" y="160472"/>
                </a:lnTo>
                <a:cubicBezTo>
                  <a:pt x="435818" y="160356"/>
                  <a:pt x="435818" y="160241"/>
                  <a:pt x="435703" y="160183"/>
                </a:cubicBezTo>
                <a:close/>
                <a:moveTo>
                  <a:pt x="264349" y="160183"/>
                </a:moveTo>
                <a:lnTo>
                  <a:pt x="308327" y="160183"/>
                </a:lnTo>
                <a:cubicBezTo>
                  <a:pt x="308269" y="160241"/>
                  <a:pt x="308269" y="160414"/>
                  <a:pt x="308154" y="160472"/>
                </a:cubicBezTo>
                <a:lnTo>
                  <a:pt x="308385" y="160472"/>
                </a:lnTo>
                <a:cubicBezTo>
                  <a:pt x="308038" y="161281"/>
                  <a:pt x="307344" y="162726"/>
                  <a:pt x="307344" y="162726"/>
                </a:cubicBezTo>
                <a:cubicBezTo>
                  <a:pt x="303467" y="170989"/>
                  <a:pt x="299821" y="178848"/>
                  <a:pt x="298316" y="187227"/>
                </a:cubicBezTo>
                <a:lnTo>
                  <a:pt x="303409" y="242470"/>
                </a:lnTo>
                <a:lnTo>
                  <a:pt x="322910" y="242470"/>
                </a:lnTo>
                <a:lnTo>
                  <a:pt x="339401" y="160183"/>
                </a:lnTo>
                <a:lnTo>
                  <a:pt x="355951" y="160183"/>
                </a:lnTo>
                <a:cubicBezTo>
                  <a:pt x="380949" y="160183"/>
                  <a:pt x="401202" y="180466"/>
                  <a:pt x="401376" y="205430"/>
                </a:cubicBezTo>
                <a:lnTo>
                  <a:pt x="401376" y="337413"/>
                </a:lnTo>
                <a:cubicBezTo>
                  <a:pt x="401376" y="362434"/>
                  <a:pt x="381065" y="382717"/>
                  <a:pt x="356009" y="382717"/>
                </a:cubicBezTo>
                <a:lnTo>
                  <a:pt x="350222" y="382717"/>
                </a:lnTo>
                <a:lnTo>
                  <a:pt x="350222" y="574624"/>
                </a:lnTo>
                <a:cubicBezTo>
                  <a:pt x="350222" y="592249"/>
                  <a:pt x="335872" y="606580"/>
                  <a:pt x="318222" y="606580"/>
                </a:cubicBezTo>
                <a:cubicBezTo>
                  <a:pt x="301788" y="606580"/>
                  <a:pt x="288190" y="594098"/>
                  <a:pt x="286396" y="578149"/>
                </a:cubicBezTo>
                <a:cubicBezTo>
                  <a:pt x="284660" y="594214"/>
                  <a:pt x="271062" y="606580"/>
                  <a:pt x="254628" y="606580"/>
                </a:cubicBezTo>
                <a:cubicBezTo>
                  <a:pt x="236978" y="606580"/>
                  <a:pt x="222628" y="592249"/>
                  <a:pt x="222628" y="574624"/>
                </a:cubicBezTo>
                <a:lnTo>
                  <a:pt x="222628" y="382833"/>
                </a:lnTo>
                <a:lnTo>
                  <a:pt x="216841" y="382833"/>
                </a:lnTo>
                <a:cubicBezTo>
                  <a:pt x="191727" y="382833"/>
                  <a:pt x="171474" y="362608"/>
                  <a:pt x="171474" y="337528"/>
                </a:cubicBezTo>
                <a:lnTo>
                  <a:pt x="171474" y="205545"/>
                </a:lnTo>
                <a:cubicBezTo>
                  <a:pt x="171474" y="180524"/>
                  <a:pt x="191727" y="160241"/>
                  <a:pt x="216841" y="160241"/>
                </a:cubicBezTo>
                <a:lnTo>
                  <a:pt x="233333" y="160241"/>
                </a:lnTo>
                <a:lnTo>
                  <a:pt x="249825" y="242528"/>
                </a:lnTo>
                <a:lnTo>
                  <a:pt x="269383" y="242528"/>
                </a:lnTo>
                <a:lnTo>
                  <a:pt x="274476" y="186996"/>
                </a:lnTo>
                <a:cubicBezTo>
                  <a:pt x="274302" y="186013"/>
                  <a:pt x="274071" y="184973"/>
                  <a:pt x="273839" y="183991"/>
                </a:cubicBezTo>
                <a:cubicBezTo>
                  <a:pt x="272045" y="176768"/>
                  <a:pt x="268921" y="169891"/>
                  <a:pt x="265506" y="162726"/>
                </a:cubicBezTo>
                <a:cubicBezTo>
                  <a:pt x="265506" y="162726"/>
                  <a:pt x="264812" y="161281"/>
                  <a:pt x="264407" y="160472"/>
                </a:cubicBezTo>
                <a:lnTo>
                  <a:pt x="264523" y="160472"/>
                </a:lnTo>
                <a:cubicBezTo>
                  <a:pt x="264407" y="160356"/>
                  <a:pt x="264407" y="160241"/>
                  <a:pt x="264349" y="160183"/>
                </a:cubicBezTo>
                <a:close/>
                <a:moveTo>
                  <a:pt x="92987" y="160183"/>
                </a:moveTo>
                <a:lnTo>
                  <a:pt x="136964" y="160183"/>
                </a:lnTo>
                <a:cubicBezTo>
                  <a:pt x="136848" y="160241"/>
                  <a:pt x="136848" y="160414"/>
                  <a:pt x="136791" y="160472"/>
                </a:cubicBezTo>
                <a:lnTo>
                  <a:pt x="137022" y="160472"/>
                </a:lnTo>
                <a:cubicBezTo>
                  <a:pt x="136617" y="161281"/>
                  <a:pt x="135923" y="162726"/>
                  <a:pt x="135923" y="162726"/>
                </a:cubicBezTo>
                <a:cubicBezTo>
                  <a:pt x="132104" y="170989"/>
                  <a:pt x="128458" y="178848"/>
                  <a:pt x="126896" y="187227"/>
                </a:cubicBezTo>
                <a:lnTo>
                  <a:pt x="131988" y="242470"/>
                </a:lnTo>
                <a:lnTo>
                  <a:pt x="149752" y="242470"/>
                </a:lnTo>
                <a:lnTo>
                  <a:pt x="149752" y="337471"/>
                </a:lnTo>
                <a:cubicBezTo>
                  <a:pt x="149752" y="360296"/>
                  <a:pt x="161267" y="380406"/>
                  <a:pt x="178742" y="392483"/>
                </a:cubicBezTo>
                <a:lnTo>
                  <a:pt x="178742" y="574624"/>
                </a:lnTo>
                <a:cubicBezTo>
                  <a:pt x="178742" y="592249"/>
                  <a:pt x="164392" y="606580"/>
                  <a:pt x="146743" y="606580"/>
                </a:cubicBezTo>
                <a:cubicBezTo>
                  <a:pt x="130310" y="606580"/>
                  <a:pt x="116712" y="594098"/>
                  <a:pt x="114976" y="578149"/>
                </a:cubicBezTo>
                <a:cubicBezTo>
                  <a:pt x="113182" y="594214"/>
                  <a:pt x="99584" y="606580"/>
                  <a:pt x="83151" y="606580"/>
                </a:cubicBezTo>
                <a:cubicBezTo>
                  <a:pt x="65502" y="606580"/>
                  <a:pt x="51152" y="592249"/>
                  <a:pt x="51152" y="574624"/>
                </a:cubicBezTo>
                <a:lnTo>
                  <a:pt x="51152" y="382833"/>
                </a:lnTo>
                <a:lnTo>
                  <a:pt x="45365" y="382833"/>
                </a:lnTo>
                <a:cubicBezTo>
                  <a:pt x="20310" y="382833"/>
                  <a:pt x="0" y="362608"/>
                  <a:pt x="0" y="337528"/>
                </a:cubicBezTo>
                <a:lnTo>
                  <a:pt x="0" y="205545"/>
                </a:lnTo>
                <a:cubicBezTo>
                  <a:pt x="0" y="180524"/>
                  <a:pt x="20310" y="160241"/>
                  <a:pt x="45365" y="160241"/>
                </a:cubicBezTo>
                <a:lnTo>
                  <a:pt x="61972" y="160241"/>
                </a:lnTo>
                <a:lnTo>
                  <a:pt x="78464" y="242528"/>
                </a:lnTo>
                <a:lnTo>
                  <a:pt x="97964" y="242528"/>
                </a:lnTo>
                <a:lnTo>
                  <a:pt x="103056" y="186996"/>
                </a:lnTo>
                <a:cubicBezTo>
                  <a:pt x="102940" y="186013"/>
                  <a:pt x="102709" y="184973"/>
                  <a:pt x="102477" y="183991"/>
                </a:cubicBezTo>
                <a:cubicBezTo>
                  <a:pt x="100683" y="176768"/>
                  <a:pt x="97501" y="169891"/>
                  <a:pt x="94145" y="162726"/>
                </a:cubicBezTo>
                <a:cubicBezTo>
                  <a:pt x="94145" y="162726"/>
                  <a:pt x="93450" y="161281"/>
                  <a:pt x="93045" y="160472"/>
                </a:cubicBezTo>
                <a:lnTo>
                  <a:pt x="93103" y="160472"/>
                </a:lnTo>
                <a:cubicBezTo>
                  <a:pt x="93045" y="160356"/>
                  <a:pt x="93045" y="160241"/>
                  <a:pt x="92987" y="160183"/>
                </a:cubicBezTo>
                <a:close/>
                <a:moveTo>
                  <a:pt x="457411" y="751"/>
                </a:moveTo>
                <a:lnTo>
                  <a:pt x="458047" y="751"/>
                </a:lnTo>
                <a:cubicBezTo>
                  <a:pt x="488012" y="751"/>
                  <a:pt x="514158" y="20971"/>
                  <a:pt x="521621" y="49915"/>
                </a:cubicBezTo>
                <a:cubicBezTo>
                  <a:pt x="523009" y="55403"/>
                  <a:pt x="523761" y="61007"/>
                  <a:pt x="523761" y="66553"/>
                </a:cubicBezTo>
                <a:cubicBezTo>
                  <a:pt x="523761" y="102718"/>
                  <a:pt x="494317" y="132124"/>
                  <a:pt x="458105" y="132124"/>
                </a:cubicBezTo>
                <a:lnTo>
                  <a:pt x="457469" y="132124"/>
                </a:lnTo>
                <a:cubicBezTo>
                  <a:pt x="427504" y="132124"/>
                  <a:pt x="401358" y="111904"/>
                  <a:pt x="393895" y="82960"/>
                </a:cubicBezTo>
                <a:cubicBezTo>
                  <a:pt x="392507" y="77472"/>
                  <a:pt x="391755" y="71868"/>
                  <a:pt x="391755" y="66322"/>
                </a:cubicBezTo>
                <a:cubicBezTo>
                  <a:pt x="391755" y="30157"/>
                  <a:pt x="421199" y="751"/>
                  <a:pt x="457411" y="751"/>
                </a:cubicBezTo>
                <a:close/>
                <a:moveTo>
                  <a:pt x="285868" y="751"/>
                </a:moveTo>
                <a:lnTo>
                  <a:pt x="286621" y="751"/>
                </a:lnTo>
                <a:cubicBezTo>
                  <a:pt x="316601" y="751"/>
                  <a:pt x="342761" y="20971"/>
                  <a:pt x="350227" y="49915"/>
                </a:cubicBezTo>
                <a:cubicBezTo>
                  <a:pt x="351674" y="55403"/>
                  <a:pt x="352369" y="61007"/>
                  <a:pt x="352369" y="66553"/>
                </a:cubicBezTo>
                <a:cubicBezTo>
                  <a:pt x="352369" y="102718"/>
                  <a:pt x="322909" y="132124"/>
                  <a:pt x="286736" y="132124"/>
                </a:cubicBezTo>
                <a:lnTo>
                  <a:pt x="286100" y="132124"/>
                </a:lnTo>
                <a:cubicBezTo>
                  <a:pt x="256119" y="132124"/>
                  <a:pt x="229959" y="111846"/>
                  <a:pt x="222493" y="82845"/>
                </a:cubicBezTo>
                <a:cubicBezTo>
                  <a:pt x="221046" y="77414"/>
                  <a:pt x="220351" y="71810"/>
                  <a:pt x="220351" y="66264"/>
                </a:cubicBezTo>
                <a:cubicBezTo>
                  <a:pt x="220351" y="30157"/>
                  <a:pt x="249753" y="751"/>
                  <a:pt x="285868" y="751"/>
                </a:cubicBezTo>
                <a:close/>
                <a:moveTo>
                  <a:pt x="114639" y="751"/>
                </a:moveTo>
                <a:lnTo>
                  <a:pt x="115275" y="751"/>
                </a:lnTo>
                <a:cubicBezTo>
                  <a:pt x="145256" y="751"/>
                  <a:pt x="171416" y="20971"/>
                  <a:pt x="178882" y="49915"/>
                </a:cubicBezTo>
                <a:cubicBezTo>
                  <a:pt x="180329" y="55403"/>
                  <a:pt x="181024" y="61007"/>
                  <a:pt x="181024" y="66553"/>
                </a:cubicBezTo>
                <a:cubicBezTo>
                  <a:pt x="181024" y="102718"/>
                  <a:pt x="151564" y="132124"/>
                  <a:pt x="115333" y="132124"/>
                </a:cubicBezTo>
                <a:lnTo>
                  <a:pt x="114754" y="132124"/>
                </a:lnTo>
                <a:cubicBezTo>
                  <a:pt x="84774" y="132124"/>
                  <a:pt x="58614" y="111904"/>
                  <a:pt x="51148" y="82960"/>
                </a:cubicBezTo>
                <a:cubicBezTo>
                  <a:pt x="49701" y="77472"/>
                  <a:pt x="49006" y="71868"/>
                  <a:pt x="49006" y="66322"/>
                </a:cubicBezTo>
                <a:cubicBezTo>
                  <a:pt x="49006" y="30157"/>
                  <a:pt x="78466" y="751"/>
                  <a:pt x="114639" y="751"/>
                </a:cubicBezTo>
                <a:close/>
                <a:moveTo>
                  <a:pt x="457410" y="423"/>
                </a:moveTo>
                <a:cubicBezTo>
                  <a:pt x="420880" y="423"/>
                  <a:pt x="391355" y="29894"/>
                  <a:pt x="391355" y="66356"/>
                </a:cubicBezTo>
                <a:cubicBezTo>
                  <a:pt x="391355" y="72135"/>
                  <a:pt x="392108" y="77740"/>
                  <a:pt x="393497" y="83056"/>
                </a:cubicBezTo>
                <a:cubicBezTo>
                  <a:pt x="400849" y="111487"/>
                  <a:pt x="426669" y="132521"/>
                  <a:pt x="457468" y="132521"/>
                </a:cubicBezTo>
                <a:lnTo>
                  <a:pt x="457815" y="132521"/>
                </a:lnTo>
                <a:lnTo>
                  <a:pt x="458104" y="132521"/>
                </a:lnTo>
                <a:cubicBezTo>
                  <a:pt x="494634" y="132521"/>
                  <a:pt x="524159" y="103050"/>
                  <a:pt x="524159" y="66587"/>
                </a:cubicBezTo>
                <a:cubicBezTo>
                  <a:pt x="524159" y="60809"/>
                  <a:pt x="523406" y="55204"/>
                  <a:pt x="522017" y="49887"/>
                </a:cubicBezTo>
                <a:cubicBezTo>
                  <a:pt x="514665" y="21457"/>
                  <a:pt x="488845" y="423"/>
                  <a:pt x="458046" y="423"/>
                </a:cubicBezTo>
                <a:lnTo>
                  <a:pt x="457699" y="423"/>
                </a:lnTo>
                <a:close/>
                <a:moveTo>
                  <a:pt x="114646" y="423"/>
                </a:moveTo>
                <a:cubicBezTo>
                  <a:pt x="78190" y="423"/>
                  <a:pt x="48620" y="29894"/>
                  <a:pt x="48620" y="66356"/>
                </a:cubicBezTo>
                <a:cubicBezTo>
                  <a:pt x="48620" y="72135"/>
                  <a:pt x="49372" y="77740"/>
                  <a:pt x="50761" y="83056"/>
                </a:cubicBezTo>
                <a:cubicBezTo>
                  <a:pt x="58110" y="111487"/>
                  <a:pt x="83977" y="132521"/>
                  <a:pt x="114762" y="132521"/>
                </a:cubicBezTo>
                <a:lnTo>
                  <a:pt x="115051" y="132521"/>
                </a:lnTo>
                <a:lnTo>
                  <a:pt x="115340" y="132521"/>
                </a:lnTo>
                <a:cubicBezTo>
                  <a:pt x="151854" y="132521"/>
                  <a:pt x="181424" y="103050"/>
                  <a:pt x="181424" y="66587"/>
                </a:cubicBezTo>
                <a:cubicBezTo>
                  <a:pt x="181424" y="60809"/>
                  <a:pt x="180614" y="55204"/>
                  <a:pt x="179225" y="49887"/>
                </a:cubicBezTo>
                <a:cubicBezTo>
                  <a:pt x="171934" y="21457"/>
                  <a:pt x="146067" y="423"/>
                  <a:pt x="115282" y="423"/>
                </a:cubicBezTo>
                <a:lnTo>
                  <a:pt x="114993" y="423"/>
                </a:lnTo>
                <a:close/>
                <a:moveTo>
                  <a:pt x="286036" y="397"/>
                </a:moveTo>
                <a:cubicBezTo>
                  <a:pt x="249522" y="282"/>
                  <a:pt x="219952" y="29874"/>
                  <a:pt x="219952" y="66286"/>
                </a:cubicBezTo>
                <a:cubicBezTo>
                  <a:pt x="219952" y="72066"/>
                  <a:pt x="220762" y="77672"/>
                  <a:pt x="222151" y="82990"/>
                </a:cubicBezTo>
                <a:cubicBezTo>
                  <a:pt x="229442" y="111484"/>
                  <a:pt x="255309" y="132522"/>
                  <a:pt x="286094" y="132522"/>
                </a:cubicBezTo>
                <a:lnTo>
                  <a:pt x="286383" y="132522"/>
                </a:lnTo>
                <a:lnTo>
                  <a:pt x="286730" y="132522"/>
                </a:lnTo>
                <a:cubicBezTo>
                  <a:pt x="323186" y="132522"/>
                  <a:pt x="352756" y="103045"/>
                  <a:pt x="352756" y="66575"/>
                </a:cubicBezTo>
                <a:cubicBezTo>
                  <a:pt x="352756" y="60796"/>
                  <a:pt x="352004" y="55189"/>
                  <a:pt x="350615" y="49872"/>
                </a:cubicBezTo>
                <a:cubicBezTo>
                  <a:pt x="343266" y="21436"/>
                  <a:pt x="317399" y="397"/>
                  <a:pt x="286614" y="397"/>
                </a:cubicBezTo>
                <a:lnTo>
                  <a:pt x="286325" y="397"/>
                </a:lnTo>
                <a:close/>
                <a:moveTo>
                  <a:pt x="457411" y="0"/>
                </a:moveTo>
                <a:lnTo>
                  <a:pt x="458047" y="0"/>
                </a:lnTo>
                <a:cubicBezTo>
                  <a:pt x="488359" y="0"/>
                  <a:pt x="514795" y="20451"/>
                  <a:pt x="522315" y="49741"/>
                </a:cubicBezTo>
                <a:cubicBezTo>
                  <a:pt x="523761" y="55230"/>
                  <a:pt x="524513" y="60891"/>
                  <a:pt x="524513" y="66553"/>
                </a:cubicBezTo>
                <a:cubicBezTo>
                  <a:pt x="524513" y="103122"/>
                  <a:pt x="494722" y="132875"/>
                  <a:pt x="458105" y="132875"/>
                </a:cubicBezTo>
                <a:lnTo>
                  <a:pt x="457469" y="132875"/>
                </a:lnTo>
                <a:cubicBezTo>
                  <a:pt x="427157" y="132875"/>
                  <a:pt x="400721" y="112424"/>
                  <a:pt x="393201" y="83133"/>
                </a:cubicBezTo>
                <a:cubicBezTo>
                  <a:pt x="391755" y="77645"/>
                  <a:pt x="391003" y="71983"/>
                  <a:pt x="391003" y="66322"/>
                </a:cubicBezTo>
                <a:cubicBezTo>
                  <a:pt x="391003" y="29752"/>
                  <a:pt x="420794" y="0"/>
                  <a:pt x="457411" y="0"/>
                </a:cubicBezTo>
                <a:close/>
                <a:moveTo>
                  <a:pt x="285868" y="0"/>
                </a:moveTo>
                <a:lnTo>
                  <a:pt x="286621" y="0"/>
                </a:lnTo>
                <a:cubicBezTo>
                  <a:pt x="316948" y="0"/>
                  <a:pt x="343456" y="20451"/>
                  <a:pt x="350980" y="49741"/>
                </a:cubicBezTo>
                <a:cubicBezTo>
                  <a:pt x="352427" y="55287"/>
                  <a:pt x="353179" y="60891"/>
                  <a:pt x="353179" y="66553"/>
                </a:cubicBezTo>
                <a:cubicBezTo>
                  <a:pt x="353179" y="103122"/>
                  <a:pt x="323372" y="132875"/>
                  <a:pt x="286736" y="132875"/>
                </a:cubicBezTo>
                <a:lnTo>
                  <a:pt x="286100" y="132875"/>
                </a:lnTo>
                <a:cubicBezTo>
                  <a:pt x="255772" y="132875"/>
                  <a:pt x="229322" y="112366"/>
                  <a:pt x="221740" y="83076"/>
                </a:cubicBezTo>
                <a:cubicBezTo>
                  <a:pt x="220294" y="77530"/>
                  <a:pt x="219599" y="71868"/>
                  <a:pt x="219599" y="66264"/>
                </a:cubicBezTo>
                <a:cubicBezTo>
                  <a:pt x="219599" y="29695"/>
                  <a:pt x="249348" y="0"/>
                  <a:pt x="285868" y="0"/>
                </a:cubicBezTo>
                <a:close/>
                <a:moveTo>
                  <a:pt x="114639" y="0"/>
                </a:moveTo>
                <a:lnTo>
                  <a:pt x="115275" y="0"/>
                </a:lnTo>
                <a:cubicBezTo>
                  <a:pt x="145603" y="0"/>
                  <a:pt x="172053" y="20451"/>
                  <a:pt x="179635" y="49741"/>
                </a:cubicBezTo>
                <a:cubicBezTo>
                  <a:pt x="181081" y="55230"/>
                  <a:pt x="181776" y="60891"/>
                  <a:pt x="181776" y="66553"/>
                </a:cubicBezTo>
                <a:cubicBezTo>
                  <a:pt x="181776" y="103122"/>
                  <a:pt x="151969" y="132875"/>
                  <a:pt x="115333" y="132875"/>
                </a:cubicBezTo>
                <a:lnTo>
                  <a:pt x="114754" y="132875"/>
                </a:lnTo>
                <a:cubicBezTo>
                  <a:pt x="84427" y="132875"/>
                  <a:pt x="57919" y="112424"/>
                  <a:pt x="50395" y="83133"/>
                </a:cubicBezTo>
                <a:cubicBezTo>
                  <a:pt x="48948" y="77645"/>
                  <a:pt x="48196" y="71983"/>
                  <a:pt x="48196" y="66322"/>
                </a:cubicBezTo>
                <a:cubicBezTo>
                  <a:pt x="48196" y="29752"/>
                  <a:pt x="78003" y="0"/>
                  <a:pt x="11463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134775" y="2212910"/>
            <a:ext cx="1410082" cy="28630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758041" y="2212910"/>
            <a:ext cx="1410082" cy="2863038"/>
          </a:xfrm>
          <a:prstGeom prst="rect">
            <a:avLst/>
          </a:prstGeom>
        </p:spPr>
      </p:pic>
      <p:sp>
        <p:nvSpPr>
          <p:cNvPr id="28" name="图片占位符 27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6" name="图片占位符 35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手机展示</a:t>
            </a:r>
            <a:endParaRPr lang="zh-CN" altLang="en-US" dirty="0"/>
          </a:p>
        </p:txBody>
      </p:sp>
      <p:sp>
        <p:nvSpPr>
          <p:cNvPr id="3" name="椭圆 2"/>
          <p:cNvSpPr/>
          <p:nvPr/>
        </p:nvSpPr>
        <p:spPr>
          <a:xfrm>
            <a:off x="3588017" y="1062411"/>
            <a:ext cx="3340979" cy="5193308"/>
          </a:xfrm>
          <a:prstGeom prst="ellipse">
            <a:avLst/>
          </a:prstGeom>
          <a:noFill/>
          <a:ln>
            <a:gradFill>
              <a:gsLst>
                <a:gs pos="81000">
                  <a:schemeClr val="bg1">
                    <a:lumMod val="75000"/>
                    <a:alpha val="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Oval 38"/>
          <p:cNvSpPr>
            <a:spLocks noChangeAspect="1"/>
          </p:cNvSpPr>
          <p:nvPr/>
        </p:nvSpPr>
        <p:spPr>
          <a:xfrm>
            <a:off x="3677424" y="2493904"/>
            <a:ext cx="138229" cy="13822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sx="175000" sy="175000" algn="ctr" rotWithShape="0">
              <a:schemeClr val="bg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Oval 40"/>
          <p:cNvSpPr>
            <a:spLocks noChangeAspect="1"/>
          </p:cNvSpPr>
          <p:nvPr/>
        </p:nvSpPr>
        <p:spPr>
          <a:xfrm>
            <a:off x="3531736" y="3589951"/>
            <a:ext cx="138229" cy="13822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sx="175000" sy="175000" algn="ctr" rotWithShape="0">
              <a:schemeClr val="bg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Oval 41"/>
          <p:cNvSpPr>
            <a:spLocks noChangeAspect="1"/>
          </p:cNvSpPr>
          <p:nvPr/>
        </p:nvSpPr>
        <p:spPr>
          <a:xfrm>
            <a:off x="3720271" y="4822218"/>
            <a:ext cx="138229" cy="13822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sx="175000" sy="175000" algn="ctr" rotWithShape="0">
              <a:schemeClr val="bg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TextBox 7"/>
          <p:cNvSpPr txBox="1"/>
          <p:nvPr/>
        </p:nvSpPr>
        <p:spPr>
          <a:xfrm>
            <a:off x="781441" y="2043059"/>
            <a:ext cx="2278137" cy="988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点击此处添加标题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标题数字等都可以通过点击和重新输入进行更改您的内容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 rot="10800000">
            <a:off x="5295360" y="1062411"/>
            <a:ext cx="3340979" cy="5193308"/>
          </a:xfrm>
          <a:prstGeom prst="ellipse">
            <a:avLst/>
          </a:prstGeom>
          <a:noFill/>
          <a:ln>
            <a:gradFill>
              <a:gsLst>
                <a:gs pos="81000">
                  <a:schemeClr val="bg1">
                    <a:lumMod val="75000"/>
                    <a:alpha val="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Oval 38"/>
          <p:cNvSpPr>
            <a:spLocks noChangeAspect="1"/>
          </p:cNvSpPr>
          <p:nvPr/>
        </p:nvSpPr>
        <p:spPr>
          <a:xfrm rot="10800000">
            <a:off x="8381557" y="4822218"/>
            <a:ext cx="138227" cy="13822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sx="175000" sy="175000" algn="ctr" rotWithShape="0">
              <a:schemeClr val="bg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Oval 39"/>
          <p:cNvSpPr>
            <a:spLocks noChangeAspect="1"/>
          </p:cNvSpPr>
          <p:nvPr/>
        </p:nvSpPr>
        <p:spPr>
          <a:xfrm rot="10800000">
            <a:off x="8570640" y="3589951"/>
            <a:ext cx="138227" cy="13822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sx="175000" sy="175000" algn="ctr" rotWithShape="0">
              <a:schemeClr val="bg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Oval 41"/>
          <p:cNvSpPr>
            <a:spLocks noChangeAspect="1"/>
          </p:cNvSpPr>
          <p:nvPr/>
        </p:nvSpPr>
        <p:spPr>
          <a:xfrm rot="10800000">
            <a:off x="8416164" y="2493902"/>
            <a:ext cx="138227" cy="13822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sx="175000" sy="175000" algn="ctr" rotWithShape="0">
              <a:schemeClr val="bg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extBox 7"/>
          <p:cNvSpPr txBox="1"/>
          <p:nvPr/>
        </p:nvSpPr>
        <p:spPr>
          <a:xfrm>
            <a:off x="781441" y="3193545"/>
            <a:ext cx="2278137" cy="988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点击此处添加标题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标题数字等都可以通过点击和重新输入进行更改您的内容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TextBox 7"/>
          <p:cNvSpPr txBox="1"/>
          <p:nvPr/>
        </p:nvSpPr>
        <p:spPr>
          <a:xfrm>
            <a:off x="781441" y="4371522"/>
            <a:ext cx="2278137" cy="988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点击此处添加标题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标题数字等都可以通过点击和重新输入进行更改您的内容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TextBox 7"/>
          <p:cNvSpPr txBox="1"/>
          <p:nvPr/>
        </p:nvSpPr>
        <p:spPr>
          <a:xfrm>
            <a:off x="9132422" y="2043059"/>
            <a:ext cx="2278137" cy="988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点击此处添加标题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r" latinLnBrk="1">
              <a:lnSpc>
                <a:spcPct val="150000"/>
              </a:lnSpc>
              <a:defRPr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标题数字等都可以通过点击和重新输入进行更改您的内容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TextBox 7"/>
          <p:cNvSpPr txBox="1"/>
          <p:nvPr/>
        </p:nvSpPr>
        <p:spPr>
          <a:xfrm>
            <a:off x="9132422" y="3193545"/>
            <a:ext cx="2278137" cy="988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点击此处添加标题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r" latinLnBrk="1">
              <a:lnSpc>
                <a:spcPct val="150000"/>
              </a:lnSpc>
              <a:defRPr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标题数字等都可以通过点击和重新输入进行更改您的内容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TextBox 7"/>
          <p:cNvSpPr txBox="1"/>
          <p:nvPr/>
        </p:nvSpPr>
        <p:spPr>
          <a:xfrm>
            <a:off x="9132422" y="4371522"/>
            <a:ext cx="2278137" cy="988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点击此处添加标题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r" latinLnBrk="1">
              <a:lnSpc>
                <a:spcPct val="150000"/>
              </a:lnSpc>
              <a:defRPr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标题数字等都可以通过点击和重新输入进行更改您的内容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222533" y="1728315"/>
            <a:ext cx="1802345" cy="3659491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5"/>
          </p:nvPr>
        </p:nvSpPr>
        <p:spPr/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728689" y="791099"/>
            <a:ext cx="7767986" cy="52758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41300" dir="348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515667" y="2382017"/>
            <a:ext cx="6219461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zh-CN"/>
            </a:defPPr>
            <a:lvl1pPr>
              <a:defRPr sz="4000" b="0" i="0">
                <a:solidFill>
                  <a:srgbClr val="37415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4400" b="1" dirty="0">
                <a:solidFill>
                  <a:schemeClr val="accent1"/>
                </a:solidFill>
                <a:sym typeface="Arial" panose="020B0604020202020204" pitchFamily="34" charset="0"/>
              </a:rPr>
              <a:t>谢谢您的聆听！</a:t>
            </a:r>
            <a:endParaRPr lang="zh-CN" altLang="en-US" sz="4400" b="1" dirty="0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15667" y="3210541"/>
            <a:ext cx="3693319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4000" b="0" i="0">
                <a:solidFill>
                  <a:srgbClr val="37415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sym typeface="Arial" panose="020B0604020202020204" pitchFamily="34" charset="0"/>
              </a:rPr>
              <a:t>欢迎批评与建议！</a:t>
            </a:r>
            <a:endParaRPr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sym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515667" y="4445911"/>
            <a:ext cx="3383742" cy="245745"/>
            <a:chOff x="4593586" y="4322510"/>
            <a:chExt cx="3383742" cy="245745"/>
          </a:xfrm>
        </p:grpSpPr>
        <p:sp>
          <p:nvSpPr>
            <p:cNvPr id="6" name="文本框 5"/>
            <p:cNvSpPr txBox="1"/>
            <p:nvPr/>
          </p:nvSpPr>
          <p:spPr>
            <a:xfrm>
              <a:off x="6419673" y="4322510"/>
              <a:ext cx="1557655" cy="24574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4000" b="0" i="0">
                  <a:solidFill>
                    <a:srgbClr val="374151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b="1" dirty="0">
                  <a:solidFill>
                    <a:schemeClr val="accent1"/>
                  </a:solidFill>
                  <a:sym typeface="Arial" panose="020B0604020202020204" pitchFamily="34" charset="0"/>
                </a:rPr>
                <a:t>指导老师：</a:t>
              </a:r>
              <a:r>
                <a:rPr lang="en-US" altLang="zh-CN" sz="1600" b="1" dirty="0">
                  <a:solidFill>
                    <a:srgbClr val="222222"/>
                  </a:solidFill>
                  <a:sym typeface="Arial" panose="020B0604020202020204" pitchFamily="34" charset="0"/>
                </a:rPr>
                <a:t>Lizzzi</a:t>
              </a:r>
              <a:endParaRPr lang="en-US" altLang="zh-CN" sz="1600" b="1" dirty="0">
                <a:solidFill>
                  <a:srgbClr val="222222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93586" y="4322510"/>
              <a:ext cx="1275080" cy="24574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4000" b="0" i="0">
                  <a:solidFill>
                    <a:srgbClr val="374151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b="1" dirty="0">
                  <a:solidFill>
                    <a:schemeClr val="accent1"/>
                  </a:solidFill>
                  <a:sym typeface="Arial" panose="020B0604020202020204" pitchFamily="34" charset="0"/>
                </a:rPr>
                <a:t>汇报人：</a:t>
              </a:r>
              <a:r>
                <a:rPr lang="en-US" altLang="zh-CN" sz="1600" b="1" dirty="0">
                  <a:solidFill>
                    <a:srgbClr val="222222"/>
                  </a:solidFill>
                  <a:sym typeface="Arial" panose="020B0604020202020204" pitchFamily="34" charset="0"/>
                </a:rPr>
                <a:t>ZSCI</a:t>
              </a:r>
              <a:endParaRPr lang="en-US" altLang="zh-CN" sz="1600" b="1" dirty="0">
                <a:solidFill>
                  <a:srgbClr val="222222"/>
                </a:solidFill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/>
        </p:nvCxnSpPr>
        <p:spPr>
          <a:xfrm>
            <a:off x="4515667" y="4178990"/>
            <a:ext cx="5514330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0175" r="10175"/>
          <a:stretch>
            <a:fillRect/>
          </a:stretch>
        </p:blipFill>
        <p:spPr>
          <a:xfrm>
            <a:off x="695325" y="791099"/>
            <a:ext cx="2894062" cy="5275802"/>
          </a:xfrm>
          <a:custGeom>
            <a:avLst/>
            <a:gdLst>
              <a:gd name="connsiteX0" fmla="*/ 0 w 2894062"/>
              <a:gd name="connsiteY0" fmla="*/ 0 h 5275802"/>
              <a:gd name="connsiteX1" fmla="*/ 2894062 w 2894062"/>
              <a:gd name="connsiteY1" fmla="*/ 0 h 5275802"/>
              <a:gd name="connsiteX2" fmla="*/ 2894062 w 2894062"/>
              <a:gd name="connsiteY2" fmla="*/ 5275802 h 5275802"/>
              <a:gd name="connsiteX3" fmla="*/ 0 w 2894062"/>
              <a:gd name="connsiteY3" fmla="*/ 5275802 h 527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4062" h="5275802">
                <a:moveTo>
                  <a:pt x="0" y="0"/>
                </a:moveTo>
                <a:lnTo>
                  <a:pt x="2894062" y="0"/>
                </a:lnTo>
                <a:lnTo>
                  <a:pt x="2894062" y="5275802"/>
                </a:lnTo>
                <a:lnTo>
                  <a:pt x="0" y="5275802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/>
          <p:cNvSpPr txBox="1"/>
          <p:nvPr/>
        </p:nvSpPr>
        <p:spPr>
          <a:xfrm>
            <a:off x="5172671" y="963691"/>
            <a:ext cx="1846659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模板说明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685800" y="2046514"/>
            <a:ext cx="10813143" cy="3792032"/>
          </a:xfrm>
          <a:prstGeom prst="roundRect">
            <a:avLst>
              <a:gd name="adj" fmla="val 4610"/>
            </a:avLst>
          </a:prstGeom>
          <a:solidFill>
            <a:schemeClr val="bg1">
              <a:alpha val="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298512" y="2423604"/>
            <a:ext cx="3576653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99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模板全部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图表数据可修改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文字、形状可编辑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颜色可更改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图片可替换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,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图标可换色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298512" y="4488824"/>
            <a:ext cx="3576653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99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无论您是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教师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、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学生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，在日常工作学习中均可以使用这套模板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573441" y="2423604"/>
            <a:ext cx="3588045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99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本模板特适合在教学课件、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论文答辩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、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汇报总结、个人介绍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中使用。风格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简约专业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、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视觉吸引人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573441" y="4488824"/>
            <a:ext cx="3588045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99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模板中均已使用可改颜色、可无限放大不失真的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svg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图标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3" name="图形 4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1529" y="2610407"/>
            <a:ext cx="713316" cy="783248"/>
          </a:xfrm>
          <a:prstGeom prst="rect">
            <a:avLst/>
          </a:prstGeom>
        </p:spPr>
      </p:pic>
      <p:pic>
        <p:nvPicPr>
          <p:cNvPr id="46" name="图形 4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2144" y="4526542"/>
            <a:ext cx="712086" cy="712086"/>
          </a:xfrm>
          <a:prstGeom prst="rect">
            <a:avLst/>
          </a:prstGeom>
        </p:spPr>
      </p:pic>
      <p:pic>
        <p:nvPicPr>
          <p:cNvPr id="49" name="图形 4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5876" y="2677113"/>
            <a:ext cx="712086" cy="649836"/>
          </a:xfrm>
          <a:prstGeom prst="rect">
            <a:avLst/>
          </a:prstGeom>
        </p:spPr>
      </p:pic>
      <p:pic>
        <p:nvPicPr>
          <p:cNvPr id="52" name="图形 5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5700" y="4476368"/>
            <a:ext cx="812438" cy="812434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685800" y="3942530"/>
            <a:ext cx="10820400" cy="0"/>
          </a:xfrm>
          <a:prstGeom prst="lin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/>
          <p:cNvCxnSpPr/>
          <p:nvPr/>
        </p:nvCxnSpPr>
        <p:spPr bwMode="auto">
          <a:xfrm flipV="1">
            <a:off x="6092371" y="2046514"/>
            <a:ext cx="0" cy="3792032"/>
          </a:xfrm>
          <a:prstGeom prst="lin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685800" y="2046514"/>
            <a:ext cx="10813143" cy="3792032"/>
          </a:xfrm>
          <a:prstGeom prst="roundRect">
            <a:avLst>
              <a:gd name="adj" fmla="val 4610"/>
            </a:avLst>
          </a:prstGeom>
          <a:solidFill>
            <a:schemeClr val="bg1">
              <a:alpha val="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7" name="矩形 16">
            <a:hlinkClick r:id="rId1"/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3400" y="2402255"/>
            <a:ext cx="4591880" cy="2783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99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修改操作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【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图片替换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】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模板中使用的图片均作为占位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参考用，在实际使用中请替换为自己的图片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点击图片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右键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更改图片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来自文件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】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【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落款修改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】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每页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PPT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的落款统一放在母版中，需要进入母版视图才能修改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视图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幻灯片母版，并修改对应母版的内容即可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】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3" name="图形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4241" y="2344262"/>
            <a:ext cx="800942" cy="800942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 bwMode="auto">
          <a:xfrm>
            <a:off x="1223055" y="2935654"/>
            <a:ext cx="1921618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文本框 13"/>
          <p:cNvSpPr txBox="1"/>
          <p:nvPr/>
        </p:nvSpPr>
        <p:spPr>
          <a:xfrm>
            <a:off x="6596006" y="2402255"/>
            <a:ext cx="4535846" cy="309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99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换色操作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【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整体换色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】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如果您不喜欢现在的配色，可以一键替换整套幻灯片的配色。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设计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母版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颜色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自定义颜色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着色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1-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保存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】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，更改着色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为你想要的颜色，整套模板的配色则随之更改哦。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【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图标换色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】 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模板所使用的图标均为矢量格式，直接修改其填充颜色即可换色（图标可无限放大）。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6685660" y="2935654"/>
            <a:ext cx="1919374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8" name="图形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9004" y="2514599"/>
            <a:ext cx="724655" cy="5867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172670" y="963691"/>
            <a:ext cx="1846660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使用教程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 flipV="1">
            <a:off x="6092371" y="2046514"/>
            <a:ext cx="0" cy="3792032"/>
          </a:xfrm>
          <a:prstGeom prst="lin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ISLIDE.DIAGRAM" val="#950674;"/>
</p:tagLst>
</file>

<file path=ppt/tags/tag2.xml><?xml version="1.0" encoding="utf-8"?>
<p:tagLst xmlns:p="http://schemas.openxmlformats.org/presentationml/2006/main">
  <p:tag name="ISLIDE.DIAGRAM" val="#950674;"/>
</p:tagLst>
</file>

<file path=ppt/tags/tag3.xml><?xml version="1.0" encoding="utf-8"?>
<p:tagLst xmlns:p="http://schemas.openxmlformats.org/presentationml/2006/main">
  <p:tag name="ISLIDE.ICON" val="#402741;#113527;#82882;#102541;#405095;"/>
</p:tagLst>
</file>

<file path=ppt/tags/tag4.xml><?xml version="1.0" encoding="utf-8"?>
<p:tagLst xmlns:p="http://schemas.openxmlformats.org/presentationml/2006/main">
  <p:tag name="ISLIDE.ICON" val="#57184;"/>
</p:tagLst>
</file>

<file path=ppt/tags/tag5.xml><?xml version="1.0" encoding="utf-8"?>
<p:tagLst xmlns:p="http://schemas.openxmlformats.org/presentationml/2006/main">
  <p:tag name="ISLIDE.ICON" val="#57184;#175705;#32292;"/>
</p:tagLst>
</file>

<file path=ppt/tags/tag6.xml><?xml version="1.0" encoding="utf-8"?>
<p:tagLst xmlns:p="http://schemas.openxmlformats.org/presentationml/2006/main">
  <p:tag name="COMMONDATA" val="eyJoZGlkIjoiNzg2MjliMWM0MDgzNDQyMDhlNjM5YjM4ZjU4YjYyNDYifQ=="/>
</p:tagLst>
</file>

<file path=ppt/theme/theme1.xml><?xml version="1.0" encoding="utf-8"?>
<a:theme xmlns:a="http://schemas.openxmlformats.org/drawingml/2006/main" name="themepage">
  <a:themeElements>
    <a:clrScheme name="自定义 187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39A9"/>
      </a:accent1>
      <a:accent2>
        <a:srgbClr val="033085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5633</Words>
  <Application>WPS 演示</Application>
  <PresentationFormat>宽屏</PresentationFormat>
  <Paragraphs>767</Paragraphs>
  <Slides>41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华文行楷</vt:lpstr>
      <vt:lpstr>Calibri</vt:lpstr>
      <vt:lpstr>Arial Unicode MS</vt:lpstr>
      <vt:lpstr>等线</vt:lpstr>
      <vt:lpstr>BMW Type Global Bold</vt:lpstr>
      <vt:lpstr>Times New Roman</vt:lpstr>
      <vt:lpstr>Arial</vt:lpstr>
      <vt:lpstr>Calibri</vt:lpstr>
      <vt:lpstr>themepage</vt:lpstr>
      <vt:lpstr>PowerPoint 演示文稿</vt:lpstr>
      <vt:lpstr>PowerPoint 演示文稿</vt:lpstr>
      <vt:lpstr>PowerPoint 演示文稿</vt:lpstr>
      <vt:lpstr>项目要点</vt:lpstr>
      <vt:lpstr>图文拼图版式</vt:lpstr>
      <vt:lpstr>图文拼图版式</vt:lpstr>
      <vt:lpstr>图文拼图版式</vt:lpstr>
      <vt:lpstr>图文拼图版式</vt:lpstr>
      <vt:lpstr>多图拼图版式</vt:lpstr>
      <vt:lpstr>多图拼图版式</vt:lpstr>
      <vt:lpstr>多图拼图版式</vt:lpstr>
      <vt:lpstr>多图拼图版式</vt:lpstr>
      <vt:lpstr>并列循环关系图</vt:lpstr>
      <vt:lpstr>时间轴</vt:lpstr>
      <vt:lpstr>组织架构</vt:lpstr>
      <vt:lpstr>组织架构</vt:lpstr>
      <vt:lpstr>组织架构</vt:lpstr>
      <vt:lpstr>人物介绍</vt:lpstr>
      <vt:lpstr>请输入您的标题</vt:lpstr>
      <vt:lpstr>销售数据对比</vt:lpstr>
      <vt:lpstr>销售数据对比</vt:lpstr>
      <vt:lpstr>排行榜条形图表</vt:lpstr>
      <vt:lpstr>数据分析面积/折线图</vt:lpstr>
      <vt:lpstr>折线图数据分析工具</vt:lpstr>
      <vt:lpstr>不同维度数据分析</vt:lpstr>
      <vt:lpstr>数据对比图</vt:lpstr>
      <vt:lpstr>季度数据对比</vt:lpstr>
      <vt:lpstr>数据表格</vt:lpstr>
      <vt:lpstr>数据对比</vt:lpstr>
      <vt:lpstr>目录要点</vt:lpstr>
      <vt:lpstr>风险分析</vt:lpstr>
      <vt:lpstr>循环关系</vt:lpstr>
      <vt:lpstr>SWOT分析</vt:lpstr>
      <vt:lpstr>全球布局</vt:lpstr>
      <vt:lpstr>APP截图</vt:lpstr>
      <vt:lpstr>桌面展示</vt:lpstr>
      <vt:lpstr>手机展示</vt:lpstr>
      <vt:lpstr>手机展示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论文答辩报告</dc:title>
  <dc:creator>辉强 林</dc:creator>
  <cp:lastModifiedBy>саша</cp:lastModifiedBy>
  <cp:revision>687</cp:revision>
  <dcterms:created xsi:type="dcterms:W3CDTF">2023-04-21T05:46:00Z</dcterms:created>
  <dcterms:modified xsi:type="dcterms:W3CDTF">2025-07-15T07:32:24Z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0AA43B09FC3A42909DCA32B48E103BB5</vt:lpwstr>
  </property>
  <property fmtid="{D5CDD505-2E9C-101B-9397-08002B2CF9AE}" pid="3" name="KSOProductBuildVer">
    <vt:lpwstr>2052-12.1.0.21915</vt:lpwstr>
  </property>
</Properties>
</file>